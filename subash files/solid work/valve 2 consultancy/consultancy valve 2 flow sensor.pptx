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7" r:id="rId3"/>
    <p:sldId id="261" r:id="rId4"/>
    <p:sldId id="265" r:id="rId5"/>
    <p:sldId id="266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74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24575,'2'0'0,"3"0"0,7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2: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2: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2: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2: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0 24575,'-2'0'0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2: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0 24575,'-2'3'0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24575,'2'0'0,"1"2"0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1T09:23: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2171A-AC9A-4758-8079-A4CD6DCBD329}" type="datetimeFigureOut">
              <a:rPr lang="en-IN" smtClean="0"/>
              <a:t>03-06-2024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B2B7B-D73C-4C83-8107-60EAF88B5FE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5.png"/><Relationship Id="rId18" Type="http://schemas.openxmlformats.org/officeDocument/2006/relationships/customXml" Target="../ink/ink11.xml"/><Relationship Id="rId26" Type="http://schemas.openxmlformats.org/officeDocument/2006/relationships/customXml" Target="../ink/ink18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5" Type="http://schemas.openxmlformats.org/officeDocument/2006/relationships/customXml" Target="../ink/ink17.xml"/><Relationship Id="rId2" Type="http://schemas.openxmlformats.org/officeDocument/2006/relationships/image" Target="../media/image1.png"/><Relationship Id="rId16" Type="http://schemas.openxmlformats.org/officeDocument/2006/relationships/customXml" Target="../ink/ink9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6.xml"/><Relationship Id="rId24" Type="http://schemas.openxmlformats.org/officeDocument/2006/relationships/customXml" Target="../ink/ink16.xml"/><Relationship Id="rId5" Type="http://schemas.openxmlformats.org/officeDocument/2006/relationships/customXml" Target="../ink/ink2.xml"/><Relationship Id="rId15" Type="http://schemas.openxmlformats.org/officeDocument/2006/relationships/image" Target="../media/image6.png"/><Relationship Id="rId23" Type="http://schemas.openxmlformats.org/officeDocument/2006/relationships/customXml" Target="../ink/ink15.xml"/><Relationship Id="rId10" Type="http://schemas.openxmlformats.org/officeDocument/2006/relationships/image" Target="../media/image4.png"/><Relationship Id="rId19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customXml" Target="../ink/ink5.xml"/><Relationship Id="rId14" Type="http://schemas.openxmlformats.org/officeDocument/2006/relationships/customXml" Target="../ink/ink8.xml"/><Relationship Id="rId22" Type="http://schemas.openxmlformats.org/officeDocument/2006/relationships/image" Target="../media/image7.png"/><Relationship Id="rId27" Type="http://schemas.openxmlformats.org/officeDocument/2006/relationships/customXml" Target="../ink/ink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78" y="1964887"/>
            <a:ext cx="5698901" cy="292822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3947375" y="643944"/>
            <a:ext cx="3013656" cy="18931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961031" y="643944"/>
            <a:ext cx="9337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687910" y="1532586"/>
            <a:ext cx="2282780" cy="100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961031" y="1532585"/>
            <a:ext cx="933718" cy="6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971245" y="2537138"/>
            <a:ext cx="1906073" cy="264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837072" y="2537138"/>
            <a:ext cx="10641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5241701" y="2859968"/>
            <a:ext cx="1595371" cy="4664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826704" y="3326397"/>
            <a:ext cx="10744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7037614" y="4122098"/>
            <a:ext cx="8571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 flipV="1">
            <a:off x="4425043" y="2753511"/>
            <a:ext cx="2612571" cy="13685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4327071" y="3799268"/>
            <a:ext cx="2710543" cy="11779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022646" y="4977255"/>
            <a:ext cx="857135" cy="12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854272" y="330888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/>
          <p:cNvSpPr/>
          <p:nvPr/>
        </p:nvSpPr>
        <p:spPr>
          <a:xfrm>
            <a:off x="7854272" y="2269132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/>
          <p:cNvSpPr/>
          <p:nvPr/>
        </p:nvSpPr>
        <p:spPr>
          <a:xfrm>
            <a:off x="7854272" y="1196053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/>
          <p:cNvSpPr/>
          <p:nvPr/>
        </p:nvSpPr>
        <p:spPr>
          <a:xfrm>
            <a:off x="7854272" y="3017147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/>
          <p:cNvSpPr/>
          <p:nvPr/>
        </p:nvSpPr>
        <p:spPr>
          <a:xfrm>
            <a:off x="7854272" y="3765162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/>
          <p:cNvSpPr/>
          <p:nvPr/>
        </p:nvSpPr>
        <p:spPr>
          <a:xfrm>
            <a:off x="7854272" y="4676894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78" y="1964887"/>
            <a:ext cx="5698901" cy="292822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3947375" y="726480"/>
            <a:ext cx="2998687" cy="18106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946062" y="728167"/>
            <a:ext cx="9337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687910" y="1607458"/>
            <a:ext cx="2280308" cy="929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957102" y="1601018"/>
            <a:ext cx="933718" cy="6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971245" y="2465256"/>
            <a:ext cx="1865827" cy="3358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826704" y="2465257"/>
            <a:ext cx="10641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5241701" y="2859968"/>
            <a:ext cx="1595371" cy="4664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826704" y="3326397"/>
            <a:ext cx="10744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7022645" y="4158634"/>
            <a:ext cx="8571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 flipV="1">
            <a:off x="4431738" y="2753511"/>
            <a:ext cx="2605876" cy="14051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4327071" y="3799268"/>
            <a:ext cx="2710543" cy="11779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022646" y="4977255"/>
            <a:ext cx="857135" cy="12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854272" y="413455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7" name="Oval 56"/>
          <p:cNvSpPr/>
          <p:nvPr/>
        </p:nvSpPr>
        <p:spPr>
          <a:xfrm>
            <a:off x="7854272" y="2144934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8" name="Oval 57"/>
          <p:cNvSpPr/>
          <p:nvPr/>
        </p:nvSpPr>
        <p:spPr>
          <a:xfrm>
            <a:off x="7854272" y="1285668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7854272" y="3017147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7854272" y="3847020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1" name="Oval 60"/>
          <p:cNvSpPr/>
          <p:nvPr/>
        </p:nvSpPr>
        <p:spPr>
          <a:xfrm>
            <a:off x="7854272" y="4676894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/>
              <p14:cNvContentPartPr/>
              <p14:nvPr/>
            </p14:nvContentPartPr>
            <p14:xfrm>
              <a:off x="2468657" y="3021480"/>
              <a:ext cx="6840" cy="360"/>
            </p14:xfrm>
          </p:contentPart>
        </mc:Choice>
        <mc:Fallback xmlns="">
          <p:pic>
            <p:nvPicPr>
              <p:cNvPr id="24" name="Ink 23"/>
            </p:nvPicPr>
            <p:blipFill>
              <a:blip r:embed="rId4"/>
            </p:blipFill>
            <p:spPr>
              <a:xfrm>
                <a:off x="2468657" y="3021480"/>
                <a:ext cx="6840" cy="360"/>
              </a:xfrm>
              <a:prstGeom prst="rect"/>
            </p:spPr>
          </p:pic>
        </mc:Fallback>
      </mc:AlternateContent>
      <p:grpSp>
        <p:nvGrpSpPr>
          <p:cNvPr id="36" name="Group 35"/>
          <p:cNvGrpSpPr/>
          <p:nvPr/>
        </p:nvGrpSpPr>
        <p:grpSpPr>
          <a:xfrm>
            <a:off x="2420777" y="2795040"/>
            <a:ext cx="231120" cy="187560"/>
            <a:chOff x="2420777" y="2795040"/>
            <a:chExt cx="23112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/>
                <p14:cNvContentPartPr/>
                <p14:nvPr/>
              </p14:nvContentPartPr>
              <p14:xfrm>
                <a:off x="2464337" y="2795040"/>
                <a:ext cx="360" cy="360"/>
              </p14:xfrm>
            </p:contentPart>
          </mc:Choice>
          <mc:Fallback xmlns="">
            <p:pic>
              <p:nvPicPr>
                <p:cNvPr id="7" name="Ink 6"/>
              </p:nvPicPr>
              <p:blipFill>
                <a:blip r:embed="rId6"/>
              </p:blipFill>
              <p:spPr>
                <a:xfrm>
                  <a:off x="2464337" y="279504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/>
                <p14:cNvContentPartPr/>
                <p14:nvPr/>
              </p14:nvContentPartPr>
              <p14:xfrm>
                <a:off x="2468657" y="2817000"/>
                <a:ext cx="360" cy="360"/>
              </p14:xfrm>
            </p:contentPart>
          </mc:Choice>
          <mc:Fallback xmlns="">
            <p:pic>
              <p:nvPicPr>
                <p:cNvPr id="8" name="Ink 7"/>
              </p:nvPicPr>
              <p:blipFill>
                <a:blip r:embed="rId6"/>
              </p:blipFill>
              <p:spPr>
                <a:xfrm>
                  <a:off x="2468657" y="281700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/>
                <p14:cNvContentPartPr/>
                <p14:nvPr/>
              </p14:nvContentPartPr>
              <p14:xfrm>
                <a:off x="2468657" y="2878200"/>
                <a:ext cx="360" cy="360"/>
              </p14:xfrm>
            </p:contentPart>
          </mc:Choice>
          <mc:Fallback xmlns="">
            <p:pic>
              <p:nvPicPr>
                <p:cNvPr id="9" name="Ink 8"/>
              </p:nvPicPr>
              <p:blipFill>
                <a:blip r:embed="rId6"/>
              </p:blipFill>
              <p:spPr>
                <a:xfrm>
                  <a:off x="2468657" y="287820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/>
                <p14:cNvContentPartPr/>
                <p14:nvPr/>
              </p14:nvContentPartPr>
              <p14:xfrm>
                <a:off x="2450657" y="2882520"/>
                <a:ext cx="1080" cy="360"/>
              </p14:xfrm>
            </p:contentPart>
          </mc:Choice>
          <mc:Fallback xmlns="">
            <p:pic>
              <p:nvPicPr>
                <p:cNvPr id="11" name="Ink 10"/>
              </p:nvPicPr>
              <p:blipFill>
                <a:blip r:embed="rId10"/>
              </p:blipFill>
              <p:spPr>
                <a:xfrm>
                  <a:off x="2450657" y="2882520"/>
                  <a:ext cx="108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/>
                <p14:cNvContentPartPr/>
                <p14:nvPr/>
              </p14:nvContentPartPr>
              <p14:xfrm>
                <a:off x="2438057" y="2864880"/>
                <a:ext cx="360" cy="360"/>
              </p14:xfrm>
            </p:contentPart>
          </mc:Choice>
          <mc:Fallback xmlns="">
            <p:pic>
              <p:nvPicPr>
                <p:cNvPr id="12" name="Ink 11"/>
              </p:nvPicPr>
              <p:blipFill>
                <a:blip r:embed="rId6"/>
              </p:blipFill>
              <p:spPr>
                <a:xfrm>
                  <a:off x="2438057" y="286488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/>
                <p14:cNvContentPartPr/>
                <p14:nvPr/>
              </p14:nvContentPartPr>
              <p14:xfrm>
                <a:off x="2438057" y="2847600"/>
                <a:ext cx="360" cy="360"/>
              </p14:xfrm>
            </p:contentPart>
          </mc:Choice>
          <mc:Fallback xmlns="">
            <p:pic>
              <p:nvPicPr>
                <p:cNvPr id="13" name="Ink 12"/>
              </p:nvPicPr>
              <p:blipFill>
                <a:blip r:embed="rId13"/>
              </p:blipFill>
              <p:spPr>
                <a:xfrm>
                  <a:off x="2438057" y="284760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/>
                <p14:cNvContentPartPr/>
                <p14:nvPr/>
              </p14:nvContentPartPr>
              <p14:xfrm>
                <a:off x="2428697" y="2912760"/>
                <a:ext cx="1080" cy="1080"/>
              </p14:xfrm>
            </p:contentPart>
          </mc:Choice>
          <mc:Fallback xmlns="">
            <p:pic>
              <p:nvPicPr>
                <p:cNvPr id="15" name="Ink 14"/>
              </p:nvPicPr>
              <p:blipFill>
                <a:blip r:embed="rId15"/>
              </p:blipFill>
              <p:spPr>
                <a:xfrm>
                  <a:off x="2428697" y="2912760"/>
                  <a:ext cx="1080" cy="1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/>
                <p14:cNvContentPartPr/>
                <p14:nvPr/>
              </p14:nvContentPartPr>
              <p14:xfrm>
                <a:off x="2420777" y="2943360"/>
                <a:ext cx="360" cy="360"/>
              </p14:xfrm>
            </p:contentPart>
          </mc:Choice>
          <mc:Fallback xmlns="">
            <p:pic>
              <p:nvPicPr>
                <p:cNvPr id="16" name="Ink 15"/>
              </p:nvPicPr>
              <p:blipFill>
                <a:blip r:embed="rId6"/>
              </p:blipFill>
              <p:spPr>
                <a:xfrm>
                  <a:off x="2420777" y="294336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/>
                <p14:cNvContentPartPr/>
                <p14:nvPr/>
              </p14:nvContentPartPr>
              <p14:xfrm>
                <a:off x="2420777" y="2943360"/>
                <a:ext cx="360" cy="360"/>
              </p14:xfrm>
            </p:contentPart>
          </mc:Choice>
          <mc:Fallback xmlns="">
            <p:pic>
              <p:nvPicPr>
                <p:cNvPr id="17" name="Ink 16"/>
              </p:nvPicPr>
              <p:blipFill>
                <a:blip r:embed="rId6"/>
              </p:blipFill>
              <p:spPr>
                <a:xfrm>
                  <a:off x="2420777" y="294336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/>
                <p14:cNvContentPartPr/>
                <p14:nvPr/>
              </p14:nvContentPartPr>
              <p14:xfrm>
                <a:off x="2455697" y="2956320"/>
                <a:ext cx="360" cy="360"/>
              </p14:xfrm>
            </p:contentPart>
          </mc:Choice>
          <mc:Fallback xmlns="">
            <p:pic>
              <p:nvPicPr>
                <p:cNvPr id="19" name="Ink 18"/>
              </p:nvPicPr>
              <p:blipFill>
                <a:blip r:embed="rId6"/>
              </p:blipFill>
              <p:spPr>
                <a:xfrm>
                  <a:off x="2455697" y="295632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/>
                <p14:cNvContentPartPr/>
                <p14:nvPr/>
              </p14:nvContentPartPr>
              <p14:xfrm>
                <a:off x="2521217" y="2977920"/>
                <a:ext cx="360" cy="360"/>
              </p14:xfrm>
            </p:contentPart>
          </mc:Choice>
          <mc:Fallback xmlns="">
            <p:pic>
              <p:nvPicPr>
                <p:cNvPr id="20" name="Ink 19"/>
              </p:nvPicPr>
              <p:blipFill>
                <a:blip r:embed="rId6"/>
              </p:blipFill>
              <p:spPr>
                <a:xfrm>
                  <a:off x="2521217" y="297792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/>
                <p14:cNvContentPartPr/>
                <p14:nvPr/>
              </p14:nvContentPartPr>
              <p14:xfrm>
                <a:off x="2468657" y="2982240"/>
                <a:ext cx="360" cy="360"/>
              </p14:xfrm>
            </p:contentPart>
          </mc:Choice>
          <mc:Fallback xmlns="">
            <p:pic>
              <p:nvPicPr>
                <p:cNvPr id="22" name="Ink 21"/>
              </p:nvPicPr>
              <p:blipFill>
                <a:blip r:embed="rId13"/>
              </p:blipFill>
              <p:spPr>
                <a:xfrm>
                  <a:off x="2468657" y="298224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/>
                <p14:cNvContentPartPr/>
                <p14:nvPr/>
              </p14:nvContentPartPr>
              <p14:xfrm>
                <a:off x="2503577" y="2964960"/>
                <a:ext cx="2160" cy="1080"/>
              </p14:xfrm>
            </p:contentPart>
          </mc:Choice>
          <mc:Fallback xmlns="">
            <p:pic>
              <p:nvPicPr>
                <p:cNvPr id="23" name="Ink 22"/>
              </p:nvPicPr>
              <p:blipFill>
                <a:blip r:embed="rId22"/>
              </p:blipFill>
              <p:spPr>
                <a:xfrm>
                  <a:off x="2503577" y="2964960"/>
                  <a:ext cx="2160" cy="1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7" name="Ink 26"/>
                <p14:cNvContentPartPr/>
                <p14:nvPr/>
              </p14:nvContentPartPr>
              <p14:xfrm>
                <a:off x="2616617" y="2973600"/>
                <a:ext cx="360" cy="360"/>
              </p14:xfrm>
            </p:contentPart>
          </mc:Choice>
          <mc:Fallback xmlns="">
            <p:pic>
              <p:nvPicPr>
                <p:cNvPr id="27" name="Ink 26"/>
              </p:nvPicPr>
              <p:blipFill>
                <a:blip r:embed="rId6"/>
              </p:blipFill>
              <p:spPr>
                <a:xfrm>
                  <a:off x="2616617" y="297360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/>
                <p14:cNvContentPartPr/>
                <p14:nvPr/>
              </p14:nvContentPartPr>
              <p14:xfrm>
                <a:off x="2555777" y="2982240"/>
                <a:ext cx="360" cy="360"/>
              </p14:xfrm>
            </p:contentPart>
          </mc:Choice>
          <mc:Fallback xmlns="">
            <p:pic>
              <p:nvPicPr>
                <p:cNvPr id="29" name="Ink 28"/>
              </p:nvPicPr>
              <p:blipFill>
                <a:blip r:embed="rId6"/>
              </p:blipFill>
              <p:spPr>
                <a:xfrm>
                  <a:off x="2555777" y="298224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Ink 30"/>
                <p14:cNvContentPartPr/>
                <p14:nvPr/>
              </p14:nvContentPartPr>
              <p14:xfrm>
                <a:off x="2586017" y="2982240"/>
                <a:ext cx="360" cy="360"/>
              </p14:xfrm>
            </p:contentPart>
          </mc:Choice>
          <mc:Fallback xmlns="">
            <p:pic>
              <p:nvPicPr>
                <p:cNvPr id="31" name="Ink 30"/>
              </p:nvPicPr>
              <p:blipFill>
                <a:blip r:embed="rId6"/>
              </p:blipFill>
              <p:spPr>
                <a:xfrm>
                  <a:off x="2586017" y="298224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/>
                <p14:cNvContentPartPr/>
                <p14:nvPr/>
              </p14:nvContentPartPr>
              <p14:xfrm>
                <a:off x="2638577" y="2982240"/>
                <a:ext cx="360" cy="360"/>
              </p14:xfrm>
            </p:contentPart>
          </mc:Choice>
          <mc:Fallback xmlns="">
            <p:pic>
              <p:nvPicPr>
                <p:cNvPr id="34" name="Ink 33"/>
              </p:nvPicPr>
              <p:blipFill>
                <a:blip r:embed="rId6"/>
              </p:blipFill>
              <p:spPr>
                <a:xfrm>
                  <a:off x="2638577" y="2982240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5" name="Ink 34"/>
                <p14:cNvContentPartPr/>
                <p14:nvPr/>
              </p14:nvContentPartPr>
              <p14:xfrm>
                <a:off x="2651537" y="2982240"/>
                <a:ext cx="360" cy="360"/>
              </p14:xfrm>
            </p:contentPart>
          </mc:Choice>
          <mc:Fallback xmlns="">
            <p:pic>
              <p:nvPicPr>
                <p:cNvPr id="35" name="Ink 34"/>
              </p:nvPicPr>
              <p:blipFill>
                <a:blip r:embed="rId6"/>
              </p:blipFill>
              <p:spPr>
                <a:xfrm>
                  <a:off x="2651537" y="2982240"/>
                  <a:ext cx="360" cy="360"/>
                </a:xfrm>
                <a:prstGeom prst="rect"/>
              </p:spPr>
            </p:pic>
          </mc:Fallback>
        </mc:AlternateContent>
      </p:grpSp>
      <p:sp>
        <p:nvSpPr>
          <p:cNvPr id="38" name="Freeform: Shape 37"/>
          <p:cNvSpPr/>
          <p:nvPr/>
        </p:nvSpPr>
        <p:spPr>
          <a:xfrm>
            <a:off x="6490607" y="3492137"/>
            <a:ext cx="220436" cy="851264"/>
          </a:xfrm>
          <a:custGeom>
            <a:avLst/>
            <a:gdLst>
              <a:gd name="connsiteX0" fmla="*/ 144236 w 220436"/>
              <a:gd name="connsiteY0" fmla="*/ 0 h 802821"/>
              <a:gd name="connsiteX1" fmla="*/ 204107 w 220436"/>
              <a:gd name="connsiteY1" fmla="*/ 127907 h 802821"/>
              <a:gd name="connsiteX2" fmla="*/ 220436 w 220436"/>
              <a:gd name="connsiteY2" fmla="*/ 223157 h 802821"/>
              <a:gd name="connsiteX3" fmla="*/ 204107 w 220436"/>
              <a:gd name="connsiteY3" fmla="*/ 359228 h 802821"/>
              <a:gd name="connsiteX4" fmla="*/ 168729 w 220436"/>
              <a:gd name="connsiteY4" fmla="*/ 593271 h 802821"/>
              <a:gd name="connsiteX5" fmla="*/ 127907 w 220436"/>
              <a:gd name="connsiteY5" fmla="*/ 715735 h 802821"/>
              <a:gd name="connsiteX6" fmla="*/ 59872 w 220436"/>
              <a:gd name="connsiteY6" fmla="*/ 772885 h 802821"/>
              <a:gd name="connsiteX7" fmla="*/ 13607 w 220436"/>
              <a:gd name="connsiteY7" fmla="*/ 794657 h 802821"/>
              <a:gd name="connsiteX8" fmla="*/ 0 w 220436"/>
              <a:gd name="connsiteY8" fmla="*/ 802821 h 80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436" h="802821">
                <a:moveTo>
                  <a:pt x="144236" y="0"/>
                </a:moveTo>
                <a:cubicBezTo>
                  <a:pt x="167821" y="45357"/>
                  <a:pt x="191407" y="90714"/>
                  <a:pt x="204107" y="127907"/>
                </a:cubicBezTo>
                <a:cubicBezTo>
                  <a:pt x="216807" y="165100"/>
                  <a:pt x="220436" y="184604"/>
                  <a:pt x="220436" y="223157"/>
                </a:cubicBezTo>
                <a:cubicBezTo>
                  <a:pt x="220436" y="261710"/>
                  <a:pt x="212725" y="297542"/>
                  <a:pt x="204107" y="359228"/>
                </a:cubicBezTo>
                <a:cubicBezTo>
                  <a:pt x="195489" y="420914"/>
                  <a:pt x="181429" y="533853"/>
                  <a:pt x="168729" y="593271"/>
                </a:cubicBezTo>
                <a:cubicBezTo>
                  <a:pt x="156029" y="652689"/>
                  <a:pt x="146050" y="685800"/>
                  <a:pt x="127907" y="715735"/>
                </a:cubicBezTo>
                <a:cubicBezTo>
                  <a:pt x="109764" y="745670"/>
                  <a:pt x="78922" y="759731"/>
                  <a:pt x="59872" y="772885"/>
                </a:cubicBezTo>
                <a:cubicBezTo>
                  <a:pt x="40822" y="786039"/>
                  <a:pt x="23586" y="789668"/>
                  <a:pt x="13607" y="794657"/>
                </a:cubicBezTo>
                <a:cubicBezTo>
                  <a:pt x="3628" y="799646"/>
                  <a:pt x="1814" y="801233"/>
                  <a:pt x="0" y="80282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reeform: Shape 39"/>
          <p:cNvSpPr/>
          <p:nvPr/>
        </p:nvSpPr>
        <p:spPr>
          <a:xfrm>
            <a:off x="6453977" y="3531604"/>
            <a:ext cx="220436" cy="762891"/>
          </a:xfrm>
          <a:custGeom>
            <a:avLst/>
            <a:gdLst>
              <a:gd name="connsiteX0" fmla="*/ 133350 w 183729"/>
              <a:gd name="connsiteY0" fmla="*/ 0 h 724741"/>
              <a:gd name="connsiteX1" fmla="*/ 179614 w 183729"/>
              <a:gd name="connsiteY1" fmla="*/ 146957 h 724741"/>
              <a:gd name="connsiteX2" fmla="*/ 179614 w 183729"/>
              <a:gd name="connsiteY2" fmla="*/ 263978 h 724741"/>
              <a:gd name="connsiteX3" fmla="*/ 163286 w 183729"/>
              <a:gd name="connsiteY3" fmla="*/ 421821 h 724741"/>
              <a:gd name="connsiteX4" fmla="*/ 125186 w 183729"/>
              <a:gd name="connsiteY4" fmla="*/ 634093 h 724741"/>
              <a:gd name="connsiteX5" fmla="*/ 73479 w 183729"/>
              <a:gd name="connsiteY5" fmla="*/ 713014 h 724741"/>
              <a:gd name="connsiteX6" fmla="*/ 29936 w 183729"/>
              <a:gd name="connsiteY6" fmla="*/ 718457 h 724741"/>
              <a:gd name="connsiteX7" fmla="*/ 0 w 183729"/>
              <a:gd name="connsiteY7" fmla="*/ 655864 h 724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3729" h="724741">
                <a:moveTo>
                  <a:pt x="133350" y="0"/>
                </a:moveTo>
                <a:cubicBezTo>
                  <a:pt x="152626" y="51480"/>
                  <a:pt x="171903" y="102961"/>
                  <a:pt x="179614" y="146957"/>
                </a:cubicBezTo>
                <a:cubicBezTo>
                  <a:pt x="187325" y="190953"/>
                  <a:pt x="182335" y="218167"/>
                  <a:pt x="179614" y="263978"/>
                </a:cubicBezTo>
                <a:cubicBezTo>
                  <a:pt x="176893" y="309789"/>
                  <a:pt x="172357" y="360135"/>
                  <a:pt x="163286" y="421821"/>
                </a:cubicBezTo>
                <a:cubicBezTo>
                  <a:pt x="154215" y="483507"/>
                  <a:pt x="140154" y="585561"/>
                  <a:pt x="125186" y="634093"/>
                </a:cubicBezTo>
                <a:cubicBezTo>
                  <a:pt x="110218" y="682625"/>
                  <a:pt x="89354" y="698953"/>
                  <a:pt x="73479" y="713014"/>
                </a:cubicBezTo>
                <a:cubicBezTo>
                  <a:pt x="57604" y="727075"/>
                  <a:pt x="42183" y="727982"/>
                  <a:pt x="29936" y="718457"/>
                </a:cubicBezTo>
                <a:cubicBezTo>
                  <a:pt x="17689" y="708932"/>
                  <a:pt x="8844" y="682398"/>
                  <a:pt x="0" y="6558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reeform: Shape 40"/>
          <p:cNvSpPr/>
          <p:nvPr/>
        </p:nvSpPr>
        <p:spPr>
          <a:xfrm>
            <a:off x="6501493" y="3492137"/>
            <a:ext cx="249033" cy="884222"/>
          </a:xfrm>
          <a:custGeom>
            <a:avLst/>
            <a:gdLst>
              <a:gd name="connsiteX0" fmla="*/ 185057 w 249033"/>
              <a:gd name="connsiteY0" fmla="*/ 0 h 865716"/>
              <a:gd name="connsiteX1" fmla="*/ 247650 w 249033"/>
              <a:gd name="connsiteY1" fmla="*/ 206828 h 865716"/>
              <a:gd name="connsiteX2" fmla="*/ 223157 w 249033"/>
              <a:gd name="connsiteY2" fmla="*/ 446314 h 865716"/>
              <a:gd name="connsiteX3" fmla="*/ 163286 w 249033"/>
              <a:gd name="connsiteY3" fmla="*/ 737507 h 865716"/>
              <a:gd name="connsiteX4" fmla="*/ 78921 w 249033"/>
              <a:gd name="connsiteY4" fmla="*/ 857250 h 865716"/>
              <a:gd name="connsiteX5" fmla="*/ 0 w 249033"/>
              <a:gd name="connsiteY5" fmla="*/ 846364 h 86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033" h="865716">
                <a:moveTo>
                  <a:pt x="185057" y="0"/>
                </a:moveTo>
                <a:cubicBezTo>
                  <a:pt x="213178" y="66221"/>
                  <a:pt x="241300" y="132442"/>
                  <a:pt x="247650" y="206828"/>
                </a:cubicBezTo>
                <a:cubicBezTo>
                  <a:pt x="254000" y="281214"/>
                  <a:pt x="237218" y="357867"/>
                  <a:pt x="223157" y="446314"/>
                </a:cubicBezTo>
                <a:cubicBezTo>
                  <a:pt x="209096" y="534761"/>
                  <a:pt x="187325" y="669018"/>
                  <a:pt x="163286" y="737507"/>
                </a:cubicBezTo>
                <a:cubicBezTo>
                  <a:pt x="139247" y="805996"/>
                  <a:pt x="106135" y="839107"/>
                  <a:pt x="78921" y="857250"/>
                </a:cubicBezTo>
                <a:cubicBezTo>
                  <a:pt x="51707" y="875393"/>
                  <a:pt x="25853" y="860878"/>
                  <a:pt x="0" y="8463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Freeform: Shape 41"/>
          <p:cNvSpPr/>
          <p:nvPr/>
        </p:nvSpPr>
        <p:spPr>
          <a:xfrm>
            <a:off x="6463393" y="3582895"/>
            <a:ext cx="157171" cy="652031"/>
          </a:xfrm>
          <a:custGeom>
            <a:avLst/>
            <a:gdLst>
              <a:gd name="connsiteX0" fmla="*/ 97971 w 157171"/>
              <a:gd name="connsiteY0" fmla="*/ 0 h 615426"/>
              <a:gd name="connsiteX1" fmla="*/ 155121 w 157171"/>
              <a:gd name="connsiteY1" fmla="*/ 168729 h 615426"/>
              <a:gd name="connsiteX2" fmla="*/ 138793 w 157171"/>
              <a:gd name="connsiteY2" fmla="*/ 391886 h 615426"/>
              <a:gd name="connsiteX3" fmla="*/ 84364 w 157171"/>
              <a:gd name="connsiteY3" fmla="*/ 576943 h 615426"/>
              <a:gd name="connsiteX4" fmla="*/ 46264 w 157171"/>
              <a:gd name="connsiteY4" fmla="*/ 615043 h 615426"/>
              <a:gd name="connsiteX5" fmla="*/ 0 w 157171"/>
              <a:gd name="connsiteY5" fmla="*/ 593271 h 61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171" h="615426">
                <a:moveTo>
                  <a:pt x="97971" y="0"/>
                </a:moveTo>
                <a:cubicBezTo>
                  <a:pt x="123144" y="51707"/>
                  <a:pt x="148317" y="103415"/>
                  <a:pt x="155121" y="168729"/>
                </a:cubicBezTo>
                <a:cubicBezTo>
                  <a:pt x="161925" y="234043"/>
                  <a:pt x="150586" y="323850"/>
                  <a:pt x="138793" y="391886"/>
                </a:cubicBezTo>
                <a:cubicBezTo>
                  <a:pt x="127000" y="459922"/>
                  <a:pt x="99785" y="539750"/>
                  <a:pt x="84364" y="576943"/>
                </a:cubicBezTo>
                <a:cubicBezTo>
                  <a:pt x="68943" y="614136"/>
                  <a:pt x="60325" y="612322"/>
                  <a:pt x="46264" y="615043"/>
                </a:cubicBezTo>
                <a:cubicBezTo>
                  <a:pt x="32203" y="617764"/>
                  <a:pt x="16101" y="605517"/>
                  <a:pt x="0" y="59327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reeform: Shape 43"/>
          <p:cNvSpPr/>
          <p:nvPr/>
        </p:nvSpPr>
        <p:spPr>
          <a:xfrm>
            <a:off x="6452507" y="3679360"/>
            <a:ext cx="122877" cy="513036"/>
          </a:xfrm>
          <a:custGeom>
            <a:avLst/>
            <a:gdLst>
              <a:gd name="connsiteX0" fmla="*/ 35379 w 122877"/>
              <a:gd name="connsiteY0" fmla="*/ 95261 h 513036"/>
              <a:gd name="connsiteX1" fmla="*/ 92529 w 122877"/>
              <a:gd name="connsiteY1" fmla="*/ 11 h 513036"/>
              <a:gd name="connsiteX2" fmla="*/ 117022 w 122877"/>
              <a:gd name="connsiteY2" fmla="*/ 89819 h 513036"/>
              <a:gd name="connsiteX3" fmla="*/ 119743 w 122877"/>
              <a:gd name="connsiteY3" fmla="*/ 231333 h 513036"/>
              <a:gd name="connsiteX4" fmla="*/ 78922 w 122877"/>
              <a:gd name="connsiteY4" fmla="*/ 424554 h 513036"/>
              <a:gd name="connsiteX5" fmla="*/ 59872 w 122877"/>
              <a:gd name="connsiteY5" fmla="*/ 484426 h 513036"/>
              <a:gd name="connsiteX6" fmla="*/ 40822 w 122877"/>
              <a:gd name="connsiteY6" fmla="*/ 511640 h 513036"/>
              <a:gd name="connsiteX7" fmla="*/ 0 w 122877"/>
              <a:gd name="connsiteY7" fmla="*/ 443604 h 51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877" h="513036">
                <a:moveTo>
                  <a:pt x="35379" y="95261"/>
                </a:moveTo>
                <a:cubicBezTo>
                  <a:pt x="57150" y="48089"/>
                  <a:pt x="78922" y="918"/>
                  <a:pt x="92529" y="11"/>
                </a:cubicBezTo>
                <a:cubicBezTo>
                  <a:pt x="106136" y="-896"/>
                  <a:pt x="112486" y="51265"/>
                  <a:pt x="117022" y="89819"/>
                </a:cubicBezTo>
                <a:cubicBezTo>
                  <a:pt x="121558" y="128373"/>
                  <a:pt x="126093" y="175544"/>
                  <a:pt x="119743" y="231333"/>
                </a:cubicBezTo>
                <a:cubicBezTo>
                  <a:pt x="113393" y="287122"/>
                  <a:pt x="88901" y="382372"/>
                  <a:pt x="78922" y="424554"/>
                </a:cubicBezTo>
                <a:cubicBezTo>
                  <a:pt x="68943" y="466736"/>
                  <a:pt x="66222" y="469912"/>
                  <a:pt x="59872" y="484426"/>
                </a:cubicBezTo>
                <a:cubicBezTo>
                  <a:pt x="53522" y="498940"/>
                  <a:pt x="50801" y="518444"/>
                  <a:pt x="40822" y="511640"/>
                </a:cubicBezTo>
                <a:cubicBezTo>
                  <a:pt x="30843" y="504836"/>
                  <a:pt x="15421" y="474220"/>
                  <a:pt x="0" y="44360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502" y="1459134"/>
            <a:ext cx="5855581" cy="358303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3947375" y="726480"/>
            <a:ext cx="2998687" cy="18106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946062" y="728167"/>
            <a:ext cx="9337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687910" y="1607458"/>
            <a:ext cx="2280308" cy="929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957102" y="1601018"/>
            <a:ext cx="933718" cy="6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H="1">
            <a:off x="4880429" y="2465256"/>
            <a:ext cx="1956643" cy="2924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826704" y="2465257"/>
            <a:ext cx="10641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</p:cNvCxnSpPr>
          <p:nvPr/>
        </p:nvCxnSpPr>
        <p:spPr>
          <a:xfrm flipH="1" flipV="1">
            <a:off x="4989286" y="2821214"/>
            <a:ext cx="1847786" cy="5051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826704" y="3326397"/>
            <a:ext cx="10744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7022645" y="4158634"/>
            <a:ext cx="8571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>
          <a:xfrm flipH="1" flipV="1">
            <a:off x="4385129" y="2717800"/>
            <a:ext cx="2652485" cy="14408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4327071" y="3799268"/>
            <a:ext cx="2710543" cy="11779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022646" y="4977255"/>
            <a:ext cx="857135" cy="12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854272" y="413455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7" name="Oval 56"/>
          <p:cNvSpPr/>
          <p:nvPr/>
        </p:nvSpPr>
        <p:spPr>
          <a:xfrm>
            <a:off x="7854272" y="2144934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8" name="Oval 57"/>
          <p:cNvSpPr/>
          <p:nvPr/>
        </p:nvSpPr>
        <p:spPr>
          <a:xfrm>
            <a:off x="7854272" y="1285668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7854272" y="3017147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7854272" y="3847020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1" name="Oval 60"/>
          <p:cNvSpPr/>
          <p:nvPr/>
        </p:nvSpPr>
        <p:spPr>
          <a:xfrm>
            <a:off x="7854272" y="4676894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502" y="1459134"/>
            <a:ext cx="5855581" cy="3583037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>
            <a:off x="4687910" y="1607458"/>
            <a:ext cx="2280308" cy="929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957102" y="1601018"/>
            <a:ext cx="933718" cy="6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H="1">
            <a:off x="4880429" y="2465256"/>
            <a:ext cx="1956643" cy="2924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826704" y="2465257"/>
            <a:ext cx="10641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7074800" y="3486533"/>
            <a:ext cx="8571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>
          <a:xfrm flipH="1" flipV="1">
            <a:off x="4385129" y="2705135"/>
            <a:ext cx="2689671" cy="7811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 flipH="1" flipV="1">
            <a:off x="4327071" y="3799268"/>
            <a:ext cx="2710543" cy="6723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037614" y="4471659"/>
            <a:ext cx="857135" cy="12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854272" y="2144934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8" name="Oval 57"/>
          <p:cNvSpPr/>
          <p:nvPr/>
        </p:nvSpPr>
        <p:spPr>
          <a:xfrm>
            <a:off x="7854272" y="1285668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0" name="Oval 59"/>
          <p:cNvSpPr/>
          <p:nvPr/>
        </p:nvSpPr>
        <p:spPr>
          <a:xfrm>
            <a:off x="7854272" y="3173217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1" name="Oval 60"/>
          <p:cNvSpPr/>
          <p:nvPr/>
        </p:nvSpPr>
        <p:spPr>
          <a:xfrm>
            <a:off x="7854272" y="4158634"/>
            <a:ext cx="624114" cy="626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9343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16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4</cp:revision>
  <dcterms:created xsi:type="dcterms:W3CDTF">2024-05-31T09:10:00Z</dcterms:created>
  <dcterms:modified xsi:type="dcterms:W3CDTF">2024-06-03T17:50:48Z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3EF464F9B45F49BDA463D83D5D6E96C8_12</vt:lpwstr>
  </property>
  <property fmtid="{D5CDD505-2E9C-101B-9397-08002B2CF9AE}" pid="3" name="KSOProductBuildVer">
    <vt:lpwstr>1033-12.2.0.16909</vt:lpwstr>
  </property>
</Properties>
</file>