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62" r:id="rId3"/>
    <p:sldId id="263" r:id="rId4"/>
    <p:sldId id="264" r:id="rId5"/>
    <p:sldId id="265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1111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70F67-3838-4028-B7E1-FC069465759A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5BCD2-718F-4FA9-9D1B-0CE2202449F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ukes\OneDrive\Pictures\Screenshots\Screenshot 2024-03-30 064638.pngScreenshot 2024-03-30 064638"/>
          <p:cNvPicPr>
            <a:picLocks noChangeAspect="1"/>
          </p:cNvPicPr>
          <p:nvPr/>
        </p:nvPicPr>
        <p:blipFill>
          <a:blip r:embed="rId2"/>
          <a:srcRect t="6145" b="6145"/>
          <a:stretch>
            <a:fillRect/>
          </a:stretch>
        </p:blipFill>
        <p:spPr>
          <a:xfrm>
            <a:off x="124" y="1055951"/>
            <a:ext cx="8070983" cy="5598269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4475994" y="2848339"/>
            <a:ext cx="9525" cy="10490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793071" y="2942862"/>
            <a:ext cx="562610" cy="1100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85740" y="230156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 descr="C:\Users\sukes\OneDrive\Pictures\Screenshots\Screenshot 2024-03-30 063351.pngScreenshot 2024-03-30 063351"/>
          <p:cNvPicPr>
            <a:picLocks noChangeAspect="1"/>
          </p:cNvPicPr>
          <p:nvPr/>
        </p:nvPicPr>
        <p:blipFill>
          <a:blip r:embed="rId3"/>
          <a:srcRect l="1015" r="1015"/>
          <a:stretch>
            <a:fillRect/>
          </a:stretch>
        </p:blipFill>
        <p:spPr>
          <a:xfrm>
            <a:off x="4552963" y="2516999"/>
            <a:ext cx="779953" cy="483526"/>
          </a:xfrm>
          <a:prstGeom prst="rect">
            <a:avLst/>
          </a:prstGeom>
        </p:spPr>
      </p:pic>
      <p:sp>
        <p:nvSpPr>
          <p:cNvPr id="31" name="Freeform: Shape 30"/>
          <p:cNvSpPr/>
          <p:nvPr/>
        </p:nvSpPr>
        <p:spPr>
          <a:xfrm>
            <a:off x="3068320" y="2517775"/>
            <a:ext cx="1468120" cy="1275715"/>
          </a:xfrm>
          <a:custGeom>
            <a:avLst/>
            <a:gdLst>
              <a:gd name="connsiteX0" fmla="*/ 6960 w 1367674"/>
              <a:gd name="connsiteY0" fmla="*/ 0 h 1257300"/>
              <a:gd name="connsiteX1" fmla="*/ 64110 w 1367674"/>
              <a:gd name="connsiteY1" fmla="*/ 685800 h 1257300"/>
              <a:gd name="connsiteX2" fmla="*/ 472324 w 1367674"/>
              <a:gd name="connsiteY2" fmla="*/ 1039586 h 1257300"/>
              <a:gd name="connsiteX3" fmla="*/ 1367674 w 1367674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674" h="1257300">
                <a:moveTo>
                  <a:pt x="6960" y="0"/>
                </a:moveTo>
                <a:cubicBezTo>
                  <a:pt x="-3246" y="256268"/>
                  <a:pt x="-13451" y="512536"/>
                  <a:pt x="64110" y="685800"/>
                </a:cubicBezTo>
                <a:cubicBezTo>
                  <a:pt x="141671" y="859064"/>
                  <a:pt x="255063" y="944336"/>
                  <a:pt x="472324" y="1039586"/>
                </a:cubicBezTo>
                <a:cubicBezTo>
                  <a:pt x="689585" y="1134836"/>
                  <a:pt x="1220263" y="1220561"/>
                  <a:pt x="1367674" y="12573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Straight Connector 53"/>
          <p:cNvCxnSpPr/>
          <p:nvPr/>
        </p:nvCxnSpPr>
        <p:spPr>
          <a:xfrm flipV="1">
            <a:off x="3051472" y="650634"/>
            <a:ext cx="1887855" cy="9632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939048" y="650383"/>
            <a:ext cx="2118575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3486331" y="1937476"/>
            <a:ext cx="1395095" cy="1468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4881679" y="1937403"/>
            <a:ext cx="2096064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847302" y="2643669"/>
            <a:ext cx="2098040" cy="558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057623" y="379839"/>
            <a:ext cx="542368" cy="5208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Oval 78"/>
          <p:cNvSpPr/>
          <p:nvPr/>
        </p:nvSpPr>
        <p:spPr>
          <a:xfrm>
            <a:off x="6977743" y="1643068"/>
            <a:ext cx="580335" cy="575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Oval 79"/>
          <p:cNvSpPr/>
          <p:nvPr/>
        </p:nvSpPr>
        <p:spPr>
          <a:xfrm>
            <a:off x="6935830" y="2481843"/>
            <a:ext cx="580335" cy="57209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ukes\OneDrive\Pictures\Screenshots\Screenshot 2024-03-30 064638.pngScreenshot 2024-03-30 064638"/>
          <p:cNvPicPr>
            <a:picLocks noChangeAspect="1"/>
          </p:cNvPicPr>
          <p:nvPr/>
        </p:nvPicPr>
        <p:blipFill>
          <a:blip r:embed="rId2"/>
          <a:srcRect t="6145" b="6145"/>
          <a:stretch>
            <a:fillRect/>
          </a:stretch>
        </p:blipFill>
        <p:spPr>
          <a:xfrm>
            <a:off x="0" y="1014336"/>
            <a:ext cx="8070983" cy="5598269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4475994" y="2848339"/>
            <a:ext cx="9525" cy="10490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793071" y="2942862"/>
            <a:ext cx="562610" cy="1100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85740" y="230156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 descr="C:\Users\sukes\OneDrive\Pictures\Screenshots\Screenshot 2024-03-30 063351.pngScreenshot 2024-03-30 063351"/>
          <p:cNvPicPr>
            <a:picLocks noChangeAspect="1"/>
          </p:cNvPicPr>
          <p:nvPr/>
        </p:nvPicPr>
        <p:blipFill>
          <a:blip r:embed="rId3"/>
          <a:srcRect l="1015" r="1015"/>
          <a:stretch>
            <a:fillRect/>
          </a:stretch>
        </p:blipFill>
        <p:spPr>
          <a:xfrm>
            <a:off x="4552963" y="2516999"/>
            <a:ext cx="779953" cy="483526"/>
          </a:xfrm>
          <a:prstGeom prst="rect">
            <a:avLst/>
          </a:prstGeom>
        </p:spPr>
      </p:pic>
      <p:sp>
        <p:nvSpPr>
          <p:cNvPr id="31" name="Freeform: Shape 30"/>
          <p:cNvSpPr/>
          <p:nvPr/>
        </p:nvSpPr>
        <p:spPr>
          <a:xfrm>
            <a:off x="3068320" y="2517775"/>
            <a:ext cx="1461878" cy="1379584"/>
          </a:xfrm>
          <a:custGeom>
            <a:avLst/>
            <a:gdLst>
              <a:gd name="connsiteX0" fmla="*/ 6960 w 1367674"/>
              <a:gd name="connsiteY0" fmla="*/ 0 h 1257300"/>
              <a:gd name="connsiteX1" fmla="*/ 64110 w 1367674"/>
              <a:gd name="connsiteY1" fmla="*/ 685800 h 1257300"/>
              <a:gd name="connsiteX2" fmla="*/ 472324 w 1367674"/>
              <a:gd name="connsiteY2" fmla="*/ 1039586 h 1257300"/>
              <a:gd name="connsiteX3" fmla="*/ 1367674 w 1367674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674" h="1257300">
                <a:moveTo>
                  <a:pt x="6960" y="0"/>
                </a:moveTo>
                <a:cubicBezTo>
                  <a:pt x="-3246" y="256268"/>
                  <a:pt x="-13451" y="512536"/>
                  <a:pt x="64110" y="685800"/>
                </a:cubicBezTo>
                <a:cubicBezTo>
                  <a:pt x="141671" y="859064"/>
                  <a:pt x="255063" y="944336"/>
                  <a:pt x="472324" y="1039586"/>
                </a:cubicBezTo>
                <a:cubicBezTo>
                  <a:pt x="689585" y="1134836"/>
                  <a:pt x="1220263" y="1220561"/>
                  <a:pt x="1367674" y="125730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939048" y="650383"/>
            <a:ext cx="2118575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3486331" y="1937476"/>
            <a:ext cx="1395095" cy="1468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4881679" y="1937403"/>
            <a:ext cx="2096064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847302" y="2643669"/>
            <a:ext cx="2098040" cy="558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057623" y="379839"/>
            <a:ext cx="542368" cy="5208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Oval 78"/>
          <p:cNvSpPr/>
          <p:nvPr/>
        </p:nvSpPr>
        <p:spPr>
          <a:xfrm>
            <a:off x="6977743" y="1643068"/>
            <a:ext cx="580335" cy="575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Oval 79"/>
          <p:cNvSpPr/>
          <p:nvPr/>
        </p:nvSpPr>
        <p:spPr>
          <a:xfrm>
            <a:off x="6935830" y="2481843"/>
            <a:ext cx="580335" cy="57209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103AB9-C54A-D8A4-A61D-CED5E706064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068320" y="719605"/>
            <a:ext cx="674288" cy="7153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5B52C-0758-C94F-E9DB-2B90BBB90A18}"/>
              </a:ext>
            </a:extLst>
          </p:cNvPr>
          <p:cNvCxnSpPr>
            <a:cxnSpLocks/>
          </p:cNvCxnSpPr>
          <p:nvPr/>
        </p:nvCxnSpPr>
        <p:spPr>
          <a:xfrm flipV="1">
            <a:off x="3153725" y="1513114"/>
            <a:ext cx="977404" cy="277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F7D59C2-F2D7-65F0-A662-47726AB7825F}"/>
              </a:ext>
            </a:extLst>
          </p:cNvPr>
          <p:cNvSpPr/>
          <p:nvPr/>
        </p:nvSpPr>
        <p:spPr>
          <a:xfrm>
            <a:off x="3616779" y="583460"/>
            <a:ext cx="859215" cy="92965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90191B-AAE5-DB49-5E83-DFF21A102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04" y="782509"/>
            <a:ext cx="549961" cy="61248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73F0A5-D414-D7A3-322B-17E0B9558C54}"/>
              </a:ext>
            </a:extLst>
          </p:cNvPr>
          <p:cNvCxnSpPr>
            <a:cxnSpLocks/>
          </p:cNvCxnSpPr>
          <p:nvPr/>
        </p:nvCxnSpPr>
        <p:spPr>
          <a:xfrm flipV="1">
            <a:off x="4035491" y="640247"/>
            <a:ext cx="929252" cy="301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57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ukes\OneDrive\Pictures\Screenshots\Screenshot 2024-03-30 064638.pngScreenshot 2024-03-30 064638"/>
          <p:cNvPicPr>
            <a:picLocks noChangeAspect="1"/>
          </p:cNvPicPr>
          <p:nvPr/>
        </p:nvPicPr>
        <p:blipFill>
          <a:blip r:embed="rId2"/>
          <a:srcRect t="6145" b="6145"/>
          <a:stretch>
            <a:fillRect/>
          </a:stretch>
        </p:blipFill>
        <p:spPr>
          <a:xfrm>
            <a:off x="0" y="1014336"/>
            <a:ext cx="8070983" cy="5598269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4475994" y="2848339"/>
            <a:ext cx="9525" cy="10490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793071" y="2942862"/>
            <a:ext cx="562610" cy="1100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85740" y="230156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 descr="C:\Users\sukes\OneDrive\Pictures\Screenshots\Screenshot 2024-03-30 063351.pngScreenshot 2024-03-30 063351"/>
          <p:cNvPicPr>
            <a:picLocks noChangeAspect="1"/>
          </p:cNvPicPr>
          <p:nvPr/>
        </p:nvPicPr>
        <p:blipFill>
          <a:blip r:embed="rId3"/>
          <a:srcRect l="1015" r="1015"/>
          <a:stretch>
            <a:fillRect/>
          </a:stretch>
        </p:blipFill>
        <p:spPr>
          <a:xfrm>
            <a:off x="4552963" y="2516999"/>
            <a:ext cx="779953" cy="483526"/>
          </a:xfrm>
          <a:prstGeom prst="rect">
            <a:avLst/>
          </a:prstGeom>
        </p:spPr>
      </p:pic>
      <p:sp>
        <p:nvSpPr>
          <p:cNvPr id="31" name="Freeform: Shape 30"/>
          <p:cNvSpPr/>
          <p:nvPr/>
        </p:nvSpPr>
        <p:spPr>
          <a:xfrm>
            <a:off x="3068320" y="2517775"/>
            <a:ext cx="1461878" cy="1379584"/>
          </a:xfrm>
          <a:custGeom>
            <a:avLst/>
            <a:gdLst>
              <a:gd name="connsiteX0" fmla="*/ 6960 w 1367674"/>
              <a:gd name="connsiteY0" fmla="*/ 0 h 1257300"/>
              <a:gd name="connsiteX1" fmla="*/ 64110 w 1367674"/>
              <a:gd name="connsiteY1" fmla="*/ 685800 h 1257300"/>
              <a:gd name="connsiteX2" fmla="*/ 472324 w 1367674"/>
              <a:gd name="connsiteY2" fmla="*/ 1039586 h 1257300"/>
              <a:gd name="connsiteX3" fmla="*/ 1367674 w 1367674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674" h="1257300">
                <a:moveTo>
                  <a:pt x="6960" y="0"/>
                </a:moveTo>
                <a:cubicBezTo>
                  <a:pt x="-3246" y="256268"/>
                  <a:pt x="-13451" y="512536"/>
                  <a:pt x="64110" y="685800"/>
                </a:cubicBezTo>
                <a:cubicBezTo>
                  <a:pt x="141671" y="859064"/>
                  <a:pt x="255063" y="944336"/>
                  <a:pt x="472324" y="1039586"/>
                </a:cubicBezTo>
                <a:cubicBezTo>
                  <a:pt x="689585" y="1134836"/>
                  <a:pt x="1220263" y="1220561"/>
                  <a:pt x="1367674" y="125730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939048" y="650383"/>
            <a:ext cx="2118575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3486331" y="1937476"/>
            <a:ext cx="1395095" cy="1468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4881679" y="1937403"/>
            <a:ext cx="2096064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847302" y="2643669"/>
            <a:ext cx="2098040" cy="558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057623" y="379839"/>
            <a:ext cx="542368" cy="5208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Oval 78"/>
          <p:cNvSpPr/>
          <p:nvPr/>
        </p:nvSpPr>
        <p:spPr>
          <a:xfrm>
            <a:off x="6977743" y="1643068"/>
            <a:ext cx="580335" cy="575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Oval 79"/>
          <p:cNvSpPr/>
          <p:nvPr/>
        </p:nvSpPr>
        <p:spPr>
          <a:xfrm>
            <a:off x="6935830" y="2481843"/>
            <a:ext cx="580335" cy="57209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103AB9-C54A-D8A4-A61D-CED5E706064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068320" y="719605"/>
            <a:ext cx="674288" cy="7153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5B52C-0758-C94F-E9DB-2B90BBB90A18}"/>
              </a:ext>
            </a:extLst>
          </p:cNvPr>
          <p:cNvCxnSpPr>
            <a:cxnSpLocks/>
          </p:cNvCxnSpPr>
          <p:nvPr/>
        </p:nvCxnSpPr>
        <p:spPr>
          <a:xfrm flipV="1">
            <a:off x="3153725" y="1513114"/>
            <a:ext cx="977404" cy="277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F7D59C2-F2D7-65F0-A662-47726AB7825F}"/>
              </a:ext>
            </a:extLst>
          </p:cNvPr>
          <p:cNvSpPr/>
          <p:nvPr/>
        </p:nvSpPr>
        <p:spPr>
          <a:xfrm>
            <a:off x="3616779" y="583460"/>
            <a:ext cx="859215" cy="92965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90191B-AAE5-DB49-5E83-DFF21A102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04" y="782509"/>
            <a:ext cx="549961" cy="61248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73F0A5-D414-D7A3-322B-17E0B9558C54}"/>
              </a:ext>
            </a:extLst>
          </p:cNvPr>
          <p:cNvCxnSpPr>
            <a:cxnSpLocks/>
          </p:cNvCxnSpPr>
          <p:nvPr/>
        </p:nvCxnSpPr>
        <p:spPr>
          <a:xfrm flipV="1">
            <a:off x="4035491" y="640247"/>
            <a:ext cx="929252" cy="301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70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ukes\OneDrive\Pictures\Screenshots\Screenshot 2024-03-30 064638.pngScreenshot 2024-03-30 064638"/>
          <p:cNvPicPr>
            <a:picLocks noChangeAspect="1"/>
          </p:cNvPicPr>
          <p:nvPr/>
        </p:nvPicPr>
        <p:blipFill>
          <a:blip r:embed="rId2"/>
          <a:srcRect t="6145" b="6145"/>
          <a:stretch>
            <a:fillRect/>
          </a:stretch>
        </p:blipFill>
        <p:spPr>
          <a:xfrm>
            <a:off x="0" y="1014336"/>
            <a:ext cx="8070983" cy="5598269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/>
        </p:nvCxnSpPr>
        <p:spPr>
          <a:xfrm flipV="1">
            <a:off x="4475994" y="3053942"/>
            <a:ext cx="678011" cy="84341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4793882" y="3757305"/>
            <a:ext cx="804721" cy="1914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75867" y="2865308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 descr="C:\Users\sukes\OneDrive\Pictures\Screenshots\Screenshot 2024-03-30 063351.pngScreenshot 2024-03-30 063351"/>
          <p:cNvPicPr>
            <a:picLocks noChangeAspect="1"/>
          </p:cNvPicPr>
          <p:nvPr/>
        </p:nvPicPr>
        <p:blipFill>
          <a:blip r:embed="rId3"/>
          <a:srcRect l="1015" r="1015"/>
          <a:stretch>
            <a:fillRect/>
          </a:stretch>
        </p:blipFill>
        <p:spPr>
          <a:xfrm>
            <a:off x="5143090" y="3092916"/>
            <a:ext cx="779953" cy="483526"/>
          </a:xfrm>
          <a:prstGeom prst="rect">
            <a:avLst/>
          </a:prstGeom>
        </p:spPr>
      </p:pic>
      <p:sp>
        <p:nvSpPr>
          <p:cNvPr id="31" name="Freeform: Shape 30"/>
          <p:cNvSpPr/>
          <p:nvPr/>
        </p:nvSpPr>
        <p:spPr>
          <a:xfrm>
            <a:off x="3068320" y="2481843"/>
            <a:ext cx="1461878" cy="1415516"/>
          </a:xfrm>
          <a:custGeom>
            <a:avLst/>
            <a:gdLst>
              <a:gd name="connsiteX0" fmla="*/ 6960 w 1367674"/>
              <a:gd name="connsiteY0" fmla="*/ 0 h 1257300"/>
              <a:gd name="connsiteX1" fmla="*/ 64110 w 1367674"/>
              <a:gd name="connsiteY1" fmla="*/ 685800 h 1257300"/>
              <a:gd name="connsiteX2" fmla="*/ 472324 w 1367674"/>
              <a:gd name="connsiteY2" fmla="*/ 1039586 h 1257300"/>
              <a:gd name="connsiteX3" fmla="*/ 1367674 w 1367674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674" h="1257300">
                <a:moveTo>
                  <a:pt x="6960" y="0"/>
                </a:moveTo>
                <a:cubicBezTo>
                  <a:pt x="-3246" y="256268"/>
                  <a:pt x="-13451" y="512536"/>
                  <a:pt x="64110" y="685800"/>
                </a:cubicBezTo>
                <a:cubicBezTo>
                  <a:pt x="141671" y="859064"/>
                  <a:pt x="255063" y="944336"/>
                  <a:pt x="472324" y="1039586"/>
                </a:cubicBezTo>
                <a:cubicBezTo>
                  <a:pt x="689585" y="1134836"/>
                  <a:pt x="1220263" y="1220561"/>
                  <a:pt x="1367674" y="125730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939048" y="650383"/>
            <a:ext cx="2118575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cxnSpLocks/>
          </p:cNvCxnSpPr>
          <p:nvPr/>
        </p:nvCxnSpPr>
        <p:spPr>
          <a:xfrm>
            <a:off x="4933367" y="2135318"/>
            <a:ext cx="21128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cxnSpLocks/>
            <a:endCxn id="80" idx="2"/>
          </p:cNvCxnSpPr>
          <p:nvPr/>
        </p:nvCxnSpPr>
        <p:spPr>
          <a:xfrm>
            <a:off x="5468043" y="3201803"/>
            <a:ext cx="1511771" cy="515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046260" y="429390"/>
            <a:ext cx="584311" cy="5756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Oval 78"/>
          <p:cNvSpPr/>
          <p:nvPr/>
        </p:nvSpPr>
        <p:spPr>
          <a:xfrm>
            <a:off x="7046260" y="1850933"/>
            <a:ext cx="626253" cy="575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Oval 79"/>
          <p:cNvSpPr/>
          <p:nvPr/>
        </p:nvSpPr>
        <p:spPr>
          <a:xfrm>
            <a:off x="6979814" y="2915754"/>
            <a:ext cx="650757" cy="6752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103AB9-C54A-D8A4-A61D-CED5E706064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068320" y="719605"/>
            <a:ext cx="674288" cy="7153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5B52C-0758-C94F-E9DB-2B90BBB90A18}"/>
              </a:ext>
            </a:extLst>
          </p:cNvPr>
          <p:cNvCxnSpPr>
            <a:cxnSpLocks/>
          </p:cNvCxnSpPr>
          <p:nvPr/>
        </p:nvCxnSpPr>
        <p:spPr>
          <a:xfrm flipV="1">
            <a:off x="3153725" y="1513114"/>
            <a:ext cx="977404" cy="277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F7D59C2-F2D7-65F0-A662-47726AB7825F}"/>
              </a:ext>
            </a:extLst>
          </p:cNvPr>
          <p:cNvSpPr/>
          <p:nvPr/>
        </p:nvSpPr>
        <p:spPr>
          <a:xfrm>
            <a:off x="3616779" y="583460"/>
            <a:ext cx="859215" cy="92965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90191B-AAE5-DB49-5E83-DFF21A102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04" y="782509"/>
            <a:ext cx="549961" cy="61248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73F0A5-D414-D7A3-322B-17E0B9558C54}"/>
              </a:ext>
            </a:extLst>
          </p:cNvPr>
          <p:cNvCxnSpPr>
            <a:cxnSpLocks/>
          </p:cNvCxnSpPr>
          <p:nvPr/>
        </p:nvCxnSpPr>
        <p:spPr>
          <a:xfrm flipV="1">
            <a:off x="4035491" y="640247"/>
            <a:ext cx="929252" cy="301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044E9E-91EA-FCAF-F790-8B5CA47C41D0}"/>
              </a:ext>
            </a:extLst>
          </p:cNvPr>
          <p:cNvCxnSpPr>
            <a:cxnSpLocks/>
          </p:cNvCxnSpPr>
          <p:nvPr/>
        </p:nvCxnSpPr>
        <p:spPr>
          <a:xfrm flipV="1">
            <a:off x="3478924" y="2481843"/>
            <a:ext cx="320335" cy="7763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FAA1C1-49AF-1595-4A33-5D6C649D9649}"/>
              </a:ext>
            </a:extLst>
          </p:cNvPr>
          <p:cNvCxnSpPr>
            <a:cxnSpLocks/>
          </p:cNvCxnSpPr>
          <p:nvPr/>
        </p:nvCxnSpPr>
        <p:spPr>
          <a:xfrm flipV="1">
            <a:off x="3799259" y="2980621"/>
            <a:ext cx="535406" cy="3912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D7ED478-E75C-14B7-89BD-A57C835FE271}"/>
              </a:ext>
            </a:extLst>
          </p:cNvPr>
          <p:cNvSpPr/>
          <p:nvPr/>
        </p:nvSpPr>
        <p:spPr>
          <a:xfrm>
            <a:off x="3774114" y="2186739"/>
            <a:ext cx="859214" cy="83084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AD67ED-3300-AECE-949A-740E662595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835" y="2246538"/>
            <a:ext cx="398830" cy="697721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AD76BD-FD0D-62C1-2758-9A3076539843}"/>
              </a:ext>
            </a:extLst>
          </p:cNvPr>
          <p:cNvCxnSpPr>
            <a:cxnSpLocks/>
          </p:cNvCxnSpPr>
          <p:nvPr/>
        </p:nvCxnSpPr>
        <p:spPr>
          <a:xfrm flipV="1">
            <a:off x="4203721" y="2135318"/>
            <a:ext cx="735327" cy="582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2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sukes\OneDrive\Pictures\Screenshots\Screenshot 2024-03-30 064638.pngScreenshot 2024-03-30 064638"/>
          <p:cNvPicPr>
            <a:picLocks noChangeAspect="1"/>
          </p:cNvPicPr>
          <p:nvPr/>
        </p:nvPicPr>
        <p:blipFill>
          <a:blip r:embed="rId2"/>
          <a:srcRect t="6145" b="6145"/>
          <a:stretch>
            <a:fillRect/>
          </a:stretch>
        </p:blipFill>
        <p:spPr>
          <a:xfrm>
            <a:off x="0" y="1014336"/>
            <a:ext cx="8070983" cy="5598269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/>
        </p:nvCxnSpPr>
        <p:spPr>
          <a:xfrm flipV="1">
            <a:off x="4475994" y="3053942"/>
            <a:ext cx="678011" cy="84341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4793882" y="3757305"/>
            <a:ext cx="804721" cy="1914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75867" y="2865308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 descr="C:\Users\sukes\OneDrive\Pictures\Screenshots\Screenshot 2024-03-30 063351.pngScreenshot 2024-03-30 063351"/>
          <p:cNvPicPr>
            <a:picLocks noChangeAspect="1"/>
          </p:cNvPicPr>
          <p:nvPr/>
        </p:nvPicPr>
        <p:blipFill>
          <a:blip r:embed="rId3"/>
          <a:srcRect l="1015" r="1015"/>
          <a:stretch>
            <a:fillRect/>
          </a:stretch>
        </p:blipFill>
        <p:spPr>
          <a:xfrm>
            <a:off x="5143090" y="3092916"/>
            <a:ext cx="779953" cy="483526"/>
          </a:xfrm>
          <a:prstGeom prst="rect">
            <a:avLst/>
          </a:prstGeom>
        </p:spPr>
      </p:pic>
      <p:sp>
        <p:nvSpPr>
          <p:cNvPr id="31" name="Freeform: Shape 30"/>
          <p:cNvSpPr/>
          <p:nvPr/>
        </p:nvSpPr>
        <p:spPr>
          <a:xfrm>
            <a:off x="3068320" y="2481843"/>
            <a:ext cx="1461878" cy="1415516"/>
          </a:xfrm>
          <a:custGeom>
            <a:avLst/>
            <a:gdLst>
              <a:gd name="connsiteX0" fmla="*/ 6960 w 1367674"/>
              <a:gd name="connsiteY0" fmla="*/ 0 h 1257300"/>
              <a:gd name="connsiteX1" fmla="*/ 64110 w 1367674"/>
              <a:gd name="connsiteY1" fmla="*/ 685800 h 1257300"/>
              <a:gd name="connsiteX2" fmla="*/ 472324 w 1367674"/>
              <a:gd name="connsiteY2" fmla="*/ 1039586 h 1257300"/>
              <a:gd name="connsiteX3" fmla="*/ 1367674 w 1367674"/>
              <a:gd name="connsiteY3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674" h="1257300">
                <a:moveTo>
                  <a:pt x="6960" y="0"/>
                </a:moveTo>
                <a:cubicBezTo>
                  <a:pt x="-3246" y="256268"/>
                  <a:pt x="-13451" y="512536"/>
                  <a:pt x="64110" y="685800"/>
                </a:cubicBezTo>
                <a:cubicBezTo>
                  <a:pt x="141671" y="859064"/>
                  <a:pt x="255063" y="944336"/>
                  <a:pt x="472324" y="1039586"/>
                </a:cubicBezTo>
                <a:cubicBezTo>
                  <a:pt x="689585" y="1134836"/>
                  <a:pt x="1220263" y="1220561"/>
                  <a:pt x="1367674" y="125730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939048" y="650383"/>
            <a:ext cx="2118575" cy="12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cxnSpLocks/>
          </p:cNvCxnSpPr>
          <p:nvPr/>
        </p:nvCxnSpPr>
        <p:spPr>
          <a:xfrm>
            <a:off x="4933367" y="2135318"/>
            <a:ext cx="21128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cxnSpLocks/>
            <a:endCxn id="80" idx="2"/>
          </p:cNvCxnSpPr>
          <p:nvPr/>
        </p:nvCxnSpPr>
        <p:spPr>
          <a:xfrm>
            <a:off x="5468043" y="3201803"/>
            <a:ext cx="1511771" cy="515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046260" y="429390"/>
            <a:ext cx="584311" cy="5756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9" name="Oval 78"/>
          <p:cNvSpPr/>
          <p:nvPr/>
        </p:nvSpPr>
        <p:spPr>
          <a:xfrm>
            <a:off x="7046260" y="1850933"/>
            <a:ext cx="626253" cy="5756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" name="Oval 79"/>
          <p:cNvSpPr/>
          <p:nvPr/>
        </p:nvSpPr>
        <p:spPr>
          <a:xfrm>
            <a:off x="6979814" y="2915754"/>
            <a:ext cx="650757" cy="6752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103AB9-C54A-D8A4-A61D-CED5E706064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068320" y="719605"/>
            <a:ext cx="674288" cy="7153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5B52C-0758-C94F-E9DB-2B90BBB90A18}"/>
              </a:ext>
            </a:extLst>
          </p:cNvPr>
          <p:cNvCxnSpPr>
            <a:cxnSpLocks/>
          </p:cNvCxnSpPr>
          <p:nvPr/>
        </p:nvCxnSpPr>
        <p:spPr>
          <a:xfrm flipV="1">
            <a:off x="3153725" y="1513114"/>
            <a:ext cx="977404" cy="277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F7D59C2-F2D7-65F0-A662-47726AB7825F}"/>
              </a:ext>
            </a:extLst>
          </p:cNvPr>
          <p:cNvSpPr/>
          <p:nvPr/>
        </p:nvSpPr>
        <p:spPr>
          <a:xfrm>
            <a:off x="3616779" y="583460"/>
            <a:ext cx="859215" cy="92965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90191B-AAE5-DB49-5E83-DFF21A102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04" y="782509"/>
            <a:ext cx="549961" cy="61248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73F0A5-D414-D7A3-322B-17E0B9558C54}"/>
              </a:ext>
            </a:extLst>
          </p:cNvPr>
          <p:cNvCxnSpPr>
            <a:cxnSpLocks/>
          </p:cNvCxnSpPr>
          <p:nvPr/>
        </p:nvCxnSpPr>
        <p:spPr>
          <a:xfrm flipV="1">
            <a:off x="4035491" y="640247"/>
            <a:ext cx="929252" cy="3013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044E9E-91EA-FCAF-F790-8B5CA47C41D0}"/>
              </a:ext>
            </a:extLst>
          </p:cNvPr>
          <p:cNvCxnSpPr>
            <a:cxnSpLocks/>
          </p:cNvCxnSpPr>
          <p:nvPr/>
        </p:nvCxnSpPr>
        <p:spPr>
          <a:xfrm flipV="1">
            <a:off x="3478924" y="2481843"/>
            <a:ext cx="320335" cy="7763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FAA1C1-49AF-1595-4A33-5D6C649D9649}"/>
              </a:ext>
            </a:extLst>
          </p:cNvPr>
          <p:cNvCxnSpPr>
            <a:cxnSpLocks/>
          </p:cNvCxnSpPr>
          <p:nvPr/>
        </p:nvCxnSpPr>
        <p:spPr>
          <a:xfrm flipV="1">
            <a:off x="3799259" y="2980621"/>
            <a:ext cx="535406" cy="3912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D7ED478-E75C-14B7-89BD-A57C835FE271}"/>
              </a:ext>
            </a:extLst>
          </p:cNvPr>
          <p:cNvSpPr/>
          <p:nvPr/>
        </p:nvSpPr>
        <p:spPr>
          <a:xfrm>
            <a:off x="3774114" y="2186739"/>
            <a:ext cx="859214" cy="83084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AD67ED-3300-AECE-949A-740E662595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835" y="2246538"/>
            <a:ext cx="398830" cy="697721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AD76BD-FD0D-62C1-2758-9A3076539843}"/>
              </a:ext>
            </a:extLst>
          </p:cNvPr>
          <p:cNvCxnSpPr>
            <a:cxnSpLocks/>
          </p:cNvCxnSpPr>
          <p:nvPr/>
        </p:nvCxnSpPr>
        <p:spPr>
          <a:xfrm flipV="1">
            <a:off x="4203721" y="2135318"/>
            <a:ext cx="735327" cy="582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01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624534-B6B4-F1E1-BDD9-04BE49E3C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80" y="47625"/>
            <a:ext cx="10531436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1E2D448-CDBB-B5B1-E5AC-AC2E9647D97D}"/>
              </a:ext>
            </a:extLst>
          </p:cNvPr>
          <p:cNvSpPr/>
          <p:nvPr/>
        </p:nvSpPr>
        <p:spPr>
          <a:xfrm>
            <a:off x="4607379" y="2562299"/>
            <a:ext cx="3842117" cy="1086083"/>
          </a:xfrm>
          <a:custGeom>
            <a:avLst/>
            <a:gdLst>
              <a:gd name="connsiteX0" fmla="*/ 3532909 w 3556911"/>
              <a:gd name="connsiteY0" fmla="*/ 0 h 1086083"/>
              <a:gd name="connsiteX1" fmla="*/ 3034145 w 3556911"/>
              <a:gd name="connsiteY1" fmla="*/ 1039091 h 1086083"/>
              <a:gd name="connsiteX2" fmla="*/ 0 w 3556911"/>
              <a:gd name="connsiteY2" fmla="*/ 906088 h 1086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911" h="1086083">
                <a:moveTo>
                  <a:pt x="3532909" y="0"/>
                </a:moveTo>
                <a:cubicBezTo>
                  <a:pt x="3577936" y="444038"/>
                  <a:pt x="3622963" y="888076"/>
                  <a:pt x="3034145" y="1039091"/>
                </a:cubicBezTo>
                <a:cubicBezTo>
                  <a:pt x="2445327" y="1190106"/>
                  <a:pt x="508462" y="931026"/>
                  <a:pt x="0" y="906088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D9859-2EE2-7D41-464A-445C2C2374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7893">
            <a:off x="4373791" y="3243943"/>
            <a:ext cx="91567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1003D2-A998-DC33-C2B6-83D3AB926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582" y="0"/>
            <a:ext cx="9235807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8688281-6B59-7FE8-056C-569F666CC8D2}"/>
              </a:ext>
            </a:extLst>
          </p:cNvPr>
          <p:cNvSpPr/>
          <p:nvPr/>
        </p:nvSpPr>
        <p:spPr>
          <a:xfrm>
            <a:off x="3701143" y="2075707"/>
            <a:ext cx="945672" cy="1689007"/>
          </a:xfrm>
          <a:custGeom>
            <a:avLst/>
            <a:gdLst>
              <a:gd name="connsiteX0" fmla="*/ 39305 w 962018"/>
              <a:gd name="connsiteY0" fmla="*/ 102228 h 1689007"/>
              <a:gd name="connsiteX1" fmla="*/ 30992 w 962018"/>
              <a:gd name="connsiteY1" fmla="*/ 160417 h 1689007"/>
              <a:gd name="connsiteX2" fmla="*/ 380127 w 962018"/>
              <a:gd name="connsiteY2" fmla="*/ 1615144 h 1689007"/>
              <a:gd name="connsiteX3" fmla="*/ 962018 w 962018"/>
              <a:gd name="connsiteY3" fmla="*/ 1465515 h 168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2018" h="1689007">
                <a:moveTo>
                  <a:pt x="39305" y="102228"/>
                </a:moveTo>
                <a:cubicBezTo>
                  <a:pt x="6746" y="5246"/>
                  <a:pt x="-25812" y="-91736"/>
                  <a:pt x="30992" y="160417"/>
                </a:cubicBezTo>
                <a:cubicBezTo>
                  <a:pt x="87796" y="412570"/>
                  <a:pt x="224956" y="1397628"/>
                  <a:pt x="380127" y="1615144"/>
                </a:cubicBezTo>
                <a:cubicBezTo>
                  <a:pt x="535298" y="1832660"/>
                  <a:pt x="873349" y="1504308"/>
                  <a:pt x="962018" y="146551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38AB2-F4F7-44ED-C8D6-54BE54808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04" y="0"/>
            <a:ext cx="1007499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4E4D5-881C-1213-E2B2-1BECF4DE5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683" y="2816678"/>
            <a:ext cx="545646" cy="64225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7DD78D1-19F3-725F-6671-8C3D40970483}"/>
              </a:ext>
            </a:extLst>
          </p:cNvPr>
          <p:cNvSpPr/>
          <p:nvPr/>
        </p:nvSpPr>
        <p:spPr>
          <a:xfrm>
            <a:off x="6320971" y="2256971"/>
            <a:ext cx="2315029" cy="1398251"/>
          </a:xfrm>
          <a:custGeom>
            <a:avLst/>
            <a:gdLst>
              <a:gd name="connsiteX0" fmla="*/ 2315029 w 2315029"/>
              <a:gd name="connsiteY0" fmla="*/ 0 h 1398251"/>
              <a:gd name="connsiteX1" fmla="*/ 1741715 w 2315029"/>
              <a:gd name="connsiteY1" fmla="*/ 1371600 h 1398251"/>
              <a:gd name="connsiteX2" fmla="*/ 0 w 2315029"/>
              <a:gd name="connsiteY2" fmla="*/ 910772 h 139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5029" h="1398251">
                <a:moveTo>
                  <a:pt x="2315029" y="0"/>
                </a:moveTo>
                <a:cubicBezTo>
                  <a:pt x="2221291" y="609902"/>
                  <a:pt x="2127553" y="1219805"/>
                  <a:pt x="1741715" y="1371600"/>
                </a:cubicBezTo>
                <a:cubicBezTo>
                  <a:pt x="1355877" y="1523395"/>
                  <a:pt x="272143" y="980319"/>
                  <a:pt x="0" y="910772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5</cp:revision>
  <dcterms:created xsi:type="dcterms:W3CDTF">2024-03-29T14:47:00Z</dcterms:created>
  <dcterms:modified xsi:type="dcterms:W3CDTF">2024-03-31T07:39:11Z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804B360C594D40289B2763D26DA8130B_12</vt:lpwstr>
  </property>
  <property fmtid="{D5CDD505-2E9C-101B-9397-08002B2CF9AE}" pid="3" name="KSOProductBuildVer">
    <vt:lpwstr>1033-12.2.0.13489</vt:lpwstr>
  </property>
</Properties>
</file>