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8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28F53-FF5C-E9B2-0C72-727FFC909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BCB34-ADAF-B687-2C17-72D8021AD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E9648-2D36-12A2-45CD-60C480D04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BE50F-2FFF-75EF-6EA3-164D67749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14A44-0F58-0128-601D-CD0A66827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334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A98A3-1167-D512-0F93-64C00A3B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ABAAD-07C5-4260-7747-8A7828EFE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39B52-D65F-79C6-EC2C-6102C4957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AB2EF-10FC-1015-ED6A-B9E74CCD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DFEC0-586A-5210-5581-C69FB483C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303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A7272-47A8-C3DF-46A8-6B25D436C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6FFC8-F803-BA8A-9CD1-2F16DA897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EE261-C6A3-0D18-0035-7B9ECF4C7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602D0-162D-9B0A-E1A4-6A44FCD5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86E1B-13E5-94B7-9713-43FC9B425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33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6FF90-8BCD-6FF7-FBBC-E51AA085B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C995E-8910-B490-12C3-30233C4794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CEDDA-2BF6-6877-3B12-D3DC4F65A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9EB77-B49D-9A3C-7499-F8C5EB7A5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D162B-D40F-3FA5-7EF3-F6F3040E2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049E7-D20A-AD7D-FA56-BD8D775D5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75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DCDBE-3A2C-C8E1-02DE-33AF3BD75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C7297-9DAD-1ADE-2E10-204EDF0C9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FDA94-815A-EC1B-6DEB-37A6DAD26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0688F3-102A-FDB5-F683-3FD6283504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57AB8B-E911-B082-19FB-0A3FB200A4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F5A67-493A-0A72-8843-1340A1B43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ACDD4C-FACD-E1EA-3992-C634B92DD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4D48BC-C998-566F-0D8A-268B5C5F3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189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AA79A-4634-0969-BEE9-94E54157E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08F50-F53B-A1A5-6C4E-E80ACAB03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03AEFC-395D-52AE-5890-8FD8C85A7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3D8AE5-9EE4-8385-6247-4B72BBE1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5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E5AA5C-1FA4-E027-F17E-CA2DCF63B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BE433E-3062-4547-EBAE-3EA1E60C2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0BD5E-E1D0-73EA-B84F-8EA0698E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093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CDB4-3BDD-DB0F-7433-8D627282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F648C-F6DA-1A68-798D-E39A83777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B1DF2-C59C-6D6C-FB9F-8D0AC56B1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62994-C906-7F83-0877-B5D6A4485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52C99-14F5-4AEA-BB70-86D8D60C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EFBDD-E95A-283D-AAE6-FA97B1DFA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55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B7D0F-246C-95EC-3D99-84FA8DB1C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333DC7-8A56-6CF7-1242-80FB9664C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6AB3B-F4B4-7AA9-D59A-EF3D0F8A7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22DB0-C859-8BA2-62AA-567B6FE63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0D8F4-631F-E71F-6575-79A02209A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1110B-975E-F87B-F0B7-5C477917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59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21CA-CE26-A951-FA7D-8266B7FA8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0B6E4-391C-07DE-E289-7831D4DC5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5106B-D2DF-DA6D-CAB7-88286DED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4AA16-00F1-C0FF-D2DA-2CC57B47C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62F2F-C167-4500-3DB9-A9E2BCAF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472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11998-D8A0-A2F8-301C-BEF112DDE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2F763-CA92-A343-DD2A-2B25207C4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9C499-6255-B54F-076D-B1292FA75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F0F41-EBDC-F8C1-C28B-0B269E2CA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EEA54-6010-3C1A-111C-56D3F2E2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951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25DA4B-CEAE-9DE1-C674-AA1BD20A6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BCFC0-6EAD-2E26-8DA3-87CC3123A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7425E-2446-1744-CFFF-380FE0F8A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70F67-3838-4028-B7E1-FC069465759A}" type="datetimeFigureOut">
              <a:rPr lang="en-IN" smtClean="0"/>
              <a:t>29-03-2024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FBEDC-1E93-DAB4-E630-B0FFE2571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CF6E-3E16-BA23-4EFB-518A3E721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08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718ACE-7829-5ADB-9D45-A4FF79D5F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34" y="926411"/>
            <a:ext cx="8070983" cy="5598269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48708A-0497-D822-9F80-4B4B6F13766B}"/>
              </a:ext>
            </a:extLst>
          </p:cNvPr>
          <p:cNvCxnSpPr>
            <a:cxnSpLocks/>
          </p:cNvCxnSpPr>
          <p:nvPr/>
        </p:nvCxnSpPr>
        <p:spPr>
          <a:xfrm flipH="1" flipV="1">
            <a:off x="4485740" y="2848429"/>
            <a:ext cx="39149" cy="92066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257188-690A-A460-22FD-170AA7A59EC9}"/>
              </a:ext>
            </a:extLst>
          </p:cNvPr>
          <p:cNvCxnSpPr>
            <a:cxnSpLocks/>
          </p:cNvCxnSpPr>
          <p:nvPr/>
        </p:nvCxnSpPr>
        <p:spPr>
          <a:xfrm flipV="1">
            <a:off x="4811486" y="2942771"/>
            <a:ext cx="544285" cy="9506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CBD54F5-2418-3115-7F22-8215A731BDEA}"/>
              </a:ext>
            </a:extLst>
          </p:cNvPr>
          <p:cNvSpPr/>
          <p:nvPr/>
        </p:nvSpPr>
        <p:spPr>
          <a:xfrm>
            <a:off x="4485740" y="2301562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60B44F2-DF6A-FA28-8663-4BDB77159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63" y="2516999"/>
            <a:ext cx="779953" cy="483526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D5B4317-8050-062B-86F0-BEF9197302DB}"/>
              </a:ext>
            </a:extLst>
          </p:cNvPr>
          <p:cNvSpPr/>
          <p:nvPr/>
        </p:nvSpPr>
        <p:spPr>
          <a:xfrm>
            <a:off x="3168947" y="2536371"/>
            <a:ext cx="1367674" cy="1257300"/>
          </a:xfrm>
          <a:custGeom>
            <a:avLst/>
            <a:gdLst>
              <a:gd name="connsiteX0" fmla="*/ 6960 w 1367674"/>
              <a:gd name="connsiteY0" fmla="*/ 0 h 1257300"/>
              <a:gd name="connsiteX1" fmla="*/ 64110 w 1367674"/>
              <a:gd name="connsiteY1" fmla="*/ 685800 h 1257300"/>
              <a:gd name="connsiteX2" fmla="*/ 472324 w 1367674"/>
              <a:gd name="connsiteY2" fmla="*/ 1039586 h 1257300"/>
              <a:gd name="connsiteX3" fmla="*/ 1367674 w 1367674"/>
              <a:gd name="connsiteY3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7674" h="1257300">
                <a:moveTo>
                  <a:pt x="6960" y="0"/>
                </a:moveTo>
                <a:cubicBezTo>
                  <a:pt x="-3246" y="256268"/>
                  <a:pt x="-13451" y="512536"/>
                  <a:pt x="64110" y="685800"/>
                </a:cubicBezTo>
                <a:cubicBezTo>
                  <a:pt x="141671" y="859064"/>
                  <a:pt x="255063" y="944336"/>
                  <a:pt x="472324" y="1039586"/>
                </a:cubicBezTo>
                <a:cubicBezTo>
                  <a:pt x="689585" y="1134836"/>
                  <a:pt x="1220263" y="1220561"/>
                  <a:pt x="1367674" y="12573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1CB99D6-54B0-8AEE-9436-C1E2ECEF7740}"/>
              </a:ext>
            </a:extLst>
          </p:cNvPr>
          <p:cNvSpPr/>
          <p:nvPr/>
        </p:nvSpPr>
        <p:spPr>
          <a:xfrm rot="18857114">
            <a:off x="4826493" y="2664539"/>
            <a:ext cx="4571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A09D3AD-F909-4B3E-7B93-26A1C6849ED6}"/>
              </a:ext>
            </a:extLst>
          </p:cNvPr>
          <p:cNvCxnSpPr>
            <a:cxnSpLocks/>
          </p:cNvCxnSpPr>
          <p:nvPr/>
        </p:nvCxnSpPr>
        <p:spPr>
          <a:xfrm flipV="1">
            <a:off x="3168947" y="650383"/>
            <a:ext cx="1770101" cy="10238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93A659F-DA4D-4583-69A4-FC895C8CA7FF}"/>
              </a:ext>
            </a:extLst>
          </p:cNvPr>
          <p:cNvCxnSpPr>
            <a:cxnSpLocks/>
          </p:cNvCxnSpPr>
          <p:nvPr/>
        </p:nvCxnSpPr>
        <p:spPr>
          <a:xfrm>
            <a:off x="4939048" y="650383"/>
            <a:ext cx="2118575" cy="128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699C976-FB9A-9915-8479-7A5AFD83543F}"/>
              </a:ext>
            </a:extLst>
          </p:cNvPr>
          <p:cNvCxnSpPr>
            <a:cxnSpLocks/>
          </p:cNvCxnSpPr>
          <p:nvPr/>
        </p:nvCxnSpPr>
        <p:spPr>
          <a:xfrm flipV="1">
            <a:off x="3450771" y="1937403"/>
            <a:ext cx="1430908" cy="13500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8BE090E-01D0-0C14-3237-2A49EBBB05A8}"/>
              </a:ext>
            </a:extLst>
          </p:cNvPr>
          <p:cNvCxnSpPr>
            <a:cxnSpLocks/>
          </p:cNvCxnSpPr>
          <p:nvPr/>
        </p:nvCxnSpPr>
        <p:spPr>
          <a:xfrm>
            <a:off x="4881679" y="1937403"/>
            <a:ext cx="2096064" cy="128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18980E0-A315-A430-79E1-D7BD353D13DA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4865717" y="2703359"/>
            <a:ext cx="2068483" cy="292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5C0C5F93-84E5-92C2-0E52-69357D8808EE}"/>
              </a:ext>
            </a:extLst>
          </p:cNvPr>
          <p:cNvSpPr/>
          <p:nvPr/>
        </p:nvSpPr>
        <p:spPr>
          <a:xfrm>
            <a:off x="7057623" y="379839"/>
            <a:ext cx="542368" cy="5208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5E5DA7D-AAF0-BB1B-141A-A1983B7A8E33}"/>
              </a:ext>
            </a:extLst>
          </p:cNvPr>
          <p:cNvSpPr/>
          <p:nvPr/>
        </p:nvSpPr>
        <p:spPr>
          <a:xfrm>
            <a:off x="6977743" y="1643068"/>
            <a:ext cx="580335" cy="5756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E636AE1-41F0-6FB0-8A5C-261DCB56E263}"/>
              </a:ext>
            </a:extLst>
          </p:cNvPr>
          <p:cNvSpPr/>
          <p:nvPr/>
        </p:nvSpPr>
        <p:spPr>
          <a:xfrm>
            <a:off x="6935830" y="2481843"/>
            <a:ext cx="580335" cy="57209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75923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3678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4776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5519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Sukesh Periyasamy</dc:creator>
  <cp:lastModifiedBy>Sukesh Periyasamy</cp:lastModifiedBy>
  <cp:revision>1</cp:revision>
  <dcterms:created xsi:type="dcterms:W3CDTF">2024-03-29T14:47:05Z</dcterms:created>
  <dcterms:modified xsi:type="dcterms:W3CDTF">2024-03-29T15:41:46Z</dcterms:modified>
</cp:coreProperties>
</file>