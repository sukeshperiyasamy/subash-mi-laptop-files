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2"/>
    <p:sldId id="258" r:id="rId3"/>
    <p:sldId id="259" r:id="rId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014" autoAdjust="0"/>
    <p:restoredTop sz="94660"/>
  </p:normalViewPr>
  <p:slideViewPr>
    <p:cSldViewPr snapToGrid="0">
      <p:cViewPr>
        <p:scale>
          <a:sx n="75" d="100"/>
          <a:sy n="75" d="100"/>
        </p:scale>
        <p:origin x="747" y="26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slide" Target="slides/slide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9ACFFB-4E9D-C458-D683-A56C87E3B39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CE9F2EA-10F5-767F-0518-119499D82CB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906F210-BFEB-FF30-79AE-FF26247D982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E64B29-7598-4DF9-A8E7-A3B5365982EB}" type="datetimeFigureOut">
              <a:rPr lang="en-IN" smtClean="0"/>
              <a:t>02-05-2024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12F8F1E-12D5-E64F-49DB-4501F31843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15BE5B0-3EE2-7313-5333-E85C60793B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34BA7F-A05C-42DD-A988-CB5884B6C44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7443406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DE0EC27-DEB8-5FCF-BE33-7EE684576DA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25910C5-4F7C-2B2B-EAC3-E306E3BB9A5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7561096-5279-4754-E449-F93729138A2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E64B29-7598-4DF9-A8E7-A3B5365982EB}" type="datetimeFigureOut">
              <a:rPr lang="en-IN" smtClean="0"/>
              <a:t>02-05-2024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75D53D8-2677-DE3A-7F24-93CBDAFA53D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A4E2EAA-F808-7341-086A-62D8048AFAF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34BA7F-A05C-42DD-A988-CB5884B6C44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2786641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AD1D5C5-A3F0-AB82-EC0B-40F8023442A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5D91D65-32D6-F5AA-66CA-2CB1AFFC527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84540EF-C394-1A42-63CA-3D1308EAAAD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E64B29-7598-4DF9-A8E7-A3B5365982EB}" type="datetimeFigureOut">
              <a:rPr lang="en-IN" smtClean="0"/>
              <a:t>02-05-2024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7ABE30F-E563-5F2F-9012-4A4E3F2E04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88897AC-28D1-884F-F67C-527DDFDC5C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34BA7F-A05C-42DD-A988-CB5884B6C44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1951972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43B866D-663A-8EF3-5C6B-5D36703AB28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927919F-9870-F912-0BBF-A7D5524D970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0417E5E-37DF-15B3-3C17-5977E55555A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A6A1843-1170-D2A7-E725-7209A43775E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E64B29-7598-4DF9-A8E7-A3B5365982EB}" type="datetimeFigureOut">
              <a:rPr lang="en-IN" smtClean="0"/>
              <a:t>02-05-2024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0ED0157-C710-0927-AB9D-66CED51E613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A27FA74-937F-97EE-C355-A0516E47E6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34BA7F-A05C-42DD-A988-CB5884B6C44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7123136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EC381DF-0A66-0E1B-7341-B2162C3DE20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3FE9E88-36B7-0477-F5FB-BA83A527399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9FFBF01-C9D6-9A8A-CF32-DB99B87C00C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E5FF716F-80E1-CF6A-5493-4E06351A3D6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85FE7FBB-3B93-33AA-C60B-FF02EAF8420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5E91EC21-F5AF-9C27-A6D3-492F1137C59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E64B29-7598-4DF9-A8E7-A3B5365982EB}" type="datetimeFigureOut">
              <a:rPr lang="en-IN" smtClean="0"/>
              <a:t>02-05-2024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8FF25D0-B10B-B665-B5E7-E3459E3E4A3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22BCF1CD-BDE8-7FBE-5219-DF6843EF899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34BA7F-A05C-42DD-A988-CB5884B6C44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1440738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D75C619-94E6-57A9-5465-B4D68E155E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317A7F30-C4F5-6DA0-78BE-0B4732B4ECB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E64B29-7598-4DF9-A8E7-A3B5365982EB}" type="datetimeFigureOut">
              <a:rPr lang="en-IN" smtClean="0"/>
              <a:t>02-05-2024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63A2DF2-6DB7-B895-A8F1-03819E9E2DF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5620D22-5A4F-1AE7-2CE8-7C610ED1CD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34BA7F-A05C-42DD-A988-CB5884B6C44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5900030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CDE5BA98-D92D-F3C4-58CE-542E26E14D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E64B29-7598-4DF9-A8E7-A3B5365982EB}" type="datetimeFigureOut">
              <a:rPr lang="en-IN" smtClean="0"/>
              <a:t>02-05-2024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68E4F074-AAB1-F47C-FAE0-216A9C07D22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CD387A2-A03A-AA0E-6E86-00BA1A1CB2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34BA7F-A05C-42DD-A988-CB5884B6C44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4654840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7C2D638-A872-2F05-5D60-4F3C8F640D0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895E66B-5ACE-1FBF-7F5F-7393A2965F6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D1D8345-A97D-AC4C-1A39-2E316B3115B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DE73BED-66C4-EB59-DE26-4F69C231D4E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E64B29-7598-4DF9-A8E7-A3B5365982EB}" type="datetimeFigureOut">
              <a:rPr lang="en-IN" smtClean="0"/>
              <a:t>02-05-2024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B3840D3-EC7D-95BB-A2F2-619A09968ED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C104D88-690F-6C34-F9C5-A266E6E928A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34BA7F-A05C-42DD-A988-CB5884B6C44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2573780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6C40779-FBF6-B560-7EE5-C782ED76B09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B4B5BEF4-B1DA-36E2-B6A6-E0A636A28EC0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1AEC935-F9CF-0C6C-B732-23C16785DF4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E95B249-DD4C-34D7-A23A-DD82C9FC7B6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E64B29-7598-4DF9-A8E7-A3B5365982EB}" type="datetimeFigureOut">
              <a:rPr lang="en-IN" smtClean="0"/>
              <a:t>02-05-2024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A461B1E-6CA4-9E20-D2A3-0AC4A8CA8E6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D3B9277-690E-4A41-E010-E36DCDFBE4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34BA7F-A05C-42DD-A988-CB5884B6C44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0158035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45BF446-11CC-21BC-AF0B-A157213A896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9A12697-3722-872A-ABFB-8026C3FE845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C9C2DED-D402-7BB4-9584-58CD99C46D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E64B29-7598-4DF9-A8E7-A3B5365982EB}" type="datetimeFigureOut">
              <a:rPr lang="en-IN" smtClean="0"/>
              <a:t>02-05-2024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06346B2-A174-6188-E54E-03EA660083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5BDBAF4-2300-800B-D237-4E50D30D7A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34BA7F-A05C-42DD-A988-CB5884B6C44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4019999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878E2413-967B-DFF1-F197-4247A2763E0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F4D92C7-9D1C-F631-3E55-D8FF0D506CF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F6E735F-5EEE-F5CF-15D9-5CCC2478FEE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E64B29-7598-4DF9-A8E7-A3B5365982EB}" type="datetimeFigureOut">
              <a:rPr lang="en-IN" smtClean="0"/>
              <a:t>02-05-2024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E94BBEC-65C7-778B-4400-6D586850914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397C68B-A70F-7236-F752-5BFA27C9B6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34BA7F-A05C-42DD-A988-CB5884B6C44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0794546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6D5045BD-35C5-FEC4-ECDD-2CBEEE790E9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861DF2F-CB70-C6F7-5960-EC3553ED385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EC908A5-DE33-A398-8351-DFC13408286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6E64B29-7598-4DF9-A8E7-A3B5365982EB}" type="datetimeFigureOut">
              <a:rPr lang="en-IN" smtClean="0"/>
              <a:t>02-05-2024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DB1C285-9354-C08D-C417-836FE84C3CC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54D84D3-298E-5CDD-1AD4-2650A9390BC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034BA7F-A05C-42DD-A988-CB5884B6C44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7898088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>
            <a:extLst>
              <a:ext uri="{FF2B5EF4-FFF2-40B4-BE49-F238E27FC236}">
                <a16:creationId xmlns:a16="http://schemas.microsoft.com/office/drawing/2014/main" id="{52AF8313-A5D1-63DA-3CDD-0C6E4BDE7F2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37109" y="2056960"/>
            <a:ext cx="4276920" cy="2995815"/>
          </a:xfrm>
          <a:prstGeom prst="rect">
            <a:avLst/>
          </a:prstGeom>
        </p:spPr>
      </p:pic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32E7E08B-1A0B-DC5A-BC61-57E57F164990}"/>
              </a:ext>
            </a:extLst>
          </p:cNvPr>
          <p:cNvCxnSpPr>
            <a:cxnSpLocks/>
          </p:cNvCxnSpPr>
          <p:nvPr/>
        </p:nvCxnSpPr>
        <p:spPr>
          <a:xfrm flipV="1">
            <a:off x="5329542" y="1512449"/>
            <a:ext cx="743291" cy="1394993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40FC194D-A9CA-0ECD-AE07-FECD191EFF32}"/>
              </a:ext>
            </a:extLst>
          </p:cNvPr>
          <p:cNvCxnSpPr>
            <a:cxnSpLocks/>
          </p:cNvCxnSpPr>
          <p:nvPr/>
        </p:nvCxnSpPr>
        <p:spPr>
          <a:xfrm flipV="1">
            <a:off x="6059552" y="1512449"/>
            <a:ext cx="1578660" cy="8625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Straight Connector 21">
            <a:extLst>
              <a:ext uri="{FF2B5EF4-FFF2-40B4-BE49-F238E27FC236}">
                <a16:creationId xmlns:a16="http://schemas.microsoft.com/office/drawing/2014/main" id="{7D0FA203-33ED-DA05-7815-433621CD95FA}"/>
              </a:ext>
            </a:extLst>
          </p:cNvPr>
          <p:cNvCxnSpPr>
            <a:cxnSpLocks/>
          </p:cNvCxnSpPr>
          <p:nvPr/>
        </p:nvCxnSpPr>
        <p:spPr>
          <a:xfrm flipV="1">
            <a:off x="5093646" y="903651"/>
            <a:ext cx="958315" cy="2069016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Straight Arrow Connector 24">
            <a:extLst>
              <a:ext uri="{FF2B5EF4-FFF2-40B4-BE49-F238E27FC236}">
                <a16:creationId xmlns:a16="http://schemas.microsoft.com/office/drawing/2014/main" id="{5EBEA6E0-1D12-AD43-371E-2FD71E829E18}"/>
              </a:ext>
            </a:extLst>
          </p:cNvPr>
          <p:cNvCxnSpPr>
            <a:cxnSpLocks/>
          </p:cNvCxnSpPr>
          <p:nvPr/>
        </p:nvCxnSpPr>
        <p:spPr>
          <a:xfrm>
            <a:off x="6037634" y="903651"/>
            <a:ext cx="1617222" cy="8625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Straight Arrow Connector 30">
            <a:extLst>
              <a:ext uri="{FF2B5EF4-FFF2-40B4-BE49-F238E27FC236}">
                <a16:creationId xmlns:a16="http://schemas.microsoft.com/office/drawing/2014/main" id="{B06A8697-EC4A-16CE-2DEA-D4F669419F30}"/>
              </a:ext>
            </a:extLst>
          </p:cNvPr>
          <p:cNvCxnSpPr>
            <a:cxnSpLocks/>
          </p:cNvCxnSpPr>
          <p:nvPr/>
        </p:nvCxnSpPr>
        <p:spPr>
          <a:xfrm>
            <a:off x="6256564" y="2129062"/>
            <a:ext cx="1352655" cy="1554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Straight Arrow Connector 36">
            <a:extLst>
              <a:ext uri="{FF2B5EF4-FFF2-40B4-BE49-F238E27FC236}">
                <a16:creationId xmlns:a16="http://schemas.microsoft.com/office/drawing/2014/main" id="{A522726D-BE8C-10E3-000B-E8895D48C5D9}"/>
              </a:ext>
            </a:extLst>
          </p:cNvPr>
          <p:cNvCxnSpPr>
            <a:cxnSpLocks/>
            <a:endCxn id="115" idx="2"/>
          </p:cNvCxnSpPr>
          <p:nvPr/>
        </p:nvCxnSpPr>
        <p:spPr>
          <a:xfrm flipV="1">
            <a:off x="6215743" y="2819650"/>
            <a:ext cx="1393475" cy="1444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" name="Straight Connector 40">
            <a:extLst>
              <a:ext uri="{FF2B5EF4-FFF2-40B4-BE49-F238E27FC236}">
                <a16:creationId xmlns:a16="http://schemas.microsoft.com/office/drawing/2014/main" id="{9F40B799-C426-159A-F865-AA6600A6D094}"/>
              </a:ext>
            </a:extLst>
          </p:cNvPr>
          <p:cNvCxnSpPr>
            <a:cxnSpLocks/>
          </p:cNvCxnSpPr>
          <p:nvPr/>
        </p:nvCxnSpPr>
        <p:spPr>
          <a:xfrm flipV="1">
            <a:off x="4811486" y="4529420"/>
            <a:ext cx="748694" cy="503356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4" name="Straight Arrow Connector 43">
            <a:extLst>
              <a:ext uri="{FF2B5EF4-FFF2-40B4-BE49-F238E27FC236}">
                <a16:creationId xmlns:a16="http://schemas.microsoft.com/office/drawing/2014/main" id="{B46C317F-F0A6-5FF2-0468-D9F39C3103C8}"/>
              </a:ext>
            </a:extLst>
          </p:cNvPr>
          <p:cNvCxnSpPr>
            <a:cxnSpLocks/>
            <a:endCxn id="117" idx="6"/>
          </p:cNvCxnSpPr>
          <p:nvPr/>
        </p:nvCxnSpPr>
        <p:spPr>
          <a:xfrm flipH="1">
            <a:off x="2994122" y="3149594"/>
            <a:ext cx="821321" cy="5103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8" name="Straight Connector 47">
            <a:extLst>
              <a:ext uri="{FF2B5EF4-FFF2-40B4-BE49-F238E27FC236}">
                <a16:creationId xmlns:a16="http://schemas.microsoft.com/office/drawing/2014/main" id="{F54A509B-9044-BFDD-0E96-D27072BEAD48}"/>
              </a:ext>
            </a:extLst>
          </p:cNvPr>
          <p:cNvCxnSpPr>
            <a:cxnSpLocks/>
          </p:cNvCxnSpPr>
          <p:nvPr/>
        </p:nvCxnSpPr>
        <p:spPr>
          <a:xfrm>
            <a:off x="6407706" y="3795892"/>
            <a:ext cx="515608" cy="50748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1" name="Straight Arrow Connector 50">
            <a:extLst>
              <a:ext uri="{FF2B5EF4-FFF2-40B4-BE49-F238E27FC236}">
                <a16:creationId xmlns:a16="http://schemas.microsoft.com/office/drawing/2014/main" id="{C2CE70F7-B527-ADC6-CE57-10A76C48327E}"/>
              </a:ext>
            </a:extLst>
          </p:cNvPr>
          <p:cNvCxnSpPr>
            <a:cxnSpLocks/>
            <a:endCxn id="121" idx="2"/>
          </p:cNvCxnSpPr>
          <p:nvPr/>
        </p:nvCxnSpPr>
        <p:spPr>
          <a:xfrm flipV="1">
            <a:off x="6910868" y="4292608"/>
            <a:ext cx="693811" cy="10764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6" name="Straight Arrow Connector 55">
            <a:extLst>
              <a:ext uri="{FF2B5EF4-FFF2-40B4-BE49-F238E27FC236}">
                <a16:creationId xmlns:a16="http://schemas.microsoft.com/office/drawing/2014/main" id="{3A0F0664-71F6-C41F-F325-307E38D5406D}"/>
              </a:ext>
            </a:extLst>
          </p:cNvPr>
          <p:cNvCxnSpPr>
            <a:cxnSpLocks/>
            <a:endCxn id="126" idx="2"/>
          </p:cNvCxnSpPr>
          <p:nvPr/>
        </p:nvCxnSpPr>
        <p:spPr>
          <a:xfrm>
            <a:off x="6756400" y="4956732"/>
            <a:ext cx="852819" cy="0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0" name="Straight Connector 59">
            <a:extLst>
              <a:ext uri="{FF2B5EF4-FFF2-40B4-BE49-F238E27FC236}">
                <a16:creationId xmlns:a16="http://schemas.microsoft.com/office/drawing/2014/main" id="{69D47D96-D85C-8652-B604-124AF7115D16}"/>
              </a:ext>
            </a:extLst>
          </p:cNvPr>
          <p:cNvCxnSpPr>
            <a:cxnSpLocks/>
          </p:cNvCxnSpPr>
          <p:nvPr/>
        </p:nvCxnSpPr>
        <p:spPr>
          <a:xfrm flipH="1" flipV="1">
            <a:off x="4162875" y="1029911"/>
            <a:ext cx="814074" cy="2087485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4" name="Straight Arrow Connector 63">
            <a:extLst>
              <a:ext uri="{FF2B5EF4-FFF2-40B4-BE49-F238E27FC236}">
                <a16:creationId xmlns:a16="http://schemas.microsoft.com/office/drawing/2014/main" id="{3CCE6814-5593-6A27-8B28-B294E80AFBB5}"/>
              </a:ext>
            </a:extLst>
          </p:cNvPr>
          <p:cNvCxnSpPr>
            <a:cxnSpLocks/>
            <a:endCxn id="127" idx="6"/>
          </p:cNvCxnSpPr>
          <p:nvPr/>
        </p:nvCxnSpPr>
        <p:spPr>
          <a:xfrm flipH="1">
            <a:off x="2968152" y="1029911"/>
            <a:ext cx="1206908" cy="1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8" name="Straight Connector 67">
            <a:extLst>
              <a:ext uri="{FF2B5EF4-FFF2-40B4-BE49-F238E27FC236}">
                <a16:creationId xmlns:a16="http://schemas.microsoft.com/office/drawing/2014/main" id="{8AAB3A29-41BC-D9D0-B5BC-41EFD0B421BF}"/>
              </a:ext>
            </a:extLst>
          </p:cNvPr>
          <p:cNvCxnSpPr>
            <a:cxnSpLocks/>
          </p:cNvCxnSpPr>
          <p:nvPr/>
        </p:nvCxnSpPr>
        <p:spPr>
          <a:xfrm flipH="1" flipV="1">
            <a:off x="4144162" y="1726918"/>
            <a:ext cx="649242" cy="1556028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1" name="Straight Arrow Connector 70">
            <a:extLst>
              <a:ext uri="{FF2B5EF4-FFF2-40B4-BE49-F238E27FC236}">
                <a16:creationId xmlns:a16="http://schemas.microsoft.com/office/drawing/2014/main" id="{7465F351-10E5-EEEC-4705-01DE5C1B9C88}"/>
              </a:ext>
            </a:extLst>
          </p:cNvPr>
          <p:cNvCxnSpPr>
            <a:cxnSpLocks/>
            <a:endCxn id="128" idx="6"/>
          </p:cNvCxnSpPr>
          <p:nvPr/>
        </p:nvCxnSpPr>
        <p:spPr>
          <a:xfrm flipH="1">
            <a:off x="2948376" y="1726918"/>
            <a:ext cx="1206908" cy="0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5" name="Straight Arrow Connector 74">
            <a:extLst>
              <a:ext uri="{FF2B5EF4-FFF2-40B4-BE49-F238E27FC236}">
                <a16:creationId xmlns:a16="http://schemas.microsoft.com/office/drawing/2014/main" id="{C5AEF332-75A2-CE52-9197-D842C52717FD}"/>
              </a:ext>
            </a:extLst>
          </p:cNvPr>
          <p:cNvCxnSpPr>
            <a:cxnSpLocks/>
          </p:cNvCxnSpPr>
          <p:nvPr/>
        </p:nvCxnSpPr>
        <p:spPr>
          <a:xfrm flipH="1">
            <a:off x="2986423" y="2414094"/>
            <a:ext cx="1111301" cy="5103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1" name="Straight Arrow Connector 80">
            <a:extLst>
              <a:ext uri="{FF2B5EF4-FFF2-40B4-BE49-F238E27FC236}">
                <a16:creationId xmlns:a16="http://schemas.microsoft.com/office/drawing/2014/main" id="{FE9A89DB-2890-35AB-2944-217B31153DD2}"/>
              </a:ext>
            </a:extLst>
          </p:cNvPr>
          <p:cNvCxnSpPr>
            <a:cxnSpLocks/>
          </p:cNvCxnSpPr>
          <p:nvPr/>
        </p:nvCxnSpPr>
        <p:spPr>
          <a:xfrm flipH="1" flipV="1">
            <a:off x="2986423" y="5017858"/>
            <a:ext cx="1825063" cy="14918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6" name="Straight Arrow Connector 85">
            <a:extLst>
              <a:ext uri="{FF2B5EF4-FFF2-40B4-BE49-F238E27FC236}">
                <a16:creationId xmlns:a16="http://schemas.microsoft.com/office/drawing/2014/main" id="{940DC285-FFFD-C290-56C3-6DDF7DA06FA3}"/>
              </a:ext>
            </a:extLst>
          </p:cNvPr>
          <p:cNvCxnSpPr>
            <a:cxnSpLocks/>
          </p:cNvCxnSpPr>
          <p:nvPr/>
        </p:nvCxnSpPr>
        <p:spPr>
          <a:xfrm flipH="1">
            <a:off x="2986423" y="4400881"/>
            <a:ext cx="1848195" cy="0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0" name="Straight Arrow Connector 89">
            <a:extLst>
              <a:ext uri="{FF2B5EF4-FFF2-40B4-BE49-F238E27FC236}">
                <a16:creationId xmlns:a16="http://schemas.microsoft.com/office/drawing/2014/main" id="{83EDC44D-7317-02E1-0EA8-4F0B5F842B7E}"/>
              </a:ext>
            </a:extLst>
          </p:cNvPr>
          <p:cNvCxnSpPr>
            <a:cxnSpLocks/>
            <a:endCxn id="136" idx="6"/>
          </p:cNvCxnSpPr>
          <p:nvPr/>
        </p:nvCxnSpPr>
        <p:spPr>
          <a:xfrm flipH="1">
            <a:off x="2969481" y="3763930"/>
            <a:ext cx="2383196" cy="80872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6" name="Straight Connector 95">
            <a:extLst>
              <a:ext uri="{FF2B5EF4-FFF2-40B4-BE49-F238E27FC236}">
                <a16:creationId xmlns:a16="http://schemas.microsoft.com/office/drawing/2014/main" id="{1033EB12-3B29-0CD3-7233-93E2C2B40CDD}"/>
              </a:ext>
            </a:extLst>
          </p:cNvPr>
          <p:cNvCxnSpPr>
            <a:cxnSpLocks/>
          </p:cNvCxnSpPr>
          <p:nvPr/>
        </p:nvCxnSpPr>
        <p:spPr>
          <a:xfrm flipV="1">
            <a:off x="4811486" y="4094551"/>
            <a:ext cx="636814" cy="310318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9" name="Straight Arrow Connector 98">
            <a:extLst>
              <a:ext uri="{FF2B5EF4-FFF2-40B4-BE49-F238E27FC236}">
                <a16:creationId xmlns:a16="http://schemas.microsoft.com/office/drawing/2014/main" id="{7D3CF7B9-AA88-3FD4-AA73-1E2100BAD21C}"/>
              </a:ext>
            </a:extLst>
          </p:cNvPr>
          <p:cNvCxnSpPr>
            <a:cxnSpLocks/>
          </p:cNvCxnSpPr>
          <p:nvPr/>
        </p:nvCxnSpPr>
        <p:spPr>
          <a:xfrm>
            <a:off x="5259250" y="3469383"/>
            <a:ext cx="2350697" cy="49393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5" name="Straight Connector 104">
            <a:extLst>
              <a:ext uri="{FF2B5EF4-FFF2-40B4-BE49-F238E27FC236}">
                <a16:creationId xmlns:a16="http://schemas.microsoft.com/office/drawing/2014/main" id="{72BFC282-9857-6BB0-CE84-1BE53B1C2D17}"/>
              </a:ext>
            </a:extLst>
          </p:cNvPr>
          <p:cNvCxnSpPr>
            <a:cxnSpLocks/>
          </p:cNvCxnSpPr>
          <p:nvPr/>
        </p:nvCxnSpPr>
        <p:spPr>
          <a:xfrm>
            <a:off x="6575642" y="4320568"/>
            <a:ext cx="195272" cy="636164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2" name="Oval 111">
            <a:extLst>
              <a:ext uri="{FF2B5EF4-FFF2-40B4-BE49-F238E27FC236}">
                <a16:creationId xmlns:a16="http://schemas.microsoft.com/office/drawing/2014/main" id="{5210E19C-C9A4-62AE-501D-63902F9CD8A0}"/>
              </a:ext>
            </a:extLst>
          </p:cNvPr>
          <p:cNvSpPr/>
          <p:nvPr/>
        </p:nvSpPr>
        <p:spPr>
          <a:xfrm>
            <a:off x="7654855" y="607613"/>
            <a:ext cx="596491" cy="554593"/>
          </a:xfrm>
          <a:prstGeom prst="ellipse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r>
          </a:p>
        </p:txBody>
      </p:sp>
      <p:sp>
        <p:nvSpPr>
          <p:cNvPr id="113" name="Oval 112">
            <a:extLst>
              <a:ext uri="{FF2B5EF4-FFF2-40B4-BE49-F238E27FC236}">
                <a16:creationId xmlns:a16="http://schemas.microsoft.com/office/drawing/2014/main" id="{453BD78F-47F2-1612-5E68-0EFEC4A72B4C}"/>
              </a:ext>
            </a:extLst>
          </p:cNvPr>
          <p:cNvSpPr/>
          <p:nvPr/>
        </p:nvSpPr>
        <p:spPr>
          <a:xfrm>
            <a:off x="7627922" y="1248607"/>
            <a:ext cx="604318" cy="554593"/>
          </a:xfrm>
          <a:prstGeom prst="ellipse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12</a:t>
            </a:r>
          </a:p>
        </p:txBody>
      </p:sp>
      <p:sp>
        <p:nvSpPr>
          <p:cNvPr id="114" name="Oval 113">
            <a:extLst>
              <a:ext uri="{FF2B5EF4-FFF2-40B4-BE49-F238E27FC236}">
                <a16:creationId xmlns:a16="http://schemas.microsoft.com/office/drawing/2014/main" id="{84AB79D3-EA81-01A7-ED0E-2CC032155B17}"/>
              </a:ext>
            </a:extLst>
          </p:cNvPr>
          <p:cNvSpPr/>
          <p:nvPr/>
        </p:nvSpPr>
        <p:spPr>
          <a:xfrm>
            <a:off x="7609219" y="1864933"/>
            <a:ext cx="604318" cy="525503"/>
          </a:xfrm>
          <a:prstGeom prst="ellipse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14</a:t>
            </a:r>
          </a:p>
        </p:txBody>
      </p:sp>
      <p:sp>
        <p:nvSpPr>
          <p:cNvPr id="115" name="Oval 114">
            <a:extLst>
              <a:ext uri="{FF2B5EF4-FFF2-40B4-BE49-F238E27FC236}">
                <a16:creationId xmlns:a16="http://schemas.microsoft.com/office/drawing/2014/main" id="{55B9ECAE-9E77-A542-6029-A0E82ABAF574}"/>
              </a:ext>
            </a:extLst>
          </p:cNvPr>
          <p:cNvSpPr/>
          <p:nvPr/>
        </p:nvSpPr>
        <p:spPr>
          <a:xfrm>
            <a:off x="7609218" y="2521904"/>
            <a:ext cx="642129" cy="595492"/>
          </a:xfrm>
          <a:prstGeom prst="ellipse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</a:p>
        </p:txBody>
      </p:sp>
      <p:sp>
        <p:nvSpPr>
          <p:cNvPr id="117" name="Oval 116">
            <a:extLst>
              <a:ext uri="{FF2B5EF4-FFF2-40B4-BE49-F238E27FC236}">
                <a16:creationId xmlns:a16="http://schemas.microsoft.com/office/drawing/2014/main" id="{E286F6A1-BBDF-6D62-7C25-B625375697A9}"/>
              </a:ext>
            </a:extLst>
          </p:cNvPr>
          <p:cNvSpPr/>
          <p:nvPr/>
        </p:nvSpPr>
        <p:spPr>
          <a:xfrm>
            <a:off x="2429523" y="2858692"/>
            <a:ext cx="564599" cy="592010"/>
          </a:xfrm>
          <a:prstGeom prst="ellipse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8</a:t>
            </a:r>
          </a:p>
        </p:txBody>
      </p:sp>
      <p:sp>
        <p:nvSpPr>
          <p:cNvPr id="119" name="Oval 118">
            <a:extLst>
              <a:ext uri="{FF2B5EF4-FFF2-40B4-BE49-F238E27FC236}">
                <a16:creationId xmlns:a16="http://schemas.microsoft.com/office/drawing/2014/main" id="{121AFD01-F327-36F8-79D0-5E8369D00737}"/>
              </a:ext>
            </a:extLst>
          </p:cNvPr>
          <p:cNvSpPr/>
          <p:nvPr/>
        </p:nvSpPr>
        <p:spPr>
          <a:xfrm>
            <a:off x="7598157" y="3211723"/>
            <a:ext cx="642129" cy="584169"/>
          </a:xfrm>
          <a:prstGeom prst="ellipse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13</a:t>
            </a:r>
          </a:p>
        </p:txBody>
      </p:sp>
      <p:sp>
        <p:nvSpPr>
          <p:cNvPr id="121" name="Oval 120">
            <a:extLst>
              <a:ext uri="{FF2B5EF4-FFF2-40B4-BE49-F238E27FC236}">
                <a16:creationId xmlns:a16="http://schemas.microsoft.com/office/drawing/2014/main" id="{99B6DA05-4BC9-6126-4662-A45B76FB907F}"/>
              </a:ext>
            </a:extLst>
          </p:cNvPr>
          <p:cNvSpPr/>
          <p:nvPr/>
        </p:nvSpPr>
        <p:spPr>
          <a:xfrm>
            <a:off x="7604679" y="4000523"/>
            <a:ext cx="602907" cy="584169"/>
          </a:xfrm>
          <a:prstGeom prst="ellipse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10</a:t>
            </a:r>
          </a:p>
        </p:txBody>
      </p:sp>
      <p:sp>
        <p:nvSpPr>
          <p:cNvPr id="126" name="Oval 125">
            <a:extLst>
              <a:ext uri="{FF2B5EF4-FFF2-40B4-BE49-F238E27FC236}">
                <a16:creationId xmlns:a16="http://schemas.microsoft.com/office/drawing/2014/main" id="{2F828FE4-4D35-AF72-60B0-71FC3F5A2C49}"/>
              </a:ext>
            </a:extLst>
          </p:cNvPr>
          <p:cNvSpPr/>
          <p:nvPr/>
        </p:nvSpPr>
        <p:spPr>
          <a:xfrm>
            <a:off x="7609219" y="4664648"/>
            <a:ext cx="602907" cy="584168"/>
          </a:xfrm>
          <a:prstGeom prst="ellipse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9</a:t>
            </a:r>
          </a:p>
        </p:txBody>
      </p:sp>
      <p:sp>
        <p:nvSpPr>
          <p:cNvPr id="127" name="Oval 126">
            <a:extLst>
              <a:ext uri="{FF2B5EF4-FFF2-40B4-BE49-F238E27FC236}">
                <a16:creationId xmlns:a16="http://schemas.microsoft.com/office/drawing/2014/main" id="{A6F027E5-E5AB-1BE9-5F77-6EDFA7765347}"/>
              </a:ext>
            </a:extLst>
          </p:cNvPr>
          <p:cNvSpPr/>
          <p:nvPr/>
        </p:nvSpPr>
        <p:spPr>
          <a:xfrm>
            <a:off x="2403553" y="734639"/>
            <a:ext cx="564599" cy="590546"/>
          </a:xfrm>
          <a:prstGeom prst="ellipse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4</a:t>
            </a:r>
          </a:p>
        </p:txBody>
      </p:sp>
      <p:sp>
        <p:nvSpPr>
          <p:cNvPr id="128" name="Oval 127">
            <a:extLst>
              <a:ext uri="{FF2B5EF4-FFF2-40B4-BE49-F238E27FC236}">
                <a16:creationId xmlns:a16="http://schemas.microsoft.com/office/drawing/2014/main" id="{C929369E-25A4-ECCD-553D-13D2F9292DD3}"/>
              </a:ext>
            </a:extLst>
          </p:cNvPr>
          <p:cNvSpPr/>
          <p:nvPr/>
        </p:nvSpPr>
        <p:spPr>
          <a:xfrm>
            <a:off x="2377451" y="1411970"/>
            <a:ext cx="570925" cy="629896"/>
          </a:xfrm>
          <a:prstGeom prst="ellipse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</a:p>
        </p:txBody>
      </p:sp>
      <p:sp>
        <p:nvSpPr>
          <p:cNvPr id="129" name="Oval 128">
            <a:extLst>
              <a:ext uri="{FF2B5EF4-FFF2-40B4-BE49-F238E27FC236}">
                <a16:creationId xmlns:a16="http://schemas.microsoft.com/office/drawing/2014/main" id="{E9F6BD7A-8D1A-FAEA-399A-3B59F4921197}"/>
              </a:ext>
            </a:extLst>
          </p:cNvPr>
          <p:cNvSpPr/>
          <p:nvPr/>
        </p:nvSpPr>
        <p:spPr>
          <a:xfrm>
            <a:off x="2424345" y="2172756"/>
            <a:ext cx="564598" cy="565373"/>
          </a:xfrm>
          <a:prstGeom prst="ellipse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7</a:t>
            </a:r>
          </a:p>
        </p:txBody>
      </p:sp>
      <p:sp>
        <p:nvSpPr>
          <p:cNvPr id="136" name="Oval 135">
            <a:extLst>
              <a:ext uri="{FF2B5EF4-FFF2-40B4-BE49-F238E27FC236}">
                <a16:creationId xmlns:a16="http://schemas.microsoft.com/office/drawing/2014/main" id="{3E381118-3D86-2FBD-C347-935ACEE8E33F}"/>
              </a:ext>
            </a:extLst>
          </p:cNvPr>
          <p:cNvSpPr/>
          <p:nvPr/>
        </p:nvSpPr>
        <p:spPr>
          <a:xfrm>
            <a:off x="2377451" y="3581592"/>
            <a:ext cx="592030" cy="526419"/>
          </a:xfrm>
          <a:prstGeom prst="ellipse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11</a:t>
            </a:r>
          </a:p>
        </p:txBody>
      </p:sp>
      <p:sp>
        <p:nvSpPr>
          <p:cNvPr id="140" name="Oval 139">
            <a:extLst>
              <a:ext uri="{FF2B5EF4-FFF2-40B4-BE49-F238E27FC236}">
                <a16:creationId xmlns:a16="http://schemas.microsoft.com/office/drawing/2014/main" id="{3894DFBA-43D1-BF41-13E2-95CA62AF74DA}"/>
              </a:ext>
            </a:extLst>
          </p:cNvPr>
          <p:cNvSpPr/>
          <p:nvPr/>
        </p:nvSpPr>
        <p:spPr>
          <a:xfrm>
            <a:off x="2460171" y="4180302"/>
            <a:ext cx="518152" cy="485826"/>
          </a:xfrm>
          <a:prstGeom prst="ellipse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6</a:t>
            </a:r>
          </a:p>
        </p:txBody>
      </p:sp>
      <p:sp>
        <p:nvSpPr>
          <p:cNvPr id="141" name="Oval 140">
            <a:extLst>
              <a:ext uri="{FF2B5EF4-FFF2-40B4-BE49-F238E27FC236}">
                <a16:creationId xmlns:a16="http://schemas.microsoft.com/office/drawing/2014/main" id="{F64EEC6F-87B5-7C84-E2A3-1ADA3A15608F}"/>
              </a:ext>
            </a:extLst>
          </p:cNvPr>
          <p:cNvSpPr/>
          <p:nvPr/>
        </p:nvSpPr>
        <p:spPr>
          <a:xfrm>
            <a:off x="2460171" y="4785343"/>
            <a:ext cx="518152" cy="470816"/>
          </a:xfrm>
          <a:prstGeom prst="ellipse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5</a:t>
            </a:r>
          </a:p>
        </p:txBody>
      </p:sp>
      <p:cxnSp>
        <p:nvCxnSpPr>
          <p:cNvPr id="163" name="Straight Connector 162">
            <a:extLst>
              <a:ext uri="{FF2B5EF4-FFF2-40B4-BE49-F238E27FC236}">
                <a16:creationId xmlns:a16="http://schemas.microsoft.com/office/drawing/2014/main" id="{4E58849B-F511-8BDE-D6F1-330FAD9E081E}"/>
              </a:ext>
            </a:extLst>
          </p:cNvPr>
          <p:cNvCxnSpPr>
            <a:cxnSpLocks/>
          </p:cNvCxnSpPr>
          <p:nvPr/>
        </p:nvCxnSpPr>
        <p:spPr>
          <a:xfrm flipV="1">
            <a:off x="5832241" y="2127618"/>
            <a:ext cx="435781" cy="673462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2" name="Straight Connector 171">
            <a:extLst>
              <a:ext uri="{FF2B5EF4-FFF2-40B4-BE49-F238E27FC236}">
                <a16:creationId xmlns:a16="http://schemas.microsoft.com/office/drawing/2014/main" id="{612675B2-23BB-0467-1D66-314F3158A9A7}"/>
              </a:ext>
            </a:extLst>
          </p:cNvPr>
          <p:cNvCxnSpPr>
            <a:cxnSpLocks/>
          </p:cNvCxnSpPr>
          <p:nvPr/>
        </p:nvCxnSpPr>
        <p:spPr>
          <a:xfrm flipH="1" flipV="1">
            <a:off x="4091814" y="2414094"/>
            <a:ext cx="465694" cy="889039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0" name="Arc 179">
            <a:extLst>
              <a:ext uri="{FF2B5EF4-FFF2-40B4-BE49-F238E27FC236}">
                <a16:creationId xmlns:a16="http://schemas.microsoft.com/office/drawing/2014/main" id="{558493A0-CD8F-F253-740B-4555D87AFD5F}"/>
              </a:ext>
            </a:extLst>
          </p:cNvPr>
          <p:cNvSpPr/>
          <p:nvPr/>
        </p:nvSpPr>
        <p:spPr>
          <a:xfrm rot="14632540">
            <a:off x="4986280" y="3530721"/>
            <a:ext cx="691119" cy="104772"/>
          </a:xfrm>
          <a:prstGeom prst="arc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81" name="Arc 180">
            <a:extLst>
              <a:ext uri="{FF2B5EF4-FFF2-40B4-BE49-F238E27FC236}">
                <a16:creationId xmlns:a16="http://schemas.microsoft.com/office/drawing/2014/main" id="{A17E5913-9AD0-47DD-8843-792E95DA07AD}"/>
              </a:ext>
            </a:extLst>
          </p:cNvPr>
          <p:cNvSpPr/>
          <p:nvPr/>
        </p:nvSpPr>
        <p:spPr>
          <a:xfrm rot="14496238">
            <a:off x="5037176" y="3513438"/>
            <a:ext cx="631002" cy="95066"/>
          </a:xfrm>
          <a:prstGeom prst="arc">
            <a:avLst/>
          </a:prstGeom>
          <a:ln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cxnSp>
        <p:nvCxnSpPr>
          <p:cNvPr id="212" name="Straight Connector 211">
            <a:extLst>
              <a:ext uri="{FF2B5EF4-FFF2-40B4-BE49-F238E27FC236}">
                <a16:creationId xmlns:a16="http://schemas.microsoft.com/office/drawing/2014/main" id="{32FB4C07-BCAB-A785-EE3D-F0184CA4E258}"/>
              </a:ext>
            </a:extLst>
          </p:cNvPr>
          <p:cNvCxnSpPr>
            <a:cxnSpLocks/>
          </p:cNvCxnSpPr>
          <p:nvPr/>
        </p:nvCxnSpPr>
        <p:spPr>
          <a:xfrm>
            <a:off x="3805918" y="3149594"/>
            <a:ext cx="158463" cy="341091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02858388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6311162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80670418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297</TotalTime>
  <Words>14</Words>
  <Application>Microsoft Office PowerPoint</Application>
  <PresentationFormat>Widescreen</PresentationFormat>
  <Paragraphs>14</Paragraphs>
  <Slides>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8" baseType="lpstr">
      <vt:lpstr>Arial</vt:lpstr>
      <vt:lpstr>Calibri</vt:lpstr>
      <vt:lpstr>Calibri Light</vt:lpstr>
      <vt:lpstr>Times New Roman</vt:lpstr>
      <vt:lpstr>Office Theme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Sukesh Periyasamy</dc:creator>
  <cp:lastModifiedBy>Sukesh Periyasamy</cp:lastModifiedBy>
  <cp:revision>5</cp:revision>
  <dcterms:created xsi:type="dcterms:W3CDTF">2024-05-02T09:35:58Z</dcterms:created>
  <dcterms:modified xsi:type="dcterms:W3CDTF">2024-05-02T17:16:45Z</dcterms:modified>
</cp:coreProperties>
</file>