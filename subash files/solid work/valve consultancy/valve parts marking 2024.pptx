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5A7B3-DC78-458D-88A9-C013AB38954C}" v="1" dt="2024-05-10T14:02:11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5586-5175-E236-2F80-E2D62162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FEF4-B065-B1BC-AA36-0650EC233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6B9C2-9146-4C2B-CD85-302ECB99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4D907-D5CD-2DD5-68F6-122430BA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DC6A-2693-D9F7-B8F8-E39A4B61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17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01DC-E4C2-7DDB-78CA-6EA7091F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646A-7E13-4778-E0DA-1DEBC7E39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EFFDF-6381-8D64-6146-FF728B89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BB61-799F-1876-ACEC-2A651AEA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2C891-A000-1DF0-172A-BDE46543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5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4A95-8F29-8B8A-A047-20611BFD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DA562-F403-D881-7930-4F4BCE62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C09F-EFF1-3A72-28FB-C2BE949BF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D2EF-AA10-2FC5-81FF-91DFE662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D9070-E658-D75C-C805-ED5F91AE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3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9F9C-CF45-027D-4B5A-2BBADD1C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B584-EA7F-5BC9-8672-5BF07C80F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792D-4DC4-0694-1902-7561CCD55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EE14F-285E-8398-479E-1AF17D81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5E2D9-284F-8700-1EAE-E16B52D3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C46C3-34A6-997B-BE81-87706CB3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6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1AE1-EE1E-7249-D762-74334D16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350FA-ADCF-9FA0-B5FD-39B922DD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948E6-4BFC-AF3A-0AD1-A23565D0C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F6B9D-6355-D444-AC3F-58AE3A947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2662F-9F3B-744F-B426-896174565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7A6CD-A417-8622-7020-0628BB13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CD645-B342-370F-C8C3-6E7372CA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D859D-540B-80FF-5476-1C1029B8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26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2390-5531-0155-8F9F-624F8271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3B77D-9916-AC9E-AD01-1D27B5FC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595D1-B167-E66F-5E86-6F767D4D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8A1B2-BACF-99CA-0675-8E192C68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32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F9AFE-D684-99DC-6CB4-FA80ED9B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E0F69-5BA1-6978-9E6B-FBC11597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8E1A9-CFF6-B360-B9E3-624A419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97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DFD0-E79C-FA7B-7D8F-F6D20C5BF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6D0E-358F-6CC7-BCC5-099E46C7B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E8774-8192-5E29-23B5-39577DD60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C61FC-9B44-D95D-EE64-1ADE3178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BC4E9-3FBE-A2FD-07F0-79FF897B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7C45D-CBFD-9D34-8ABE-F8054399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52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6833-978F-798F-3136-2CF2BC6E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1566B-545B-1CEF-283E-587F344CF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5743-E0E0-8046-D77C-FD9BE518C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620EF-CE28-BA17-BF81-2AA0C54E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2ABFB-7403-62EF-487F-C7AE2920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52180-85F3-2E2C-0FA3-4D27BF4A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7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D656-353E-15EF-CA3D-52A5A541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97379-1E67-F2D9-2491-0C5FB067D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4F31F-243D-C090-8B51-CA9455E3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08375-8D9A-DC92-9218-52C8CDA1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41113-DF9F-DC29-080F-238CAD67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1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9684A-EB53-2E8E-996E-8BA478439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427B2-BC81-E800-2F38-EA58CF539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74A80-1279-2913-F184-F3DAE8EA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C9B69-C13D-65E0-669D-2C4D99D1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EC2EC-6E9D-08E5-C9D8-86B852AF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99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C3E1B-0230-6633-9DDB-BDEA5B1B9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7FF5D-4434-05DF-0CEF-6D50F6675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6D0E5-78B0-4184-BB0C-2F6C2FAD1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8505D-58FA-4C98-96A1-56024DC7FE4B}" type="datetimeFigureOut">
              <a:rPr lang="en-IN" smtClean="0"/>
              <a:t>13-05-2024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44270-6E7C-34C3-C08D-4943DCBB6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9056-1C41-05D3-53FB-68B508713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05278-AC51-415E-AEE6-97E8F73D6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23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5C151-B8BF-C2DA-B689-01D002B6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74" y="1809232"/>
            <a:ext cx="6547468" cy="4462779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9CE6A-DCF4-5DA9-E2EE-D1CD9157548C}"/>
              </a:ext>
            </a:extLst>
          </p:cNvPr>
          <p:cNvCxnSpPr>
            <a:cxnSpLocks/>
          </p:cNvCxnSpPr>
          <p:nvPr/>
        </p:nvCxnSpPr>
        <p:spPr>
          <a:xfrm flipV="1">
            <a:off x="5886103" y="1851925"/>
            <a:ext cx="172791" cy="13911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E02953-5732-9B4C-337E-0A2141354D1A}"/>
              </a:ext>
            </a:extLst>
          </p:cNvPr>
          <p:cNvCxnSpPr>
            <a:cxnSpLocks/>
            <a:endCxn id="11" idx="5"/>
          </p:cNvCxnSpPr>
          <p:nvPr/>
        </p:nvCxnSpPr>
        <p:spPr>
          <a:xfrm flipV="1">
            <a:off x="6291330" y="2329069"/>
            <a:ext cx="761600" cy="8713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8FC40C0-664F-27FD-3421-C03779C1F365}"/>
              </a:ext>
            </a:extLst>
          </p:cNvPr>
          <p:cNvSpPr/>
          <p:nvPr/>
        </p:nvSpPr>
        <p:spPr>
          <a:xfrm>
            <a:off x="6046631" y="1408314"/>
            <a:ext cx="1178953" cy="1078731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447FC8-C95C-37C6-0382-E0D5BBF5A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08119" y="1549918"/>
            <a:ext cx="679015" cy="81060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AD3A94-AE8B-F75B-6FF6-11064EDBFDC3}"/>
              </a:ext>
            </a:extLst>
          </p:cNvPr>
          <p:cNvCxnSpPr>
            <a:cxnSpLocks/>
          </p:cNvCxnSpPr>
          <p:nvPr/>
        </p:nvCxnSpPr>
        <p:spPr>
          <a:xfrm>
            <a:off x="1783724" y="3200400"/>
            <a:ext cx="0" cy="13394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FB748C4-6EC5-A6E4-5BAC-F679395468E7}"/>
              </a:ext>
            </a:extLst>
          </p:cNvPr>
          <p:cNvSpPr txBox="1"/>
          <p:nvPr/>
        </p:nvSpPr>
        <p:spPr>
          <a:xfrm rot="16200000">
            <a:off x="1191297" y="3593206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9F56F9-4B30-2D16-0D7F-AD43C5F8B689}"/>
              </a:ext>
            </a:extLst>
          </p:cNvPr>
          <p:cNvCxnSpPr>
            <a:cxnSpLocks/>
          </p:cNvCxnSpPr>
          <p:nvPr/>
        </p:nvCxnSpPr>
        <p:spPr>
          <a:xfrm flipH="1">
            <a:off x="6761408" y="1184856"/>
            <a:ext cx="907961" cy="5602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64FF18-B81A-5204-9FFE-66EA8DD46ACA}"/>
              </a:ext>
            </a:extLst>
          </p:cNvPr>
          <p:cNvCxnSpPr>
            <a:cxnSpLocks/>
          </p:cNvCxnSpPr>
          <p:nvPr/>
        </p:nvCxnSpPr>
        <p:spPr>
          <a:xfrm>
            <a:off x="7659461" y="1184856"/>
            <a:ext cx="480332" cy="12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BD7758-9303-6D20-E099-DDBD3EBCC46C}"/>
              </a:ext>
            </a:extLst>
          </p:cNvPr>
          <p:cNvCxnSpPr>
            <a:cxnSpLocks/>
          </p:cNvCxnSpPr>
          <p:nvPr/>
        </p:nvCxnSpPr>
        <p:spPr>
          <a:xfrm flipH="1">
            <a:off x="5054958" y="2607972"/>
            <a:ext cx="2543577" cy="821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15DBEE-2E88-567C-5471-7F3D5AF83A73}"/>
              </a:ext>
            </a:extLst>
          </p:cNvPr>
          <p:cNvCxnSpPr>
            <a:cxnSpLocks/>
          </p:cNvCxnSpPr>
          <p:nvPr/>
        </p:nvCxnSpPr>
        <p:spPr>
          <a:xfrm>
            <a:off x="7596272" y="2608994"/>
            <a:ext cx="5435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703F15-C40A-B3B2-42A3-88EA5402B21B}"/>
              </a:ext>
            </a:extLst>
          </p:cNvPr>
          <p:cNvCxnSpPr>
            <a:cxnSpLocks/>
          </p:cNvCxnSpPr>
          <p:nvPr/>
        </p:nvCxnSpPr>
        <p:spPr>
          <a:xfrm>
            <a:off x="4129314" y="3429000"/>
            <a:ext cx="0" cy="189048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60211DE-5A6B-0FBA-050F-E7D29F4960FB}"/>
              </a:ext>
            </a:extLst>
          </p:cNvPr>
          <p:cNvSpPr txBox="1"/>
          <p:nvPr/>
        </p:nvSpPr>
        <p:spPr>
          <a:xfrm rot="16200000">
            <a:off x="3316905" y="3998687"/>
            <a:ext cx="125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 Cm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776C760-0FF2-F57B-9C63-69A39C00C2B9}"/>
              </a:ext>
            </a:extLst>
          </p:cNvPr>
          <p:cNvSpPr/>
          <p:nvPr/>
        </p:nvSpPr>
        <p:spPr>
          <a:xfrm>
            <a:off x="8143013" y="2187644"/>
            <a:ext cx="907960" cy="8899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509F040-FC00-D307-317B-3018ACF596F8}"/>
              </a:ext>
            </a:extLst>
          </p:cNvPr>
          <p:cNvSpPr/>
          <p:nvPr/>
        </p:nvSpPr>
        <p:spPr>
          <a:xfrm>
            <a:off x="8139793" y="739902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AD16AA6-44D8-8C31-A536-FBFDFACEFFDC}"/>
              </a:ext>
            </a:extLst>
          </p:cNvPr>
          <p:cNvCxnSpPr>
            <a:cxnSpLocks/>
          </p:cNvCxnSpPr>
          <p:nvPr/>
        </p:nvCxnSpPr>
        <p:spPr>
          <a:xfrm>
            <a:off x="2191657" y="5297083"/>
            <a:ext cx="4444450" cy="4318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0473584-E376-EE3C-1309-D2C4E2A2BE78}"/>
              </a:ext>
            </a:extLst>
          </p:cNvPr>
          <p:cNvSpPr txBox="1"/>
          <p:nvPr/>
        </p:nvSpPr>
        <p:spPr>
          <a:xfrm rot="341919">
            <a:off x="3483418" y="5508070"/>
            <a:ext cx="111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 Cm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253A34-641D-7531-C9A0-FE02EE45ADD2}"/>
              </a:ext>
            </a:extLst>
          </p:cNvPr>
          <p:cNvCxnSpPr>
            <a:cxnSpLocks/>
          </p:cNvCxnSpPr>
          <p:nvPr/>
        </p:nvCxnSpPr>
        <p:spPr>
          <a:xfrm flipV="1">
            <a:off x="2888193" y="2632596"/>
            <a:ext cx="956568" cy="8909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8CEDA57-1D19-26C9-C4DF-C8A27CA72D11}"/>
              </a:ext>
            </a:extLst>
          </p:cNvPr>
          <p:cNvSpPr txBox="1"/>
          <p:nvPr/>
        </p:nvSpPr>
        <p:spPr>
          <a:xfrm rot="18902973">
            <a:off x="2801190" y="2761277"/>
            <a:ext cx="92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 Cm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9E6293C-A664-2708-E426-21D3188C09AF}"/>
              </a:ext>
            </a:extLst>
          </p:cNvPr>
          <p:cNvCxnSpPr>
            <a:cxnSpLocks/>
          </p:cNvCxnSpPr>
          <p:nvPr/>
        </p:nvCxnSpPr>
        <p:spPr>
          <a:xfrm flipH="1">
            <a:off x="5192486" y="3898937"/>
            <a:ext cx="2385826" cy="5315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B9D630-DDAE-2741-DDCA-FE357372276E}"/>
              </a:ext>
            </a:extLst>
          </p:cNvPr>
          <p:cNvCxnSpPr>
            <a:cxnSpLocks/>
          </p:cNvCxnSpPr>
          <p:nvPr/>
        </p:nvCxnSpPr>
        <p:spPr>
          <a:xfrm>
            <a:off x="7564677" y="3901870"/>
            <a:ext cx="606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7BC6747-3EA5-4670-5D4B-C46D8513BE47}"/>
              </a:ext>
            </a:extLst>
          </p:cNvPr>
          <p:cNvSpPr/>
          <p:nvPr/>
        </p:nvSpPr>
        <p:spPr>
          <a:xfrm>
            <a:off x="8167641" y="3441737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753E0469-B54A-471D-04DB-9ABEB6447A01}"/>
              </a:ext>
            </a:extLst>
          </p:cNvPr>
          <p:cNvSpPr/>
          <p:nvPr/>
        </p:nvSpPr>
        <p:spPr>
          <a:xfrm rot="5229890" flipV="1">
            <a:off x="5843976" y="3003733"/>
            <a:ext cx="126741" cy="416899"/>
          </a:xfrm>
          <a:prstGeom prst="arc">
            <a:avLst>
              <a:gd name="adj1" fmla="val 16200000"/>
              <a:gd name="adj2" fmla="val 1993449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B7BC43EA-F9AD-4137-D9C9-D9595F38CEC9}"/>
              </a:ext>
            </a:extLst>
          </p:cNvPr>
          <p:cNvSpPr/>
          <p:nvPr/>
        </p:nvSpPr>
        <p:spPr>
          <a:xfrm rot="6388804">
            <a:off x="5716283" y="3008436"/>
            <a:ext cx="45719" cy="36470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6C750F9-E953-4971-E7B2-1C1C643C8390}"/>
              </a:ext>
            </a:extLst>
          </p:cNvPr>
          <p:cNvSpPr/>
          <p:nvPr/>
        </p:nvSpPr>
        <p:spPr>
          <a:xfrm>
            <a:off x="4696230" y="3109804"/>
            <a:ext cx="235857" cy="45719"/>
          </a:xfrm>
          <a:custGeom>
            <a:avLst/>
            <a:gdLst>
              <a:gd name="connsiteX0" fmla="*/ 141514 w 141514"/>
              <a:gd name="connsiteY0" fmla="*/ 30919 h 34548"/>
              <a:gd name="connsiteX1" fmla="*/ 132443 w 141514"/>
              <a:gd name="connsiteY1" fmla="*/ 34548 h 34548"/>
              <a:gd name="connsiteX2" fmla="*/ 99786 w 141514"/>
              <a:gd name="connsiteY2" fmla="*/ 30919 h 34548"/>
              <a:gd name="connsiteX3" fmla="*/ 87086 w 141514"/>
              <a:gd name="connsiteY3" fmla="*/ 25476 h 34548"/>
              <a:gd name="connsiteX4" fmla="*/ 72572 w 141514"/>
              <a:gd name="connsiteY4" fmla="*/ 23662 h 34548"/>
              <a:gd name="connsiteX5" fmla="*/ 41729 w 141514"/>
              <a:gd name="connsiteY5" fmla="*/ 10962 h 34548"/>
              <a:gd name="connsiteX6" fmla="*/ 27214 w 141514"/>
              <a:gd name="connsiteY6" fmla="*/ 5519 h 34548"/>
              <a:gd name="connsiteX7" fmla="*/ 3629 w 141514"/>
              <a:gd name="connsiteY7" fmla="*/ 76 h 34548"/>
              <a:gd name="connsiteX8" fmla="*/ 0 w 141514"/>
              <a:gd name="connsiteY8" fmla="*/ 76 h 34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514" h="34548">
                <a:moveTo>
                  <a:pt x="141514" y="30919"/>
                </a:moveTo>
                <a:cubicBezTo>
                  <a:pt x="138490" y="32129"/>
                  <a:pt x="135700" y="34548"/>
                  <a:pt x="132443" y="34548"/>
                </a:cubicBezTo>
                <a:cubicBezTo>
                  <a:pt x="121490" y="34548"/>
                  <a:pt x="110526" y="33067"/>
                  <a:pt x="99786" y="30919"/>
                </a:cubicBezTo>
                <a:cubicBezTo>
                  <a:pt x="95270" y="30016"/>
                  <a:pt x="91536" y="26663"/>
                  <a:pt x="87086" y="25476"/>
                </a:cubicBezTo>
                <a:cubicBezTo>
                  <a:pt x="82375" y="24220"/>
                  <a:pt x="77410" y="24267"/>
                  <a:pt x="72572" y="23662"/>
                </a:cubicBezTo>
                <a:cubicBezTo>
                  <a:pt x="45284" y="8501"/>
                  <a:pt x="67570" y="19037"/>
                  <a:pt x="41729" y="10962"/>
                </a:cubicBezTo>
                <a:cubicBezTo>
                  <a:pt x="36797" y="9421"/>
                  <a:pt x="32146" y="7060"/>
                  <a:pt x="27214" y="5519"/>
                </a:cubicBezTo>
                <a:cubicBezTo>
                  <a:pt x="23758" y="4439"/>
                  <a:pt x="8903" y="829"/>
                  <a:pt x="3629" y="76"/>
                </a:cubicBezTo>
                <a:cubicBezTo>
                  <a:pt x="2431" y="-95"/>
                  <a:pt x="1210" y="76"/>
                  <a:pt x="0" y="7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F9BC0157-665B-0825-1FC2-29F73859E99C}"/>
              </a:ext>
            </a:extLst>
          </p:cNvPr>
          <p:cNvSpPr/>
          <p:nvPr/>
        </p:nvSpPr>
        <p:spPr>
          <a:xfrm>
            <a:off x="4726651" y="3077547"/>
            <a:ext cx="168728" cy="47171"/>
          </a:xfrm>
          <a:custGeom>
            <a:avLst/>
            <a:gdLst>
              <a:gd name="connsiteX0" fmla="*/ 0 w 168728"/>
              <a:gd name="connsiteY0" fmla="*/ 0 h 47171"/>
              <a:gd name="connsiteX1" fmla="*/ 36285 w 168728"/>
              <a:gd name="connsiteY1" fmla="*/ 7257 h 47171"/>
              <a:gd name="connsiteX2" fmla="*/ 54428 w 168728"/>
              <a:gd name="connsiteY2" fmla="*/ 10886 h 47171"/>
              <a:gd name="connsiteX3" fmla="*/ 68943 w 168728"/>
              <a:gd name="connsiteY3" fmla="*/ 16329 h 47171"/>
              <a:gd name="connsiteX4" fmla="*/ 76200 w 168728"/>
              <a:gd name="connsiteY4" fmla="*/ 19957 h 47171"/>
              <a:gd name="connsiteX5" fmla="*/ 97971 w 168728"/>
              <a:gd name="connsiteY5" fmla="*/ 25400 h 47171"/>
              <a:gd name="connsiteX6" fmla="*/ 105228 w 168728"/>
              <a:gd name="connsiteY6" fmla="*/ 30843 h 47171"/>
              <a:gd name="connsiteX7" fmla="*/ 117928 w 168728"/>
              <a:gd name="connsiteY7" fmla="*/ 34471 h 47171"/>
              <a:gd name="connsiteX8" fmla="*/ 130628 w 168728"/>
              <a:gd name="connsiteY8" fmla="*/ 39914 h 47171"/>
              <a:gd name="connsiteX9" fmla="*/ 148771 w 168728"/>
              <a:gd name="connsiteY9" fmla="*/ 41729 h 47171"/>
              <a:gd name="connsiteX10" fmla="*/ 159657 w 168728"/>
              <a:gd name="connsiteY10" fmla="*/ 43543 h 47171"/>
              <a:gd name="connsiteX11" fmla="*/ 168728 w 168728"/>
              <a:gd name="connsiteY11" fmla="*/ 47171 h 4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8728" h="47171">
                <a:moveTo>
                  <a:pt x="0" y="0"/>
                </a:moveTo>
                <a:lnTo>
                  <a:pt x="36285" y="7257"/>
                </a:lnTo>
                <a:cubicBezTo>
                  <a:pt x="36297" y="7259"/>
                  <a:pt x="54416" y="10882"/>
                  <a:pt x="54428" y="10886"/>
                </a:cubicBezTo>
                <a:cubicBezTo>
                  <a:pt x="60416" y="12882"/>
                  <a:pt x="62429" y="13434"/>
                  <a:pt x="68943" y="16329"/>
                </a:cubicBezTo>
                <a:cubicBezTo>
                  <a:pt x="71414" y="17427"/>
                  <a:pt x="73689" y="18953"/>
                  <a:pt x="76200" y="19957"/>
                </a:cubicBezTo>
                <a:cubicBezTo>
                  <a:pt x="86472" y="24066"/>
                  <a:pt x="87259" y="23615"/>
                  <a:pt x="97971" y="25400"/>
                </a:cubicBezTo>
                <a:cubicBezTo>
                  <a:pt x="100390" y="27214"/>
                  <a:pt x="102603" y="29343"/>
                  <a:pt x="105228" y="30843"/>
                </a:cubicBezTo>
                <a:cubicBezTo>
                  <a:pt x="107910" y="32376"/>
                  <a:pt x="115499" y="33588"/>
                  <a:pt x="117928" y="34471"/>
                </a:cubicBezTo>
                <a:cubicBezTo>
                  <a:pt x="122256" y="36045"/>
                  <a:pt x="126145" y="38859"/>
                  <a:pt x="130628" y="39914"/>
                </a:cubicBezTo>
                <a:cubicBezTo>
                  <a:pt x="136544" y="41306"/>
                  <a:pt x="142740" y="40975"/>
                  <a:pt x="148771" y="41729"/>
                </a:cubicBezTo>
                <a:cubicBezTo>
                  <a:pt x="152421" y="42185"/>
                  <a:pt x="156028" y="42938"/>
                  <a:pt x="159657" y="43543"/>
                </a:cubicBezTo>
                <a:lnTo>
                  <a:pt x="168728" y="47171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C6C7CD5-CFD6-2A2B-2B9F-4D1ABDB6DB29}"/>
              </a:ext>
            </a:extLst>
          </p:cNvPr>
          <p:cNvCxnSpPr>
            <a:cxnSpLocks/>
          </p:cNvCxnSpPr>
          <p:nvPr/>
        </p:nvCxnSpPr>
        <p:spPr>
          <a:xfrm flipH="1">
            <a:off x="5054958" y="364205"/>
            <a:ext cx="1465651" cy="2668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E81DBEA-1D4C-47A8-5733-F142F955452B}"/>
              </a:ext>
            </a:extLst>
          </p:cNvPr>
          <p:cNvCxnSpPr>
            <a:cxnSpLocks/>
          </p:cNvCxnSpPr>
          <p:nvPr/>
        </p:nvCxnSpPr>
        <p:spPr>
          <a:xfrm>
            <a:off x="6520609" y="378406"/>
            <a:ext cx="1774305" cy="253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53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21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5C151-B8BF-C2DA-B689-01D002B6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96" y="1818228"/>
            <a:ext cx="6547468" cy="4462779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9CE6A-DCF4-5DA9-E2EE-D1CD9157548C}"/>
              </a:ext>
            </a:extLst>
          </p:cNvPr>
          <p:cNvCxnSpPr>
            <a:cxnSpLocks/>
          </p:cNvCxnSpPr>
          <p:nvPr/>
        </p:nvCxnSpPr>
        <p:spPr>
          <a:xfrm flipV="1">
            <a:off x="5886103" y="2039055"/>
            <a:ext cx="269911" cy="12040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E02953-5732-9B4C-337E-0A2141354D1A}"/>
              </a:ext>
            </a:extLst>
          </p:cNvPr>
          <p:cNvCxnSpPr>
            <a:cxnSpLocks/>
          </p:cNvCxnSpPr>
          <p:nvPr/>
        </p:nvCxnSpPr>
        <p:spPr>
          <a:xfrm flipV="1">
            <a:off x="6292973" y="2589734"/>
            <a:ext cx="780810" cy="7023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8FC40C0-664F-27FD-3421-C03779C1F365}"/>
              </a:ext>
            </a:extLst>
          </p:cNvPr>
          <p:cNvSpPr/>
          <p:nvPr/>
        </p:nvSpPr>
        <p:spPr>
          <a:xfrm>
            <a:off x="6140702" y="1631628"/>
            <a:ext cx="1178953" cy="1078731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447FC8-C95C-37C6-0382-E0D5BBF5A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52087" y="1745598"/>
            <a:ext cx="679015" cy="81060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AD3A94-AE8B-F75B-6FF6-11064EDBFDC3}"/>
              </a:ext>
            </a:extLst>
          </p:cNvPr>
          <p:cNvCxnSpPr>
            <a:cxnSpLocks/>
          </p:cNvCxnSpPr>
          <p:nvPr/>
        </p:nvCxnSpPr>
        <p:spPr>
          <a:xfrm>
            <a:off x="1783724" y="3200400"/>
            <a:ext cx="0" cy="13394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FB748C4-6EC5-A6E4-5BAC-F679395468E7}"/>
              </a:ext>
            </a:extLst>
          </p:cNvPr>
          <p:cNvSpPr txBox="1"/>
          <p:nvPr/>
        </p:nvSpPr>
        <p:spPr>
          <a:xfrm rot="16200000">
            <a:off x="1191297" y="3593206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9F56F9-4B30-2D16-0D7F-AD43C5F8B689}"/>
              </a:ext>
            </a:extLst>
          </p:cNvPr>
          <p:cNvCxnSpPr>
            <a:cxnSpLocks/>
          </p:cNvCxnSpPr>
          <p:nvPr/>
        </p:nvCxnSpPr>
        <p:spPr>
          <a:xfrm flipH="1">
            <a:off x="6865674" y="1889864"/>
            <a:ext cx="645659" cy="2801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64FF18-B81A-5204-9FFE-66EA8DD46ACA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7499107" y="1889864"/>
            <a:ext cx="706382" cy="18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BD7758-9303-6D20-E099-DDBD3EBCC46C}"/>
              </a:ext>
            </a:extLst>
          </p:cNvPr>
          <p:cNvCxnSpPr>
            <a:cxnSpLocks/>
          </p:cNvCxnSpPr>
          <p:nvPr/>
        </p:nvCxnSpPr>
        <p:spPr>
          <a:xfrm flipH="1">
            <a:off x="5054958" y="3225858"/>
            <a:ext cx="2352803" cy="203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15DBEE-2E88-567C-5471-7F3D5AF83A73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7397608" y="3231657"/>
            <a:ext cx="820195" cy="114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703F15-C40A-B3B2-42A3-88EA5402B21B}"/>
              </a:ext>
            </a:extLst>
          </p:cNvPr>
          <p:cNvCxnSpPr>
            <a:cxnSpLocks/>
          </p:cNvCxnSpPr>
          <p:nvPr/>
        </p:nvCxnSpPr>
        <p:spPr>
          <a:xfrm>
            <a:off x="4129314" y="3429000"/>
            <a:ext cx="0" cy="189048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60211DE-5A6B-0FBA-050F-E7D29F4960FB}"/>
              </a:ext>
            </a:extLst>
          </p:cNvPr>
          <p:cNvSpPr txBox="1"/>
          <p:nvPr/>
        </p:nvSpPr>
        <p:spPr>
          <a:xfrm rot="16200000">
            <a:off x="3316905" y="3998687"/>
            <a:ext cx="125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 Cm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776C760-0FF2-F57B-9C63-69A39C00C2B9}"/>
              </a:ext>
            </a:extLst>
          </p:cNvPr>
          <p:cNvSpPr/>
          <p:nvPr/>
        </p:nvSpPr>
        <p:spPr>
          <a:xfrm>
            <a:off x="8217803" y="2798141"/>
            <a:ext cx="907960" cy="8899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509F040-FC00-D307-317B-3018ACF596F8}"/>
              </a:ext>
            </a:extLst>
          </p:cNvPr>
          <p:cNvSpPr/>
          <p:nvPr/>
        </p:nvSpPr>
        <p:spPr>
          <a:xfrm>
            <a:off x="8205489" y="143454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AD16AA6-44D8-8C31-A536-FBFDFACEFFDC}"/>
              </a:ext>
            </a:extLst>
          </p:cNvPr>
          <p:cNvCxnSpPr>
            <a:cxnSpLocks/>
          </p:cNvCxnSpPr>
          <p:nvPr/>
        </p:nvCxnSpPr>
        <p:spPr>
          <a:xfrm>
            <a:off x="2191657" y="5297083"/>
            <a:ext cx="4444450" cy="4318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0473584-E376-EE3C-1309-D2C4E2A2BE78}"/>
              </a:ext>
            </a:extLst>
          </p:cNvPr>
          <p:cNvSpPr txBox="1"/>
          <p:nvPr/>
        </p:nvSpPr>
        <p:spPr>
          <a:xfrm rot="341919">
            <a:off x="3483418" y="5508070"/>
            <a:ext cx="111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 Cm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253A34-641D-7531-C9A0-FE02EE45ADD2}"/>
              </a:ext>
            </a:extLst>
          </p:cNvPr>
          <p:cNvCxnSpPr>
            <a:cxnSpLocks/>
          </p:cNvCxnSpPr>
          <p:nvPr/>
        </p:nvCxnSpPr>
        <p:spPr>
          <a:xfrm flipV="1">
            <a:off x="2888193" y="2632596"/>
            <a:ext cx="956568" cy="8909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8CEDA57-1D19-26C9-C4DF-C8A27CA72D11}"/>
              </a:ext>
            </a:extLst>
          </p:cNvPr>
          <p:cNvSpPr txBox="1"/>
          <p:nvPr/>
        </p:nvSpPr>
        <p:spPr>
          <a:xfrm rot="18902973">
            <a:off x="2801190" y="2761277"/>
            <a:ext cx="92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 Cm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9E6293C-A664-2708-E426-21D3188C09AF}"/>
              </a:ext>
            </a:extLst>
          </p:cNvPr>
          <p:cNvCxnSpPr>
            <a:cxnSpLocks/>
          </p:cNvCxnSpPr>
          <p:nvPr/>
        </p:nvCxnSpPr>
        <p:spPr>
          <a:xfrm flipH="1" flipV="1">
            <a:off x="5192486" y="4430486"/>
            <a:ext cx="2975155" cy="109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7BC6747-3EA5-4670-5D4B-C46D8513BE47}"/>
              </a:ext>
            </a:extLst>
          </p:cNvPr>
          <p:cNvSpPr/>
          <p:nvPr/>
        </p:nvSpPr>
        <p:spPr>
          <a:xfrm>
            <a:off x="8167641" y="4082603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753E0469-B54A-471D-04DB-9ABEB6447A01}"/>
              </a:ext>
            </a:extLst>
          </p:cNvPr>
          <p:cNvSpPr/>
          <p:nvPr/>
        </p:nvSpPr>
        <p:spPr>
          <a:xfrm rot="5229890" flipV="1">
            <a:off x="5843976" y="3003733"/>
            <a:ext cx="126741" cy="416899"/>
          </a:xfrm>
          <a:prstGeom prst="arc">
            <a:avLst>
              <a:gd name="adj1" fmla="val 16200000"/>
              <a:gd name="adj2" fmla="val 1993449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B7BC43EA-F9AD-4137-D9C9-D9595F38CEC9}"/>
              </a:ext>
            </a:extLst>
          </p:cNvPr>
          <p:cNvSpPr/>
          <p:nvPr/>
        </p:nvSpPr>
        <p:spPr>
          <a:xfrm rot="6388804">
            <a:off x="5716283" y="3008436"/>
            <a:ext cx="45719" cy="36470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6C750F9-E953-4971-E7B2-1C1C643C8390}"/>
              </a:ext>
            </a:extLst>
          </p:cNvPr>
          <p:cNvSpPr/>
          <p:nvPr/>
        </p:nvSpPr>
        <p:spPr>
          <a:xfrm>
            <a:off x="4696230" y="3109804"/>
            <a:ext cx="235857" cy="45719"/>
          </a:xfrm>
          <a:custGeom>
            <a:avLst/>
            <a:gdLst>
              <a:gd name="connsiteX0" fmla="*/ 141514 w 141514"/>
              <a:gd name="connsiteY0" fmla="*/ 30919 h 34548"/>
              <a:gd name="connsiteX1" fmla="*/ 132443 w 141514"/>
              <a:gd name="connsiteY1" fmla="*/ 34548 h 34548"/>
              <a:gd name="connsiteX2" fmla="*/ 99786 w 141514"/>
              <a:gd name="connsiteY2" fmla="*/ 30919 h 34548"/>
              <a:gd name="connsiteX3" fmla="*/ 87086 w 141514"/>
              <a:gd name="connsiteY3" fmla="*/ 25476 h 34548"/>
              <a:gd name="connsiteX4" fmla="*/ 72572 w 141514"/>
              <a:gd name="connsiteY4" fmla="*/ 23662 h 34548"/>
              <a:gd name="connsiteX5" fmla="*/ 41729 w 141514"/>
              <a:gd name="connsiteY5" fmla="*/ 10962 h 34548"/>
              <a:gd name="connsiteX6" fmla="*/ 27214 w 141514"/>
              <a:gd name="connsiteY6" fmla="*/ 5519 h 34548"/>
              <a:gd name="connsiteX7" fmla="*/ 3629 w 141514"/>
              <a:gd name="connsiteY7" fmla="*/ 76 h 34548"/>
              <a:gd name="connsiteX8" fmla="*/ 0 w 141514"/>
              <a:gd name="connsiteY8" fmla="*/ 76 h 34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514" h="34548">
                <a:moveTo>
                  <a:pt x="141514" y="30919"/>
                </a:moveTo>
                <a:cubicBezTo>
                  <a:pt x="138490" y="32129"/>
                  <a:pt x="135700" y="34548"/>
                  <a:pt x="132443" y="34548"/>
                </a:cubicBezTo>
                <a:cubicBezTo>
                  <a:pt x="121490" y="34548"/>
                  <a:pt x="110526" y="33067"/>
                  <a:pt x="99786" y="30919"/>
                </a:cubicBezTo>
                <a:cubicBezTo>
                  <a:pt x="95270" y="30016"/>
                  <a:pt x="91536" y="26663"/>
                  <a:pt x="87086" y="25476"/>
                </a:cubicBezTo>
                <a:cubicBezTo>
                  <a:pt x="82375" y="24220"/>
                  <a:pt x="77410" y="24267"/>
                  <a:pt x="72572" y="23662"/>
                </a:cubicBezTo>
                <a:cubicBezTo>
                  <a:pt x="45284" y="8501"/>
                  <a:pt x="67570" y="19037"/>
                  <a:pt x="41729" y="10962"/>
                </a:cubicBezTo>
                <a:cubicBezTo>
                  <a:pt x="36797" y="9421"/>
                  <a:pt x="32146" y="7060"/>
                  <a:pt x="27214" y="5519"/>
                </a:cubicBezTo>
                <a:cubicBezTo>
                  <a:pt x="23758" y="4439"/>
                  <a:pt x="8903" y="829"/>
                  <a:pt x="3629" y="76"/>
                </a:cubicBezTo>
                <a:cubicBezTo>
                  <a:pt x="2431" y="-95"/>
                  <a:pt x="1210" y="76"/>
                  <a:pt x="0" y="7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F9BC0157-665B-0825-1FC2-29F73859E99C}"/>
              </a:ext>
            </a:extLst>
          </p:cNvPr>
          <p:cNvSpPr/>
          <p:nvPr/>
        </p:nvSpPr>
        <p:spPr>
          <a:xfrm>
            <a:off x="4726651" y="3077547"/>
            <a:ext cx="168728" cy="47171"/>
          </a:xfrm>
          <a:custGeom>
            <a:avLst/>
            <a:gdLst>
              <a:gd name="connsiteX0" fmla="*/ 0 w 168728"/>
              <a:gd name="connsiteY0" fmla="*/ 0 h 47171"/>
              <a:gd name="connsiteX1" fmla="*/ 36285 w 168728"/>
              <a:gd name="connsiteY1" fmla="*/ 7257 h 47171"/>
              <a:gd name="connsiteX2" fmla="*/ 54428 w 168728"/>
              <a:gd name="connsiteY2" fmla="*/ 10886 h 47171"/>
              <a:gd name="connsiteX3" fmla="*/ 68943 w 168728"/>
              <a:gd name="connsiteY3" fmla="*/ 16329 h 47171"/>
              <a:gd name="connsiteX4" fmla="*/ 76200 w 168728"/>
              <a:gd name="connsiteY4" fmla="*/ 19957 h 47171"/>
              <a:gd name="connsiteX5" fmla="*/ 97971 w 168728"/>
              <a:gd name="connsiteY5" fmla="*/ 25400 h 47171"/>
              <a:gd name="connsiteX6" fmla="*/ 105228 w 168728"/>
              <a:gd name="connsiteY6" fmla="*/ 30843 h 47171"/>
              <a:gd name="connsiteX7" fmla="*/ 117928 w 168728"/>
              <a:gd name="connsiteY7" fmla="*/ 34471 h 47171"/>
              <a:gd name="connsiteX8" fmla="*/ 130628 w 168728"/>
              <a:gd name="connsiteY8" fmla="*/ 39914 h 47171"/>
              <a:gd name="connsiteX9" fmla="*/ 148771 w 168728"/>
              <a:gd name="connsiteY9" fmla="*/ 41729 h 47171"/>
              <a:gd name="connsiteX10" fmla="*/ 159657 w 168728"/>
              <a:gd name="connsiteY10" fmla="*/ 43543 h 47171"/>
              <a:gd name="connsiteX11" fmla="*/ 168728 w 168728"/>
              <a:gd name="connsiteY11" fmla="*/ 47171 h 4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8728" h="47171">
                <a:moveTo>
                  <a:pt x="0" y="0"/>
                </a:moveTo>
                <a:lnTo>
                  <a:pt x="36285" y="7257"/>
                </a:lnTo>
                <a:cubicBezTo>
                  <a:pt x="36297" y="7259"/>
                  <a:pt x="54416" y="10882"/>
                  <a:pt x="54428" y="10886"/>
                </a:cubicBezTo>
                <a:cubicBezTo>
                  <a:pt x="60416" y="12882"/>
                  <a:pt x="62429" y="13434"/>
                  <a:pt x="68943" y="16329"/>
                </a:cubicBezTo>
                <a:cubicBezTo>
                  <a:pt x="71414" y="17427"/>
                  <a:pt x="73689" y="18953"/>
                  <a:pt x="76200" y="19957"/>
                </a:cubicBezTo>
                <a:cubicBezTo>
                  <a:pt x="86472" y="24066"/>
                  <a:pt x="87259" y="23615"/>
                  <a:pt x="97971" y="25400"/>
                </a:cubicBezTo>
                <a:cubicBezTo>
                  <a:pt x="100390" y="27214"/>
                  <a:pt x="102603" y="29343"/>
                  <a:pt x="105228" y="30843"/>
                </a:cubicBezTo>
                <a:cubicBezTo>
                  <a:pt x="107910" y="32376"/>
                  <a:pt x="115499" y="33588"/>
                  <a:pt x="117928" y="34471"/>
                </a:cubicBezTo>
                <a:cubicBezTo>
                  <a:pt x="122256" y="36045"/>
                  <a:pt x="126145" y="38859"/>
                  <a:pt x="130628" y="39914"/>
                </a:cubicBezTo>
                <a:cubicBezTo>
                  <a:pt x="136544" y="41306"/>
                  <a:pt x="142740" y="40975"/>
                  <a:pt x="148771" y="41729"/>
                </a:cubicBezTo>
                <a:cubicBezTo>
                  <a:pt x="152421" y="42185"/>
                  <a:pt x="156028" y="42938"/>
                  <a:pt x="159657" y="43543"/>
                </a:cubicBezTo>
                <a:lnTo>
                  <a:pt x="168728" y="47171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C6C7CD5-CFD6-2A2B-2B9F-4D1ABDB6DB29}"/>
              </a:ext>
            </a:extLst>
          </p:cNvPr>
          <p:cNvCxnSpPr>
            <a:cxnSpLocks/>
          </p:cNvCxnSpPr>
          <p:nvPr/>
        </p:nvCxnSpPr>
        <p:spPr>
          <a:xfrm flipH="1">
            <a:off x="5054958" y="896298"/>
            <a:ext cx="1529749" cy="21360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E81DBEA-1D4C-47A8-5733-F142F955452B}"/>
              </a:ext>
            </a:extLst>
          </p:cNvPr>
          <p:cNvCxnSpPr>
            <a:cxnSpLocks/>
          </p:cNvCxnSpPr>
          <p:nvPr/>
        </p:nvCxnSpPr>
        <p:spPr>
          <a:xfrm flipV="1">
            <a:off x="6577376" y="882458"/>
            <a:ext cx="1590265" cy="222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7788729-3CD1-00EF-F6E8-4C5636E04056}"/>
              </a:ext>
            </a:extLst>
          </p:cNvPr>
          <p:cNvSpPr/>
          <p:nvPr/>
        </p:nvSpPr>
        <p:spPr>
          <a:xfrm>
            <a:off x="8179662" y="436147"/>
            <a:ext cx="890358" cy="8768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572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5C151-B8BF-C2DA-B689-01D002B6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20" y="1809232"/>
            <a:ext cx="6547468" cy="446277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9CE6A-DCF4-5DA9-E2EE-D1CD9157548C}"/>
              </a:ext>
            </a:extLst>
          </p:cNvPr>
          <p:cNvCxnSpPr>
            <a:cxnSpLocks/>
          </p:cNvCxnSpPr>
          <p:nvPr/>
        </p:nvCxnSpPr>
        <p:spPr>
          <a:xfrm flipV="1">
            <a:off x="5900671" y="1809232"/>
            <a:ext cx="172791" cy="13911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E02953-5732-9B4C-337E-0A2141354D1A}"/>
              </a:ext>
            </a:extLst>
          </p:cNvPr>
          <p:cNvCxnSpPr>
            <a:cxnSpLocks/>
            <a:endCxn id="11" idx="5"/>
          </p:cNvCxnSpPr>
          <p:nvPr/>
        </p:nvCxnSpPr>
        <p:spPr>
          <a:xfrm flipV="1">
            <a:off x="6291330" y="2329069"/>
            <a:ext cx="761600" cy="8713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8FC40C0-664F-27FD-3421-C03779C1F365}"/>
              </a:ext>
            </a:extLst>
          </p:cNvPr>
          <p:cNvSpPr/>
          <p:nvPr/>
        </p:nvSpPr>
        <p:spPr>
          <a:xfrm>
            <a:off x="6046631" y="1408314"/>
            <a:ext cx="1178953" cy="1078731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447FC8-C95C-37C6-0382-E0D5BBF5A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08119" y="1549918"/>
            <a:ext cx="679015" cy="81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9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2BE669-8F00-DEC5-2D0D-62A6E28F4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45" y="1809232"/>
            <a:ext cx="934254" cy="56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7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21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43A61-34DC-3EA4-2720-C0E569A5C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36" y="675891"/>
            <a:ext cx="8078327" cy="5506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22EBF-F61E-C9D9-F595-F62EC4842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675891"/>
            <a:ext cx="807832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23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2</cp:revision>
  <dcterms:created xsi:type="dcterms:W3CDTF">2024-05-10T13:16:07Z</dcterms:created>
  <dcterms:modified xsi:type="dcterms:W3CDTF">2024-05-13T04:02:15Z</dcterms:modified>
</cp:coreProperties>
</file>