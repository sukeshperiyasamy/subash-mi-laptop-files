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408"/>
    <a:srgbClr val="1E1F22"/>
    <a:srgbClr val="AFB5CF"/>
    <a:srgbClr val="F19E08"/>
    <a:srgbClr val="B877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707" y="9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2B960-23D4-4C7F-AD15-445EAC3154A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AF807-A527-43C5-837A-9A21D4575E5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982" y="746961"/>
            <a:ext cx="4937568" cy="5464772"/>
          </a:xfrm>
          <a:prstGeom prst="rect">
            <a:avLst/>
          </a:prstGeom>
          <a:solidFill>
            <a:srgbClr val="FAA408"/>
          </a:solidFill>
        </p:spPr>
      </p:pic>
      <p:cxnSp>
        <p:nvCxnSpPr>
          <p:cNvPr id="5" name="Straight Connector 4"/>
          <p:cNvCxnSpPr>
            <a:cxnSpLocks/>
          </p:cNvCxnSpPr>
          <p:nvPr/>
        </p:nvCxnSpPr>
        <p:spPr>
          <a:xfrm>
            <a:off x="4517571" y="4293702"/>
            <a:ext cx="0" cy="75660"/>
          </a:xfrm>
          <a:prstGeom prst="line">
            <a:avLst/>
          </a:prstGeom>
          <a:ln w="19050">
            <a:solidFill>
              <a:srgbClr val="F19E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4505325" y="4369362"/>
            <a:ext cx="498475" cy="78357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4993822" y="4381232"/>
            <a:ext cx="0" cy="66487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4550747" y="4805642"/>
            <a:ext cx="0" cy="142275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4543490" y="4941315"/>
            <a:ext cx="422144" cy="21262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V="1">
            <a:off x="4965634" y="4876779"/>
            <a:ext cx="0" cy="97992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501493" y="1046371"/>
            <a:ext cx="1001486" cy="5987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502979" y="1045029"/>
            <a:ext cx="41637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6678566" y="1779822"/>
            <a:ext cx="822344" cy="6037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7483929" y="1786411"/>
            <a:ext cx="4354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</p:cNvCxnSpPr>
          <p:nvPr/>
        </p:nvCxnSpPr>
        <p:spPr>
          <a:xfrm flipH="1">
            <a:off x="6647543" y="2460171"/>
            <a:ext cx="836386" cy="3714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7470321" y="2460171"/>
            <a:ext cx="4490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cxnSpLocks/>
          </p:cNvCxnSpPr>
          <p:nvPr/>
        </p:nvCxnSpPr>
        <p:spPr>
          <a:xfrm flipH="1">
            <a:off x="6770723" y="3019010"/>
            <a:ext cx="732256" cy="1887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7493454" y="3017234"/>
            <a:ext cx="406853" cy="35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cxnSpLocks/>
          </p:cNvCxnSpPr>
          <p:nvPr/>
        </p:nvCxnSpPr>
        <p:spPr>
          <a:xfrm flipH="1" flipV="1">
            <a:off x="4983844" y="4719269"/>
            <a:ext cx="2089148" cy="648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7072992" y="4815068"/>
            <a:ext cx="808265" cy="54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cxnSpLocks/>
          </p:cNvCxnSpPr>
          <p:nvPr/>
        </p:nvCxnSpPr>
        <p:spPr>
          <a:xfrm flipH="1" flipV="1">
            <a:off x="6437086" y="3517917"/>
            <a:ext cx="1065893" cy="7630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7493454" y="4281012"/>
            <a:ext cx="387803" cy="25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6576512" y="3353851"/>
            <a:ext cx="102054" cy="99582"/>
          </a:xfrm>
          <a:prstGeom prst="ellipse">
            <a:avLst/>
          </a:prstGeom>
          <a:solidFill>
            <a:srgbClr val="AFB5CF"/>
          </a:solidFill>
          <a:ln>
            <a:solidFill>
              <a:srgbClr val="1E1F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1" name="Straight Arrow Connector 120"/>
          <p:cNvCxnSpPr>
            <a:cxnSpLocks/>
            <a:endCxn id="119" idx="6"/>
          </p:cNvCxnSpPr>
          <p:nvPr/>
        </p:nvCxnSpPr>
        <p:spPr>
          <a:xfrm flipH="1" flipV="1">
            <a:off x="6678566" y="3403642"/>
            <a:ext cx="939795" cy="216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7603719" y="3612344"/>
            <a:ext cx="2965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927327" y="860363"/>
            <a:ext cx="1432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14935" y="1596184"/>
            <a:ext cx="155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Board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93559" y="2243130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893559" y="2827177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Port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01364" y="3437505"/>
            <a:ext cx="129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83621" y="4078387"/>
            <a:ext cx="117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54378" y="4678918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62032" y="5229905"/>
            <a:ext cx="1795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Sensor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50879" y="5513221"/>
            <a:ext cx="100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3504E27-C7FF-469A-EF9A-26409F4BC6B2}"/>
              </a:ext>
            </a:extLst>
          </p:cNvPr>
          <p:cNvSpPr/>
          <p:nvPr/>
        </p:nvSpPr>
        <p:spPr>
          <a:xfrm>
            <a:off x="4751442" y="3494314"/>
            <a:ext cx="232402" cy="1468263"/>
          </a:xfrm>
          <a:custGeom>
            <a:avLst/>
            <a:gdLst>
              <a:gd name="connsiteX0" fmla="*/ 312163 w 312163"/>
              <a:gd name="connsiteY0" fmla="*/ 0 h 1428205"/>
              <a:gd name="connsiteX1" fmla="*/ 72678 w 312163"/>
              <a:gd name="connsiteY1" fmla="*/ 1428205 h 142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163" h="1428205">
                <a:moveTo>
                  <a:pt x="312163" y="0"/>
                </a:moveTo>
                <a:cubicBezTo>
                  <a:pt x="98077" y="605245"/>
                  <a:pt x="-116008" y="1210491"/>
                  <a:pt x="72678" y="1428205"/>
                </a:cubicBezTo>
              </a:path>
            </a:pathLst>
          </a:custGeom>
          <a:noFill/>
          <a:ln>
            <a:solidFill>
              <a:srgbClr val="FAA4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158A578-7A5F-EB83-92B0-383469EF003C}"/>
              </a:ext>
            </a:extLst>
          </p:cNvPr>
          <p:cNvCxnSpPr>
            <a:cxnSpLocks/>
            <a:endCxn id="155" idx="1"/>
          </p:cNvCxnSpPr>
          <p:nvPr/>
        </p:nvCxnSpPr>
        <p:spPr>
          <a:xfrm>
            <a:off x="7053767" y="5367911"/>
            <a:ext cx="808265" cy="466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2D096040-AAED-FA1C-CA52-9B0FDBD30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46" y="4146486"/>
            <a:ext cx="2442850" cy="2442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49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3</cp:revision>
  <dcterms:created xsi:type="dcterms:W3CDTF">2024-02-04T14:20:00Z</dcterms:created>
  <dcterms:modified xsi:type="dcterms:W3CDTF">2024-02-08T19:39:45Z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3FFF2C7D7528461FA6D0182CCB130C25_12</vt:lpwstr>
  </property>
  <property fmtid="{D5CDD505-2E9C-101B-9397-08002B2CF9AE}" pid="3" name="KSOProductBuildVer">
    <vt:lpwstr>1033-12.2.0.13431</vt:lpwstr>
  </property>
</Properties>
</file>