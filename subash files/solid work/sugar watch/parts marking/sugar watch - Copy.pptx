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F22"/>
    <a:srgbClr val="AFB5CF"/>
    <a:srgbClr val="FAA408"/>
    <a:srgbClr val="F19E08"/>
    <a:srgbClr val="B877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2B960-23D4-4C7F-AD15-445EAC3154A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AF807-A527-43C5-837A-9A21D4575E5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679" y="711987"/>
            <a:ext cx="5709706" cy="5464772"/>
          </a:xfrm>
          <a:prstGeom prst="rect">
            <a:avLst/>
          </a:prstGeom>
          <a:solidFill>
            <a:srgbClr val="FAA408"/>
          </a:solidFill>
        </p:spPr>
      </p:pic>
      <p:cxnSp>
        <p:nvCxnSpPr>
          <p:cNvPr id="5" name="Straight Connector 4"/>
          <p:cNvCxnSpPr/>
          <p:nvPr/>
        </p:nvCxnSpPr>
        <p:spPr>
          <a:xfrm flipH="1">
            <a:off x="5860596" y="5021036"/>
            <a:ext cx="29936" cy="27214"/>
          </a:xfrm>
          <a:prstGeom prst="line">
            <a:avLst/>
          </a:prstGeom>
          <a:ln w="19050">
            <a:solidFill>
              <a:srgbClr val="F19E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851071" y="5048250"/>
            <a:ext cx="306161" cy="198664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46346" y="5212896"/>
            <a:ext cx="47625" cy="34018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rc 19"/>
          <p:cNvSpPr/>
          <p:nvPr/>
        </p:nvSpPr>
        <p:spPr>
          <a:xfrm rot="8062568">
            <a:off x="5187040" y="4347482"/>
            <a:ext cx="914400" cy="914400"/>
          </a:xfrm>
          <a:prstGeom prst="arc">
            <a:avLst>
              <a:gd name="adj1" fmla="val 16200000"/>
              <a:gd name="adj2" fmla="val 18806791"/>
            </a:avLst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reeform: Shape 22"/>
          <p:cNvSpPr/>
          <p:nvPr/>
        </p:nvSpPr>
        <p:spPr>
          <a:xfrm>
            <a:off x="5196568" y="5212896"/>
            <a:ext cx="468086" cy="47625"/>
          </a:xfrm>
          <a:custGeom>
            <a:avLst/>
            <a:gdLst>
              <a:gd name="connsiteX0" fmla="*/ 662668 w 662668"/>
              <a:gd name="connsiteY0" fmla="*/ 470807 h 475618"/>
              <a:gd name="connsiteX1" fmla="*/ 175532 w 662668"/>
              <a:gd name="connsiteY1" fmla="*/ 408215 h 475618"/>
              <a:gd name="connsiteX2" fmla="*/ 0 w 662668"/>
              <a:gd name="connsiteY2" fmla="*/ 0 h 47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2668" h="475618">
                <a:moveTo>
                  <a:pt x="662668" y="470807"/>
                </a:moveTo>
                <a:cubicBezTo>
                  <a:pt x="474322" y="478745"/>
                  <a:pt x="285977" y="486683"/>
                  <a:pt x="175532" y="408215"/>
                </a:cubicBezTo>
                <a:cubicBezTo>
                  <a:pt x="65087" y="329747"/>
                  <a:pt x="28575" y="69623"/>
                  <a:pt x="0" y="0"/>
                </a:cubicBezTo>
              </a:path>
            </a:pathLst>
          </a:custGeom>
          <a:noFill/>
          <a:ln w="19050">
            <a:solidFill>
              <a:srgbClr val="FAA4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 flipH="1">
            <a:off x="5471886" y="5172529"/>
            <a:ext cx="96157" cy="40367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484586" y="5212896"/>
            <a:ext cx="302985" cy="197304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5787571" y="5376384"/>
            <a:ext cx="63500" cy="33816"/>
          </a:xfrm>
          <a:prstGeom prst="line">
            <a:avLst/>
          </a:prstGeom>
          <a:ln w="19050">
            <a:solidFill>
              <a:srgbClr val="FAA4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515100" y="1045029"/>
            <a:ext cx="1001486" cy="5987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502979" y="1045029"/>
            <a:ext cx="41637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6764138" y="1780355"/>
            <a:ext cx="738841" cy="4420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7483929" y="1786411"/>
            <a:ext cx="4354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6836229" y="2460171"/>
            <a:ext cx="647700" cy="2340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7470321" y="2460171"/>
            <a:ext cx="4490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H="1">
            <a:off x="6945086" y="3020786"/>
            <a:ext cx="557893" cy="1741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V="1">
            <a:off x="7493454" y="3017234"/>
            <a:ext cx="406853" cy="35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 flipV="1">
            <a:off x="6086220" y="5326265"/>
            <a:ext cx="1795037" cy="670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H="1" flipV="1">
            <a:off x="7072992" y="4815068"/>
            <a:ext cx="808265" cy="549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H="1" flipV="1">
            <a:off x="6241143" y="3483429"/>
            <a:ext cx="1261836" cy="7975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7493454" y="4281012"/>
            <a:ext cx="387803" cy="253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6430735" y="3313091"/>
            <a:ext cx="102054" cy="99582"/>
          </a:xfrm>
          <a:prstGeom prst="ellipse">
            <a:avLst/>
          </a:prstGeom>
          <a:solidFill>
            <a:srgbClr val="AFB5CF"/>
          </a:solidFill>
          <a:ln>
            <a:solidFill>
              <a:srgbClr val="1E1F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1" name="Straight Arrow Connector 120"/>
          <p:cNvCxnSpPr>
            <a:endCxn id="119" idx="6"/>
          </p:cNvCxnSpPr>
          <p:nvPr/>
        </p:nvCxnSpPr>
        <p:spPr>
          <a:xfrm flipH="1" flipV="1">
            <a:off x="6532789" y="3362882"/>
            <a:ext cx="1080407" cy="249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7603719" y="3612344"/>
            <a:ext cx="2965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7927327" y="860363"/>
            <a:ext cx="1432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7914935" y="1596184"/>
            <a:ext cx="1550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893559" y="2243130"/>
            <a:ext cx="167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7893559" y="2827177"/>
            <a:ext cx="167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Port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7901364" y="3437505"/>
            <a:ext cx="129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7883621" y="4078387"/>
            <a:ext cx="117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7854378" y="4678918"/>
            <a:ext cx="167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7862032" y="5229905"/>
            <a:ext cx="1795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Glucose Sensor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8350879" y="5513221"/>
            <a:ext cx="100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WPS Presentation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</cp:lastModifiedBy>
  <cp:revision>2</cp:revision>
  <dcterms:created xsi:type="dcterms:W3CDTF">2024-02-04T14:20:00Z</dcterms:created>
  <dcterms:modified xsi:type="dcterms:W3CDTF">2024-02-08T19:14:03Z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3FFF2C7D7528461FA6D0182CCB130C25_12</vt:lpwstr>
  </property>
  <property fmtid="{D5CDD505-2E9C-101B-9397-08002B2CF9AE}" pid="3" name="KSOProductBuildVer">
    <vt:lpwstr>1033-12.2.0.13431</vt:lpwstr>
  </property>
</Properties>
</file>