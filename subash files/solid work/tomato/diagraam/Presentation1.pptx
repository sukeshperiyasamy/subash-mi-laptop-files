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4AA80-5F21-48F9-B580-7B4DE5B5688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7038-E6BD-4387-8685-4A596F03EAF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65" y="848736"/>
            <a:ext cx="2814031" cy="47245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5428" y="1036215"/>
            <a:ext cx="13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5428" y="1622909"/>
            <a:ext cx="2066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Cooler Housing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88913" y="2445527"/>
            <a:ext cx="224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Pad Holder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37726" y="3373588"/>
            <a:ext cx="3017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 Fan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9542" y="4165647"/>
            <a:ext cx="1072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Pump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9542" y="4561676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BMS Unit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7726" y="4976435"/>
            <a:ext cx="1423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Presentation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</cp:lastModifiedBy>
  <cp:revision>2</cp:revision>
  <dcterms:created xsi:type="dcterms:W3CDTF">2024-01-21T19:44:00Z</dcterms:created>
  <dcterms:modified xsi:type="dcterms:W3CDTF">2024-01-29T09:52:56Z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727FE0D168D34296B1439FC9110C58A6_12</vt:lpwstr>
  </property>
  <property fmtid="{D5CDD505-2E9C-101B-9397-08002B2CF9AE}" pid="3" name="KSOProductBuildVer">
    <vt:lpwstr>1033-12.2.0.13431</vt:lpwstr>
  </property>
</Properties>
</file>