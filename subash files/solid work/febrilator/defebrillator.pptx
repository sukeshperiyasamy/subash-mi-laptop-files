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4" r:id="rId6"/>
    <p:sldId id="268" r:id="rId7"/>
    <p:sldId id="270" r:id="rId8"/>
    <p:sldId id="265" r:id="rId9"/>
    <p:sldId id="259" r:id="rId10"/>
    <p:sldId id="266" r:id="rId11"/>
    <p:sldId id="267" r:id="rId12"/>
    <p:sldId id="269" r:id="rId13"/>
    <p:sldId id="258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20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52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45 24575,'0'21'0,"-12"135"0,13-146 0,-1 16 0,-1-25 0,1 0 0,0-1 0,0 1 0,0 0 0,0-1 0,-1 1 0,1 0 0,0-1 0,0 1 0,-1 0 0,1-1 0,-1 1 0,1-1 0,-1 1 0,1-1 0,-1 1 0,1-1 0,-1 1 0,1-1 0,-1 1 0,1-1 0,-1 0 0,0 1 0,1-1 0,-1 0 0,0 0 0,1 1 0,-1-1 0,0 0 0,0 0 0,-2 1 0,1-1 0,-1 1 0,1-1 0,0 1 0,-1 0 0,1 0 0,0 0 0,0 1 0,0-1 0,0 0 0,0 1 0,0-1 0,0 1 0,-3 3 0,-7 6 0,11-14 0,1 0 0,-1 0 0,1 0 0,0 0 0,-1 0 0,2-4 0,0-9 0,1-1 0,0 1 0,2 0 0,0 0 0,6-17 0,-7 26 0,-1-8 0,1-1 0,-2 0 0,0-30 0,-5 66 0,0 1 0,1 0 0,1 1 0,1 30 0,1-51 0,1 0 0,-1 0 0,1 0 0,-1 0 0,1 0 0,0 0 0,-1 0 0,1 0 0,0 0 0,0 0 0,0 0 0,-1-1 0,1 1 0,0 0 0,0-1 0,0 1 0,0 0 0,0-1 0,0 1 0,1-1 0,-1 0 0,0 1 0,0-1 0,0 0 0,2 0 0,36 7 0,-28-6 0,117 24 0,-115-23 0,-17-3 0,-26-4 0,1 0 0,5 1 0,0-2 0,0 0 0,-26-11 0,50 17 0,0 0 0,0 0 0,0 0 0,0 0 0,0 0 0,0 0 0,1 0 0,-1 0 0,0 0 0,0 0 0,0 0 0,0 0 0,0 0 0,0 0 0,0 0 0,0 0 0,0-1 0,0 1 0,0 0 0,0 0 0,0 0 0,0 0 0,0 0 0,0 0 0,1 0 0,-1 0 0,0 0 0,0 0 0,0 0 0,0 0 0,0 0 0,0 0 0,0-1 0,0 1 0,0 0 0,0 0 0,0 0 0,0 0 0,0 0 0,0 0 0,0 0 0,0 0 0,0 0 0,0 0 0,0 0 0,0 0 0,0-1 0,-1 1 0,1 0 0,0 0 0,0 0 0,0 0 0,0 0 0,0 0 0,0 0 0,0 0 0,0 0 0,0 0 0,0 0 0,0 0 0,12-3 0,19 1 0,364 4 0,111-3 0,-490-2 0,-16 3 0,0 0 0,0 0 0,0 0 0,0 0 0,0 0 0,0-1 0,0 1 0,0 0 0,0 0 0,0 0 0,0 0 0,1 0 0,-1-1 0,0 1 0,0 0 0,0 0 0,-1 0 0,1 0 0,0-1 0,0 1 0,0 0 0,0 0 0,0 0 0,0 0 0,0-1 0,0 1 0,0 0 0,0 0 0,0 0 0,0 0 0,0 0 0,-1 0 0,1-1 0,0 1 0,0 0 0,0 0 0,0 0 0,0 0 0,-1 0 0,1 0 0,0 0 0,0 0 0,0 0 0,-29-15 0,25 13 0,-273-109 0,263 105 0,18 7 0,0 0 0,1 0 0,0-1 0,-1 0 0,1 0 0,8-1 0,5 0 0,196 1 0,100 2 0,-298-1 0,1 2 0,-1 0 0,27 9 0,-23-6 0,34 6 0,39-3 0,-48-2 0,-32-4 0,0-1 0,20 1 0,113-5 0,122 4 0,-222 3 0,-1 1 0,74 22 0,-4-2 0,-14-7 0,-91-17 0,0-1 0,0 0 0,12 0 0,5 0 0,-26-1 0,1 0 0,0 1 0,-1-1 0,1 1 0,-1-1 0,1 1 0,-1-1 0,0 1 0,1 0 0,-1 0 0,0 0 0,1 0 0,-1 0 0,0 0 0,0 0 0,0 0 0,0 0 0,2 3 0,14 28 0,-16-27 0,2 0 0,-1 0 0,0-1 0,7 9 0,-8-12 0,0 0 0,1 1 0,-1-1 0,0 0 0,1 0 0,0 0 0,-1-1 0,1 1 0,-1 0 0,1-1 0,0 1 0,0-1 0,-1 1 0,1-1 0,3 1 0,28-3 0,-19 0 0,-13 2 0,0 0 0,-1-1 0,1 1 0,0-1 0,0 0 0,0 1 0,-1-1 0,1 0 0,0 1 0,-1-1 0,1 0 0,0 0 0,-1 1 0,1-1 0,-1 0 0,1 0 0,-1 0 0,0 0 0,1 0 0,-1 0 0,0 0 0,0 0 0,1 0 0,-1 0 0,0 1 0,0-1 0,0-2 0,1-33 0,-1 31 0,-5-54 0,2 39 0,4-19 0,-1 32 0,1 0 0,-1 0 0,0 0 0,-3-13 0,-9 59 0,8-19 0,1-3 0,0 0 0,-1 23 0,4-32 0,0 3 0,0 1 0,3 14 0,-2-22 0,0 0 0,0 0 0,0 0 0,1 0 0,-1 0 0,1 0 0,0-1 0,0 1 0,5 6 0,-6-10 0,-1 0 0,1 1 0,-1-1 0,1 1 0,-1-1 0,1 1 0,-1-1 0,0 1 0,1-1 0,-1 1 0,0-1 0,0 1 0,1 0 0,-1-1 0,0 1 0,0-1 0,0 1 0,0 0 0,0 0 0,-9-3 0,-15-13 0,18 9 0,0-1 0,0 1 0,1-1 0,0 0 0,-7-12 0,-10-14 0,5 14 0,-1 0 0,0 1 0,-2 1 0,0 0 0,-1 2 0,0 1 0,-1 0 0,-37-16 0,54 29 0,0-1 0,-1 1 0,1 0 0,-1 0 0,1 1 0,0-1 0,-1 1 0,1 0 0,-9 2 0,-11-1 0,24-1 0,-1 0 0,1 0 0,0 0 0,0 0 0,0 0 0,0 0 0,0 0 0,0 1 0,0-1 0,0 0 0,0 1 0,0-1 0,0 0 0,0 1 0,0-1 0,0 1 0,0-1 0,0 1 0,1 0 0,-1-1 0,0 1 0,0 0 0,1 0 0,-1 0 0,0 0 0,1-1 0,-1 1 0,1 0 0,-1 0 0,1 0 0,-1 0 0,1 0 0,0 0 0,-1 0 0,1 0 0,0 0 0,0 0 0,0 1 0,0-1 0,0 0 0,0 0 0,0 0 0,0 0 0,0 0 0,1 0 0,-1 0 0,0 0 0,1 0 0,-1 0 0,1 0 0,-1 0 0,1 0 0,-1 0 0,1 0 0,0-1 0,-1 1 0,1 0 0,0 0 0,0-1 0,0 1 0,-1 0 0,3 0 0,7 4 0,0-1 0,0 0 0,0 0 0,1-1 0,-1-1 0,1 0 0,12 1 0,0 0 0,26 7 0,-17-4 0,60 5 0,-90-11 0,4 0 0,-8 0 0,-20-2 0,-364-66 0,-90-12 0,460 79 0,12 0 0,1 0 0,-1 0 0,0 1 0,0 0 0,0 0 0,0 0 0,0 0 0,0 1 0,0 0 0,0-1 0,-4 3 0,8-3 0,0 0 0,0 0 0,0 0 0,0 0 0,0 0 0,0 0 0,0 0 0,-1 0 0,1 0 0,0 0 0,0 0 0,0 0 0,0 0 0,0 0 0,0 1 0,0-1 0,0 0 0,0 0 0,0 0 0,0 0 0,0 0 0,0 0 0,0 0 0,0 0 0,0 0 0,0 1 0,0-1 0,0 0 0,0 0 0,0 0 0,0 0 0,0 0 0,0 0 0,0 0 0,0 0 0,0 1 0,0-1 0,0 0 0,0 0 0,0 0 0,0 0 0,0 0 0,0 0 0,0 0 0,0 0 0,0 0 0,0 1 0,7 4 0,8 3 0,42 17 0,1-3 0,64 16 0,126 19 0,-134-32 0,-62-13 0,-49-11 0,-5-1 0,-8 0 0,-20-2 0,-35-6 0,-206-23 0,-3 22 0,613 13 0,-277-2 0,0 3 0,116 25 0,-337-61 0,65 14 0,-221-46 0,307 61 0,18 3 0,21 3 0,467 91 0,-437-81 0,-36-9 0,-24-4 0,-6-1 0,-45-8 0,-531-98 0,534 99 0,104 24 0,111 17 0,219 58 0,-364-84 0,-15-5 0,0 0 0,1-1 0,-1 1 0,1-2 0,0 1 0,11 0 0,7-1 0,0 1 0,37 9 0,19 2 0,-79-12 0,0 0 0,0 0 0,0 0 0,0 1 0,-1-1 0,1 1 0,0 0 0,-1 0 0,0 0 0,1 1 0,2 2 0,-2-2 0,0 0 0,-1-1 0,1 1 0,1-1 0,-1 0 0,7 3 0,-10-5 0,-1 0 0,1 0 0,-1 0 0,1 0 0,0 0 0,-1 0 0,1 0 0,-1-1 0,1 1 0,-1 0 0,1 0 0,-1 0 0,0 0 0,1-1 0,-1 1 0,1 0 0,-1-1 0,1 1 0,-1 0 0,0-1 0,1 1 0,-1 0 0,0-1 0,1 1 0,-1-1 0,0 1 0,1 0 0,-1-1 0,0 1 0,0-1 0,0 1 0,1-1 0,-1 1 0,0-1 0,0 1 0,0-1 0,0 1 0,0-1 0,0 1 0,0-1 0,0 1 0,0-2 0,-1-28 0,1 25 0,-2-41 0,-4-47 0,5 74 0,1 17 0,0 0 0,0 0 0,0 0 0,0 0 0,0 0 0,-1 0 0,1 0 0,-1 0 0,1 0 0,-2-2 0,1 3 0,1 1 0,-1-1 0,0 0 0,0 1 0,0-1 0,0 1 0,0-1 0,1 1 0,-1-1 0,0 1 0,0 0 0,0-1 0,0 1 0,0 0 0,0 0 0,0 0 0,0 0 0,0 0 0,0 0 0,0 0 0,0 0 0,0 0 0,0 0 0,0 1 0,-2-1 0,-25 4 0,-1-2 0,1-2 0,-30-2 0,48 1 0,-6 0 0,1-1 0,-26-8 0,24 6 0,-32-5 0,20 6 0,22 2 0,19 1 0,19 4 0,-1 0 0,-1 2 0,42 14 0,-42-12 0,-8-3 0,-18-5 0,0 0 0,0 1 0,0-1 0,0 1 0,0 0 0,0 0 0,0 0 0,0 0 0,-1 1 0,1-1 0,0 1 0,-1 0 0,1-1 0,2 4 0,-2-2 0,0-1 0,1 1 0,-1-1 0,1 0 0,0 0 0,0 0 0,-1 0 0,1 0 0,0-1 0,6 2 0,13 5 0,-23-8 0,0 0 0,0 0 0,0 0 0,0 0 0,0 0 0,0 0 0,1 0 0,-1 0 0,0 0 0,0 0 0,0 0 0,0 0 0,0 0 0,0 0 0,0 0 0,0 0 0,0 0 0,0 0 0,1 0 0,-1 0 0,0 0 0,0 0 0,0 0 0,0 0 0,0 1 0,0-1 0,0 0 0,0 0 0,0 0 0,0 0 0,0 0 0,0 0 0,0 0 0,0 0 0,0 0 0,0 0 0,0 1 0,0-1 0,0 0 0,0 0 0,0 0 0,0 0 0,0 0 0,0 0 0,0 0 0,0 0 0,0 0 0,0 0 0,0 1 0,0-1 0,0 0 0,0 0 0,0 0 0,0 0 0,0 0 0,0 0 0,0 0 0,0 0 0,0 0 0,0 0 0,0 0 0,0 1 0,-9 1 0,-13 0 0,-354 0 0,190-4 0,-6-6 0,-11 0 0,-687 9 0,803 5 0,5 0 0,-40-7 0,-53 1 0,159 2 0,1 0 0,-21 6 0,-1 1 0,-70 14 0,145-28 0,-1 1 0,64 1 0,-54 3 0,862-9 0,-847 13 0,100 19 0,-105-13 0,-1-2 0,77 1 0,119-14 0,-244 5 0,14-1 0,-22 1 0,0 1 0,0-1 0,0 0 0,0 0 0,0 0 0,0 0 0,0 0 0,0 0 0,0 0 0,1 0 0,-1 0 0,0 0 0,0-1 0,0 1 0,0 0 0,0 0 0,0 0 0,0 0 0,0 0 0,0 0 0,0 0 0,0 0 0,1 0 0,-1 0 0,0 0 0,0 0 0,0 0 0,0 0 0,0 0 0,0 0 0,0 0 0,0-1 0,0 1 0,0 0 0,0 0 0,0 0 0,0 0 0,0 0 0,0 0 0,0 0 0,0 0 0,0 0 0,0 0 0,0-1 0,0 1 0,0 0 0,0 0 0,0 0 0,0 0 0,0 0 0,0 0 0,0 0 0,-10-6 0,-41-12 0,-1 3 0,-56-9 0,40 9 0,48 12 0,1 1 0,-1 1 0,0 0 0,1 2 0,-1 0 0,-35 8 0,-34 2 0,-5-7 0,-1-5 0,1-4 0,-137-24 0,155 13 0,30 5 0,-57-5 0,63 16 0,31 1 0,-1-1 0,0 0 0,-10-1 0,20 0 0,0 1 0,0 0 0,1 0 0,-1 0 0,0 0 0,0 0 0,0 0 0,0 0 0,0-1 0,0 1 0,0 0 0,0 0 0,0 0 0,0 0 0,0 0 0,0 0 0,0-1 0,0 1 0,0 0 0,0 0 0,0 0 0,0 0 0,0 0 0,0-1 0,0 1 0,0 0 0,0 0 0,0 0 0,0 0 0,0 0 0,0-1 0,0 1 0,0 0 0,0 0 0,0 0 0,0 0 0,0 0 0,0 0 0,-1-1 0,1 1 0,0 0 0,0 0 0,0 0 0,0 0 0,0 0 0,0 0 0,0 0 0,-1 0 0,1 0 0,0 0 0,0 0 0,0 0 0,0 0 0,0 0 0,-1 0 0,15-6 0,44-2 0,-1 3 0,110 2 0,-102 4 0,-59-1 0,170 3 0,-128 1 0,78 14 0,-154-22 0,-53-2 0,-47 6 0,56 0 0,-321 1 0,388-1 0,-1 1 0,1 0 0,-1 1 0,1-1 0,-1 1 0,1 0 0,-5 3 0,-21 7 0,6-7 26,0-2 1,-1 0-1,1-2 0,-33-2 0,29 0-524,0 2-1,-52 7 0,69-6-6327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03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24575,'6'0'0,"0"-1"0,-1 0 0,1 0 0,7-3 0,18-3 0,-2 5 0,-17 2 0,0-1 0,19-3 0,-20 2 0,0 1 0,0 0 0,0 1 0,14 1 0,3 0 0,483 0 0,-494-3 0,0 1 0,0-2 0,32-9 0,-28 6 0,34-4 0,-54 10 0,110-8 0,-73 8 0,-13-1 0,0 1 0,-1 1 0,45 9 0,-34-4 0,0-1 0,0-2 0,45-2 0,-7 0 0,-32 0 0,-20-1 0,0 1 0,0 1 0,29 6 0,157 34 0,-178-39 0,0-1 0,48-2 0,-23-2 0,-40 1 0,0 0 0,0-1 0,0-1 0,15-5 0,-15 4 0,-1 1 0,0 0 0,1 1 0,20-1 0,-28 3-105,1 0 0,0 0 0,0 1 0,0 0 0,-1 1 0,1-1 0,-1 1 0,1 0 0,-1 1 0,0 0 0,1 0 0,6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15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24575,'167'-8'0,"-119"1"0,87 8 0,115-2 0,97-3 0,-254 4 0,-80-1 0,0 0 0,0-1 0,25-7 0,-22 4 0,29-3 0,230 3 0,-163 6 0,454-1 0,-542 0 0,0 0 0,0 2 0,0 0 0,36 10 0,27 16 0,35-5 0,-97-20 0,-10-1 0,27 6 0,-38-6-1365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2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24575,'1'0'0,"0"-1"0,0 1 0,0-1 0,1 1 0,-1-1 0,0 1 0,0 0 0,1-1 0,-1 1 0,0 0 0,0 0 0,1 0 0,-1 0 0,0 0 0,2 0 0,23 5 0,-18-4 0,238 49 0,-227-47 0,-1-2 0,1-1 0,19-1 0,4-1 0,122-8 0,-30-11 0,-83 12 0,-36 6 0,1 1 0,25-2 0,386 4 0,-276-4 0,294 4 0,-413 2 0,-1 2 0,1 1 0,33 10 0,-22-6 0,66 22 0,-110-30 0,1-1 0,0 0 0,0 0 0,-1 0 0,1 0 0,0 0 0,0 0 0,-1 0 0,1 0 0,0 0 0,0 1 0,0-1 0,-1 0 0,1 0 0,0 0 0,0 0 0,0 1 0,0-1 0,-1 0 0,1 0 0,0 0 0,0 1 0,0-1 0,0 0 0,0 0 0,0 1 0,0-1 0,0 0 0,-1 0 0,1 0 0,0 1 0,0-1 0,0 0 0,0 0 0,0 1 0,0-1 0,1 0 0,-1 0 0,0 1 0,0-1 0,0 0 0,0 0 0,0 1 0,0-1 0,0 0 0,0 0 0,0 0 0,1 1 0,-1-1 0,0 0 0,0 0 0,0 0 0,1 1 0,-1-1 0,0 0 0,0 0 0,0 0 0,1 0 0,-1 0 0,0 0 0,0 1 0,0-1 0,1 0 0,-1 0 0,0 0 0,0 0 0,1 0 0,-20 6 0,-220-6 0,207-6 0,27 4 0,0 1 0,0 0 0,0 0 0,-9 0 0,7 1 0,-40 1 0,-86-9 0,122 6 0,0-1 0,0-1 0,0 0 0,-19-11 0,-7-2 0,19 8 0,0-1 0,1 0 0,0-1 0,-25-21 0,1 0 0,40 31 0,-1 0 0,0 0 0,0 0 0,0-1 0,0 1 0,1-1 0,-1 1 0,1-1 0,-1 0 0,1 1 0,0-1 0,-1 0 0,1 0 0,0 0 0,0 0 0,1 0 0,-1 0 0,0 0 0,1 0 0,-1 0 0,1-1 0,-1 1 0,1 0 0,0 0 0,0 0 0,0-1 0,0 1 0,1-3 0,-1 5 0,0 0 0,0 0 0,0 0 0,0-1 0,0 1 0,0 0 0,0 0 0,0 0 0,0 0 0,0-1 0,0 1 0,1 0 0,-1 0 0,0 0 0,0 0 0,0-1 0,0 1 0,0 0 0,0 0 0,0 0 0,1 0 0,-1 0 0,0 0 0,0-1 0,0 1 0,0 0 0,1 0 0,-1 0 0,0 0 0,0 0 0,0 0 0,0 0 0,1 0 0,-1 0 0,0 0 0,0 0 0,0 0 0,1 0 0,-1 0 0,0 0 0,0 0 0,0 0 0,1 0 0,8 7 0,5 11 0,-9-4 0,-5-14 0,0 0 0,0 1 0,0-1 0,0 0 0,0 0 0,0 1 0,0-1 0,0 0 0,0 0 0,-1 1 0,1-1 0,0 0 0,0 0 0,0 1 0,0-1 0,0 0 0,-1 0 0,1 1 0,0-1 0,0 0 0,0 0 0,-1 0 0,1 1 0,0-1 0,0 0 0,-1 0 0,-1 1 0,-1-1 0,1 1 0,0-1 0,-1 0 0,1 0 0,0 0 0,-5-1 0,-4 1 0,8 0 0,1 0 0,-1 0 0,0 0 0,1 0 0,-1-1 0,0 1 0,-4-2 0,6 1 0,0 0 0,0 1 0,0-1 0,0 0 0,1 0 0,-1 0 0,0 1 0,0-1 0,1 0 0,-1 0 0,1 0 0,-1 0 0,1 0 0,-1 0 0,1 0 0,0-1 0,0 1 0,-1 0 0,1 0 0,0 0 0,0-2 0,-4-9-1365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34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24575,'47'1'0,"49"-2"0,40-3 0,-43-11 0,322 10 0,-242 7 0,-143-1 0,-1 2 0,45 9 0,-53-8 0,2-1 0,1-1 0,0-1 0,26-3 0,2 0 0,16 8 0,2 0 0,-66-6 0,0 0 0,1 1 0,-1 0 0,0 0 0,6 3 0,15 3 0,76 12 0,-76-19 0,-25 0 0,1 0 0,0 0 0,0 0 0,-1 0 0,1 0 0,0 0 0,-1-1 0,1 1 0,0 0 0,-1 0 0,1-1 0,0 1 0,-1 0 0,1-1 0,-1 1 0,1-1 0,0 1 0,-1-1 0,1 1 0,-1-1 0,1 1 0,-1-1 0,0 1 0,1-1 0,-1 0 0,0 1 0,1-1 0,-1 0 0,0 1 0,1-2 0,-1 1 0,-1 1 0,1-1 0,0 1 0,0-1 0,0 1 0,-1-1 0,1 1 0,0 0 0,-1-1 0,1 1 0,0-1 0,-1 1 0,1 0 0,-1-1 0,1 1 0,0 0 0,-1 0 0,1-1 0,-1 1 0,1 0 0,-1 0 0,1 0 0,-1 0 0,1-1 0,-1 1 0,1 0 0,-1 0 0,1 0 0,-1 0 0,0 0 0,-19-1 0,18 1 0,-22 0 0,9-1 0,0 1 0,0 1 0,0 0 0,0 1 0,0 0 0,-23 8 0,37-10 4,0 0 0,1 0-1,-1 1 1,1-1-1,-1 0 1,1 1 0,-1-1-1,1 0 1,-1 1 0,1-1-1,-1 1 1,1-1-1,-1 1 1,1-1 0,0 1-1,-1-1 1,1 1 0,0-1-1,-1 1 1,1-1-1,0 1 1,0 0 0,-1-1-1,1 1 1,0 0 0,0-1-1,0 1 1,0 0-1,0-1 1,0 1 0,0-1-1,0 2 1,1-1-103,-1 1 0,1-1 0,-1 0 0,1 1 0,-1-1 0,1 0 0,0 0 0,-1 0 0,1 1 0,0-1 0,0 0 0,0 0 0,0 0 0,1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08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24575,'7'-7'0,"1"2"0,0-1 0,0 1 0,1 0 0,-1 1 0,1 0 0,16-5 0,17-8 0,-28 11 0,0 1 0,0 0 0,1 1 0,-1 1 0,1 1 0,0 0 0,0 0 0,21 2 0,13-8 0,-47 8 0,0 0 0,0 0 0,0 0 0,0 0 0,0 1 0,0-1 0,0 1 0,-1-1 0,1 1 0,0 0 0,0-1 0,-1 1 0,1 0 0,0 0 0,2 2 0,-1 1 0,-1-1 0,1 1 0,-1-1 0,1 1 0,2 7 0,7 14 0,11 40 0,-6-19 0,58 132 0,-53-127 0,24 63 0,20 51 0,-17-27 0,-35-95 0,-8-29 0,-1 0 0,-1 0 0,0 1 0,-1-1 0,2 23 0,-5-54 0,1 15 0,-1-1 0,1 0 0,-1 1 0,0-1 0,0 0 0,0 1 0,-1-1 0,1 0 0,0 1 0,-1-1 0,0 1 0,0-1 0,0 0 0,0 1 0,0 0 0,0-1 0,0 1 0,-1 0 0,1 0 0,-4-4 0,-2 1 0,4 3 0,0 0 0,1 0 0,-1 0 0,1-1 0,-1 1 0,1 0 0,0-1 0,-3-3 0,8 7 0,0-1 0,-1 1 0,1 1 0,0-1 0,-1 0 0,0 1 0,3 1 0,-2-1 0,15 8 0,1-1 0,32 10 0,9 4 0,-45-12 0,-9-8 0,-11-15 0,-19-60 0,17 49 0,-15-34 0,16 44 0,-2 1 0,-15-20 0,15 21 0,0 0 0,1 0 0,-9-19 0,-39-110 0,26 68 0,-26-54 0,30 77 0,13 27 0,0 0 0,-2 0 0,-1 1 0,-1 1 0,-23-24 0,29 36 0,-1-1 0,-1 2 0,1-1 0,-1 2 0,0-1 0,-1 2 0,-22-8 0,-9-4 0,-37-10 0,76 26 0,0 0 0,0 0 0,1 0 0,-1 1 0,0-1 0,0 1 0,0 0 0,0 1 0,0-1 0,0 1 0,0 0 0,0 1 0,1-1 0,-1 1 0,0-1 0,1 2 0,-1-1 0,1 0 0,0 1 0,-6 4 0,9-6 0,1-1 0,0 1 0,0-1 0,0 1 0,0-1 0,1 1 0,-1-1 0,0 1 0,0-1 0,0 0 0,0 1 0,0-1 0,0 1 0,1-1 0,-1 0 0,0 1 0,0-1 0,1 1 0,-1-1 0,0 0 0,1 1 0,-1-1 0,0 0 0,1 0 0,-1 1 0,0-1 0,1 0 0,-1 0 0,1 1 0,-1-1 0,0 0 0,1 0 0,0 0 0,17 9 0,-18-9 0,84 28 0,-71-25 0,1 2 0,0-1 0,-1 2 0,0-1 0,1 2 0,14 10 0,-20-12 0,0 1 0,-1 0 0,0 1 0,0 0 0,-1 0 0,1 0 0,-1 1 0,9 15 0,59 127 0,-33-47 0,-23-54 0,2-1 0,2 0 0,34 53 0,-15-32 0,16 25 0,-34-54 0,-21-36 0,-1-1 0,0 0 0,0 1 0,0-1 0,0 1 0,0-1 0,-1 1 0,0-1 0,1 1 0,-2 6 0,1-10 0,0 1 0,0-1 0,1 1 0,-1-1 0,0 1 0,0-1 0,0 1 0,1-1 0,-1 1 0,0-1 0,0 1 0,1-1 0,-1 1 0,0-1 0,1 1 0,-1-1 0,1 0 0,-1 1 0,0-1 0,1 0 0,-1 1 0,1-1 0,-1 0 0,1 0 0,-1 1 0,1-1 0,-1 0 0,1 0 0,0 0 0,-1 0 0,1 0 0,-1 0 0,1 0 0,-1 0 0,1 0 0,-1 0 0,2 0 0,28 0 0,-20-1 0,-3 1 0,-1 0 0,1 0 0,0 0 0,0 0 0,0 1 0,-1 0 0,1 1 0,11 3 0,-9-3 0,-8-7 0,-12-13 0,3 6 0,-1-6 0,-1 1 0,-20-25 0,-15-17 0,30 39 0,4 6 0,0-1 0,-8-18 0,3 9 0,13 18 0,-1 1 0,0-1 0,1 0 0,-3-9 0,6 15 0,0 0 0,0 0 0,0 0 0,0 0 0,0 0 0,0 1 0,0-1 0,0 0 0,0 0 0,0 0 0,0 0 0,0 0 0,0 0 0,0 0 0,0 0 0,0 0 0,0 0 0,1-1 0,-1 1 0,0 0 0,0 0 0,0 0 0,0 0 0,0 0 0,0 0 0,0 0 0,0 0 0,0 0 0,0 0 0,0 0 0,0 0 0,0 0 0,0 0 0,0 0 0,0 0 0,0 0 0,0 0 0,0 0 0,0 0 0,0 0 0,0 0 0,0 0 0,0 0 0,0 0 0,0-1 0,0 1 0,0 0 0,0 0 0,0 0 0,0 0 0,0 0 0,0 0 0,0 0 0,0 0 0,0 0 0,0 0 0,0 0 0,0 0 0,7 5 0,5 10 0,-8-10 0,-1 2 0,0-1 0,0 0 0,-1 0 0,0 1 0,0 0 0,0-1 0,1 14 0,-2 2 0,-2 32 0,0-31 0,2 25 0,4-28 0,-4-17 0,0-1 0,0 1 0,-1 0 0,1-1 0,0 1 0,-1-1 0,0 1 0,0 0 0,1 0 0,-2 2 0,1-4 0,-1 0 0,1-1 0,0 1 0,-1-1 0,1 0 0,-1 1 0,1-1 0,-1 1 0,1-1 0,-1 0 0,1 1 0,-1-1 0,0 0 0,1 0 0,-1 1 0,0-1 0,1 0 0,-1 0 0,1 0 0,-1 0 0,0 0 0,1 0 0,-1 0 0,0 0 0,1 0 0,-1 0 0,0 0 0,1 0 0,-1 0 0,1-1 0,-2 1 0,1 0 0,-1-1 0,1 1 0,0-1 0,-1 1 0,1-1 0,-1 1 0,1-1 0,0 0 0,0 0 0,-1 0 0,1 1 0,-2-3 0,0-4 0,0 1 0,0 0 0,0-1 0,-1-9 0,2 10 0,0 0 0,0 0 0,0 0 0,-1 0 0,-5-8 0,-1 0 0,1-1 0,-12-29 0,14 32 0,-26-73 0,26 66 0,0 0 0,2-1 0,-3-20 0,6 33 0,-4-16 0,-2 0 0,0 0 0,-1 0 0,-12-22 0,2 5 0,-14-40 0,20 54 0,-1 1 0,-1 1 0,-24-32 0,29 45 0,0-1 0,-1 1 0,0 1 0,-1 0 0,0 0 0,0 1 0,-19-10 0,29 18 0,0 1 0,1-1 0,-1 1 0,0-1 0,0 0 0,0 1 0,1-1 0,-1 0 0,0 0 0,1 1 0,-1-1 0,1 0 0,-1 0 0,1 0 0,-1 0 0,1 0 0,-1 0 0,1 0 0,0 0 0,0 0 0,0 0 0,-1 0 0,1 0 0,0 0 0,0 0 0,0 0 0,0 0 0,1 0 0,-1 0 0,0 0 0,0 0 0,0 0 0,1 0 0,-1 0 0,1 0 0,-1 1 0,1-1 0,-1 0 0,1 0 0,0-1 0,1 0 0,-1 0 0,1 0 0,0 0 0,0 0 0,0 0 0,0 0 0,0 0 0,0 1 0,0-1 0,1 1 0,-1 0 0,0-1 0,1 1 0,4-1 0,0 1 0,0 0 0,-1 0 0,1 0 0,0 1 0,0 0 0,-1 1 0,1-1 0,9 3 0,-12-1 0,0-1 0,0 1 0,0 0 0,0 0 0,0 0 0,-1 0 0,1 1 0,-1 0 0,0-1 0,0 1 0,0 0 0,0 1 0,0-1 0,3 6 0,32 56 0,-22-35 0,-10-18 0,-1 1 0,0 0 0,-1 0 0,-1 1 0,3 17 0,4 16 0,-2-12 0,-6-23 0,0-1 0,2 1 0,4 11 0,9 18 0,-1 1 0,17 70 0,-14-44 0,-13-40 0,-2-12 0,10 31 0,-8-30 0,1-2 0,9 16 0,-13-26 0,0-1 0,0 1 0,1-1 0,0 0 0,-1 0 0,1 0 0,0-1 0,1 1 0,-1-1 0,8 4 0,-8-5 0,-1 0 0,1-1 0,0 0 0,0 1 0,0-2 0,0 1 0,0 0 0,0-1 0,6 0 0,-9 0 0,0 0 0,0 0 0,0 0 0,0 0 0,-1 0 0,1 0 0,0-1 0,0 1 0,0 0 0,0-1 0,0 1 0,0-1 0,0 1 0,-1-1 0,1 1 0,0-1 0,0 0 0,-1 1 0,1-1 0,0 0 0,-1 0 0,1 1 0,-1-1 0,1 0 0,-1 0 0,1 0 0,-1 0 0,1 0 0,-1 1 0,0-1 0,0 0 0,1 0 0,-1 0 0,0 0 0,0 0 0,0 0 0,0 0 0,0 0 0,0 0 0,0 0 0,-1 0 0,1 0 0,0 0 0,-1-1 0,-1-2 0,1 1 0,-1 0 0,0 0 0,0 0 0,0 1 0,0-1 0,0 0 0,-1 1 0,1-1 0,-1 1 0,0 0 0,0 0 0,1 0 0,-1 0 0,-5-2 0,-15-12 0,13 7 0,1-1 0,0 0 0,1-1 0,0 1 0,1-2 0,-7-12 0,-30-76 0,38 87 0,-9-25 0,-35-75 0,32 75 0,-14-43 0,15 39 0,4 7 0,7 17 0,-15-32 0,18 45 0,0-1 0,-1 1 0,0 0 0,1 0 0,-1 1 0,-1-1 0,1 1 0,-1 0 0,-8-6 0,-148-86 0,152 92 0,0 0 0,0 0 0,-1 1 0,1 0 0,-11-1 0,12 2 0,1 1 0,-1 0 0,1 1 0,-1 0 0,0 0 0,1 0 0,-1 1 0,0 0 0,1 1 0,-1-1 0,-12 6 0,19-6 0,-1 0 0,1 0 0,0 0 0,-1 0 0,1 1 0,0-1 0,0 0 0,0 0 0,0 1 0,0-1 0,0 1 0,0-1 0,1 1 0,-1-1 0,0 1 0,1 0 0,-1-1 0,1 1 0,0-1 0,0 1 0,-1 0 0,1 0 0,0-1 0,0 1 0,1 0 0,-1-1 0,0 1 0,1 2 0,0-2 0,-1-1 0,0 1 0,1-1 0,0 1 0,-1-1 0,1 1 0,0-1 0,0 0 0,0 1 0,-1-1 0,1 0 0,1 0 0,-1 0 0,0 1 0,0-1 0,0 0 0,1-1 0,-1 1 0,0 0 0,1 0 0,-1 0 0,1-1 0,-1 1 0,1-1 0,-1 1 0,1-1 0,-1 0 0,1 0 0,-1 1 0,3-1 0,12 1 0,1 0 0,-1 2 0,1 0 0,-1 1 0,24 9 0,-28-7 0,0 0 0,-1 0 0,0 1 0,-1 0 0,0 1 0,0 0 0,11 13 0,-16-16 0,0 1 0,-1-1 0,0 2 0,5 8 0,9 14 0,-10-19 0,-2 1 0,11 21 0,6 11 0,-12-24 0,-1 1 0,-1 0 0,10 29 0,5 13 0,-8-25 0,-8-18 0,0 0 0,16 24 0,-10-20 0,-1 1 0,-1 0 0,-1 0 0,14 46 0,-17-47 0,12 24 0,-13-31 0,0 1 0,0 0 0,4 25 0,1-79 0,-3-6 0,-1 0 0,-3-1 0,-1 0 0,-2 0 0,-7-73 0,4 107 0,-1 1 0,-1-1 0,0 0 0,0 1 0,-1 0 0,-7-14 0,-35-49 0,37 59 0,-1 1 0,0 0 0,-1 0 0,0 1 0,0 1 0,-20-14 0,-9-8 0,27 22 0,0-1 0,-1 2 0,-16-10 0,-53-21 0,73 36 0,0-1 0,0-1 0,0 0 0,-15-12 0,21 14 0,0 0 0,-1-1 0,2 1 0,-1-1 0,0 0 0,1 0 0,0 0 0,0-1 0,1 1 0,-4-11 0,-9-27 0,-10-36 0,11 45-1365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15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24575,'111'7'0,"-62"1"0,-31-4-32,-16-4-26,-1 1 0,1-1 0,-1 1 0,1-1 0,0 1 0,-1-1 0,1 0 0,-1 0 0,1 0 0,0 0 0,-1 0 0,1 0 0,0-1 0,-1 1 1,1 0-1,-1-1 0,1 1 0,-1-1 0,1 0 0,-1 1 0,1-1 0,1-2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39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0 594 24575,'1'0'0,"0"-1"0,0 1 0,0-1 0,0 1 0,0-1 0,0 1 0,0 0 0,0 0 0,0 0 0,0-1 0,0 1 0,0 0 0,0 0 0,0 0 0,0 1 0,0-1 0,0 0 0,0 0 0,0 0 0,0 1 0,1 0 0,24 9 0,-18-6 0,38 20 0,-46-24 0,0 0 0,0 0 0,0 0 0,0 0 0,0 0 0,0 0 0,0 0 0,0 0 0,1 0 0,-1 0 0,0 0 0,0 0 0,0 0 0,0 0 0,0 0 0,0 0 0,0 0 0,0 0 0,1 0 0,-1 0 0,0 0 0,0 0 0,0 0 0,0-1 0,0 1 0,0 0 0,0 0 0,0 0 0,0 0 0,0 0 0,1 0 0,-1 0 0,0 0 0,0 0 0,0 0 0,0 0 0,0-1 0,0 1 0,0 0 0,0 0 0,0 0 0,0 0 0,0 0 0,0 0 0,0 0 0,0-1 0,1-8 0,-2-13 0,1 19 0,-1-23 0,1 1 0,4-31 0,-2 43 0,1 0 0,0 0 0,1 0 0,0 0 0,12-22 0,-2 4 0,-6 14 0,18-29 0,9-14 0,-12 18 0,53-90 0,-70 122-273,0 1 0,0-1 0,1 1 0,11-11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5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24575,'0'0'0,"1"-1"0,0 1 0,-1 0 0,1 0 0,0-1 0,-1 1 0,1 0 0,0 0 0,-1 0 0,1 0 0,0 0 0,0 0 0,-1 0 0,1 0 0,0 0 0,-1 0 0,1 0 0,0 0 0,-1 0 0,1 1 0,0-1 0,-1 0 0,1 1 0,0-1 0,0 1 0,21 12 0,-13-6 0,84 33 0,-35-15 0,3 6-1365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33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25 24575,'0'4'0,"-1"0"0,-1 0 0,1-1 0,-1 1 0,1 0 0,-1-1 0,-3 6 0,-4 6 0,9-15 0,0 0 0,0 0 0,0 0 0,0 0 0,1 0 0,-1 0 0,0 1 0,0-1 0,0 0 0,0 0 0,0 0 0,0 0 0,0 0 0,-1 0 0,1 0 0,0 1 0,0-1 0,0 0 0,0 0 0,0 0 0,0 0 0,0 0 0,0 0 0,0 0 0,0 0 0,0 1 0,0-1 0,0 0 0,0 0 0,0 0 0,-1 0 0,1 0 0,0 0 0,0 0 0,0 0 0,0 0 0,0 0 0,0 0 0,0 0 0,0 0 0,-1 0 0,1 0 0,0 0 0,0 0 0,0 0 0,0 0 0,0 0 0,0 0 0,-1 0 0,1 0 0,0 0 0,0 0 0,0 0 0,0 0 0,0 0 0,0 0 0,0 0 0,0 0 0,-1 0 0,1 0 0,0 0 0,0 0 0,-2-11 0,1-21 0,1 30 0,0-29 0,0 29 0,0 19 0,-1 1 0,-1 0 0,-1 0 0,0 0 0,-2-1 0,0 1 0,-1-1 0,-11 22 0,16-36 0,0 1 0,-1-1 0,1 0 0,-1 0 0,0 0 0,0 0 0,0 0 0,0 0 0,0 0 0,-1-1 0,0 1 0,1-1 0,-1 0 0,0 0 0,0 0 0,0 0 0,0 0 0,0 0 0,-1-1 0,1 0 0,0 0 0,-1 0 0,1 0 0,-1 0 0,1-1 0,-1 1 0,1-1 0,-6 0 0,-13-3 0,21 3 0,1 0 0,0 0 0,0 0 0,0 0 0,0 0 0,-1 0 0,1 0 0,0 0 0,0 0 0,0 0 0,0 0 0,0 0 0,0 0 0,-1 0 0,1 0 0,0 0 0,0 0 0,0 0 0,0-1 0,0 1 0,0 0 0,0 0 0,-1 0 0,1 0 0,0 0 0,0 0 0,0-1 0,0 1 0,0 0 0,0 0 0,0 0 0,0 0 0,0 0 0,0 0 0,0-1 0,0 1 0,0 0 0,0 0 0,11-6 0,-3 3 0,1 1 0,0 0 0,9 0 0,22-6 0,-36 7 0,1 1 0,-1-1 0,1 1 0,-1 0 0,1 0 0,-1 0 0,0 0 0,1 1 0,-1 0 0,1 0 0,-1 0 0,0 0 0,0 1 0,0 0 0,0 0 0,7 4 0,4 4 0,1 1 0,21 19 0,-34-27 0,-2-1 0,1-1 0,-1 1 0,0 0 0,1 0 0,-1 0 0,0 0 0,-1 1 0,1-1 0,0 0 0,0 0 0,-1 0 0,0 1 0,1-1 0,-1 0 0,0 3 0,-1 39 0,0-35 0,-3 28 0,-9 34 0,-4 32 0,16 52 65,2-79-1495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47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262 700 24575,'-2'0'0,"1"-1"0,0 1 0,-1 0 0,1-1 0,0 1 0,-1-1 0,1 0 0,0 1 0,0-1 0,0 0 0,-1 0 0,1 1 0,0-1 0,0 0 0,0 0 0,0 0 0,1 0 0,-1-1 0,0 1 0,0 0 0,1 0 0,-1 0 0,0-2 0,-13-36 0,10 26 0,2 5 0,-1 1 0,-1 0 0,1-1 0,-1 1 0,-1 1 0,1-1 0,-1 0 0,0 1 0,-7-7 0,9 10 0,0-1 0,0 0 0,0-1 0,1 1 0,-1 0 0,1-1 0,0 1 0,1-1 0,-1 0 0,-1-8 0,-7-51 0,10 61 0,-15-72 0,12 45 0,2 23 0,1 1 0,-1-1 0,0 1 0,-1-1 0,1 1 0,-1 0 0,0-1 0,-5-8 0,-46-93 0,48 96 0,1 1 0,-5-23 0,-2-6 0,5 26-47,4 10-118,0 0 0,1 0 1,0 1-1,-1-1 0,2 0 0,-1 0 1,0-6-1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33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0 684 24575,'3'-5'0,"1"-1"0,-1 0 0,-1 0 0,1 0 0,-1-1 0,0 1 0,-1 0 0,1-1 0,0-9 0,0 1 0,19-81 0,3-20 0,-18 90 0,-3 11 0,0 0 0,7-14 0,7-13 0,3 2 0,1 0 0,40-54 0,-52 81 0,0 1 0,1 0 0,0 1 0,16-14 0,-8 13-1365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35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1 655 24575,'0'-6'0,"0"-20"0,0 1 0,2 0 0,0 0 0,10-41 0,-5 40 0,-4 13 0,1 0 0,7-16 0,83-202 0,-81 199 0,-10 21 0,2 0 0,-1 1 0,1-1 0,1 1 0,12-18 0,24-29-1365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47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0 570 24575,'2'-2'0,"0"1"0,-1-1 0,1 1 0,0-1 0,-1 0 0,0 1 0,1-1 0,-1 0 0,0 0 0,0 0 0,1-3 0,1 0 0,10-18 0,18-49 0,-21 48 0,0 1 0,18-30 0,-22 41 0,0 0 0,0 0 0,-1-1 0,4-19 0,2-2 0,-5 18 0,2 0 0,-1 1 0,12-16 0,-1 0 0,-12 20 0,0 1 0,1 0 0,10-13 0,-14 20 0,1-1 0,0 1 0,0 0 0,0 0 0,0 0 0,0 0 0,1 1 0,-1 0 0,1 0 0,8-3 0,86-22 0,-88 25 0,-9 1 0,0 0 0,1 0 0,-1 1 0,0-1 0,0 1 0,0-1 0,0 1 0,1 0 0,-1 0 0,0 0 0,0 0 0,0 0 0,1 1 0,-1-1 0,0 1 0,0-1 0,0 1 0,0 0 0,0 0 0,0 0 0,0 0 0,0 0 0,3 3 0,-3-3 0,0 0 0,0 1 0,0-1 0,0 0 0,1 0 0,-1 0 0,0 0 0,1-1 0,-1 1 0,1-1 0,-1 1 0,1-1 0,-1 0 0,4 0 0,15 2 0,-14 2 0,-10 1 0,-19 5 0,12-5 0,-13 10 0,16-11 0,-1 0 0,1 1 0,1 0 0,-1 1 0,-9 10 0,6-5 0,-5 6 0,0 1 0,1 0 0,1 1 0,-21 40 0,19-28 0,10-22 0,0 1 0,1 0 0,-6 20 0,6-18 0,0 0 0,-1 0 0,-7 13 0,-6 14 0,4-5 0,2-5 0,-10 40 0,18-45-1365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48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0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1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51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51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0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10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24575,'2'0'0,"-1"1"0,0-1 0,0 0 0,0 0 0,0 1 0,0-1 0,0 1 0,0-1 0,0 1 0,0-1 0,0 1 0,-1-1 0,1 1 0,0 0 0,0 0 0,0-1 0,-1 1 0,1 0 0,0 0 0,-1 0 0,1 0 0,0 2 0,10 26 0,-6-16 0,5 17 0,-9-23 0,1-1 0,0 1 0,1-1 0,4 9 0,2 4 0,0 0 0,10 37 0,-6-1 0,-11-42 0,1-1 0,0 1 0,1 0 0,9 20 0,-3-10 0,10 31 0,5 10 0,32 75 0,-21-59 0,-11-14 0,24 61 0,-33-87-1365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57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24575,'0'-1'0,"0"-1"0,1 1 0,-1 0 0,0-1 0,1 1 0,-1 0 0,1 0 0,0 0 0,-1-1 0,1 1 0,0 0 0,0 0 0,0 0 0,0 0 0,0 0 0,0 0 0,0 0 0,0 1 0,0-1 0,2 0 0,27-15 0,-23 13 0,3-1 0,1 0 0,-1 1 0,0 1 0,1-1 0,14 0 0,54-1 0,-27 3 0,-5 0 0,52 5 0,-44 6 0,-39-6 0,0-1 0,0-1 0,19 1 0,-31-3 0,75-4 0,-69 3 0,-1-1 0,1 0 0,-1-1 0,0 0 0,0 0 0,10-6 0,7-2 0,-1 1 0,1 2 0,1 1 0,-1 0 0,31-2 0,-26 6 0,0 2 0,0 0 0,-1 2 0,33 5 0,-40-3 0,132 23 0,-138-22 0,9-1 0,0 0 0,0-2 0,42-3 0,-7-5 0,-34 7 0,0 2 0,0 0 0,0 2 0,-1 1 0,1 2 0,33 12 0,-37-12 0,1-1 0,-1-1 0,1-1 0,1-1 0,-1-1 0,0-1 0,47-4 0,-52 0 0,28-8 0,14-1 0,20-4 0,-35 6 0,-33 6 0,0 1 0,25-2 0,102 1 0,-132 4 0,-1-1 0,0 1 0,0 1 0,0-1 0,1 1 0,-1 1 0,0-1 0,0 1 0,0 0 0,0 1 0,-1-1 0,1 2 0,8 4 0,9 4-1365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59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24575,'6'-2'0,"0"0"0,0 0 0,0 1 0,0 0 0,12-1 0,19-5 0,53-18 0,-34 13 0,-16 4 0,-31 6-1365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38.9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39.9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0.8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1.5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2.0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2.9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4.0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5.0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7.3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0.0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1.3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24575,'0'1'0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1.9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2.6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3.4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4.1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4.9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5.8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6.9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9.0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0.1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1.0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2.0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3.0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3.8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4.9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2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1172 24575,'1'-8'0,"-1"-1"0,-1 0 0,0 0 0,0 1 0,0-1 0,-5-11 0,3 7 0,1 0 0,0 0 0,1 0 0,0 0 0,1-1 0,2-18 0,-1-8 0,-1 17 0,-1 16 0,1 0 0,-1 0 0,1 0 0,1 0 0,0 0 0,0 1 0,0-1 0,1 0 0,0 0 0,0 1 0,4-8 0,2-3 0,0 0 0,0 0 0,-2-1 0,0 0 0,-1 0 0,3-27 0,-3 20 0,0 0 0,2 0 0,1 1 0,21-45 0,-23 55 0,-1 0 0,0 0 0,-1 0 0,0-1 0,3-28 0,-7 42 0,1-1 0,-1 1 0,0 0 0,0 0 0,0 0 0,0-1 0,0 1 0,0 0 0,0 0 0,-1 0 0,1 0 0,0-1 0,0 1 0,-1 0 0,1 0 0,-1 0 0,0-2 0,-1 2 0,0 0 0,0 0 0,1 0 0,-1 0 0,0 1 0,0-1 0,0 1 0,0-1 0,-3 0 0,4 1 0,-18-4 0,-1 1 0,1 1 0,-26 1 0,43 1 0,0 0 0,0-1 0,0 1 0,0 0 0,0 0 0,0-1 0,0 0 0,0 1 0,0-1 0,0 0 0,0 0 0,0 0 0,1 0 0,-1 0 0,0 0 0,1 0 0,-1-1 0,1 1 0,-1 0 0,1-1 0,0 0 0,0 1 0,-1-1 0,1 0 0,0 1 0,0-1 0,1 0 0,-2-3 0,1 1 0,0-1 0,0 1 0,0-1 0,1 1 0,-1-1 0,1 1 0,0-1 0,1 1 0,-1-1 0,1 1 0,0 0 0,2-6 0,11-22 0,-11 28 0,-1 0 0,0 0 0,0 0 0,0-1 0,-1 1 0,1-1 0,-1 1 0,0-1 0,0 1 0,0-10 0,-1 6 0,2 1 0,-1 0 0,1 0 0,0 0 0,0 0 0,1 0 0,0 0 0,7-12 0,8-19 0,-17 34 0,1-1 0,-1 1 0,0-1 0,0 1 0,-1-1 0,1 0 0,-1 0 0,0 1 0,-1-1 0,-1-9 0,2 14 0,0 0 0,1 0 0,-1 0 0,0 0 0,0-1 0,0 1 0,-1 0 0,1 0 0,0 0 0,0 0 0,0 0 0,0-1 0,0 1 0,0 0 0,0 0 0,0 0 0,0 0 0,0 0 0,0-1 0,0 1 0,0 0 0,-1 0 0,1 0 0,0 0 0,0 0 0,0 0 0,0 0 0,0 0 0,0-1 0,-1 1 0,1 0 0,0 0 0,0 0 0,0 0 0,0 0 0,0 0 0,-1 0 0,1 0 0,0 0 0,0 0 0,0 0 0,0 0 0,0 0 0,-1 0 0,1 0 0,0 0 0,0 0 0,0 0 0,-6 9 0,-1 11 0,-22 117 0,12-79 0,14-39 0,-2 0 0,0 0 0,0-1 0,-2 0 0,-9 19 0,4-8 0,33-74 0,-18 42 0,2-6 0,2 0 0,-1 0 0,1 1 0,1 0 0,-1 0 0,11-7 0,-18 14-31,0 1 0,1 0 0,-1 0 0,0-1 0,1 1 0,-1 0 0,0 0 0,1 0 0,-1 0 0,0-1 0,1 1 0,-1 0 0,0 0 0,1 0 0,-1 0 0,1 0 0,-1 0 0,0 0 0,1 0 0,-1 0 0,1 0 0,-1 0 0,0 0 0,1 0-1,-1 0 1,1 1 0,-1-1 0,0 0 0,1 0 0,-1 0 0,0 1 0,1-1 0,-1 0 0,0 0 0,1 1 0,-1-1 0,0 0 0,0 0 0,1 1 0,-1-1 0,0 0 0,0 1 0,1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5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5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8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24575,'53'7'0,"-23"-7"-1365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36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250 752 24575,'-2'-4'0,"0"0"0,0 0 0,0 0 0,0-1 0,1 1 0,0 0 0,0-1 0,-1-8 0,0 5 0,2 7 0,0-2 0,0-1 0,-1 0 0,0 0 0,0 0 0,0 1 0,0-1 0,0 0 0,-1 1 0,0-1 0,0 1 0,0 0 0,0-1 0,0 1 0,0 0 0,-1 0 0,0 1 0,-5-6 0,6 6 0,0-1 0,0 0 0,0 0 0,0 0 0,0 0 0,1 0 0,0 0 0,-1-1 0,1 1 0,0 0 0,0-1 0,1 1 0,-1-1 0,1 1 0,0-5 0,-3-12 0,-6-35 0,7 34 0,-8-26 0,-34-87 0,39 102 0,-4-7 0,1 6 0,7 27 0,0-1 0,-1 1 0,0-1 0,0 1 0,-5-10 0,-20-43 42,23 47-276,-1 0-1,-1 1 1,0-1-1,0 1 0,-14-18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38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24575,'1'8'0,"1"-1"0,-1 0 0,1 1 0,1-1 0,0 0 0,0 0 0,5 8 0,0 3 0,34 81 0,-3 2 0,-1-2-1365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2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177 315 24575,'-1'-1'0,"-1"1"0,1-1 0,-1 0 0,1 1 0,-1-1 0,1 0 0,-1 0 0,1 0 0,0 0 0,0 0 0,-1 0 0,1 0 0,0-1 0,0 1 0,-1-2 0,-14-22 0,-49-126 0,51 117 0,7 18 0,1 0 0,-7-24 0,9 30 0,0 10 0,4 1 0,-1 0 0,1 0 0,-1 0 0,1 1 0,-1-1 0,1 0 0,0 0 0,-1 0 0,1 0 0,0 1 0,0-1 0,0 2 0,0-2 0,0 7 0,0 1 0,0-1 0,1 0 0,0 0 0,0 0 0,1 0 0,0 0 0,1 0 0,5 13 0,-4-13 0,-2-1 0,1 1 0,-1 0 0,2 13 0,-1-3 0,0-11 0,-1 1 0,1-1 0,0 0 0,1 1 0,0-2 0,5 8 0,11 22 0,-11-15 0,0 1 0,5 24 0,-9-26 0,1 0 0,0 0 0,14 28 0,-33-91 0,-25-43 0,34 75 0,0-1 0,0 1 0,2 0 0,-4-21 0,-4-20 0,-23-31 0,31 79 0,-5-11 0,6 12 0,-1 0 0,1 0 0,-1 0 0,1 0 0,0 0 0,0 0 0,1 0 0,-1 0 0,1-1 0,-1 1 0,1-5 0,1 5 0,-1 0 0,0 0 0,0 0 0,0 0 0,-1 0 0,1 0 0,-1 0 0,1 0 0,-1 0 0,0 1 0,0-1 0,0 0 0,-1 0 0,1 1 0,-1-1 0,1 1 0,-1-1 0,0 1 0,0 0 0,0-1 0,0 1 0,0 0 0,-1 0 0,1 1 0,-3-3 0,-3-2-1365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2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3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4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51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5 24575,'2'-1'0,"0"0"0,0 0 0,0 1 0,0-1 0,1 1 0,-1 0 0,0 0 0,0 0 0,0 0 0,1 0 0,-1 0 0,0 0 0,0 1 0,2 0 0,2 0 0,91 11 0,-96-11 0,0-1 0,0 0 0,0 1 0,0-1 0,0 1 0,0 0 0,0-1 0,0 1 0,0 0 0,0 0 0,0-1 0,0 1 0,0 0 0,-1 0 0,1 0 0,0 0 0,-1 0 0,1 0 0,-1 0 0,1 0 0,0 2 0,8 31 0,-5-19 0,17 42 0,1-10 0,-16-31 0,0 1 0,0 0 0,-2 0 0,3 19 0,-4-16 0,10 31 0,-5-18 0,-8-32 0,1-1 0,-1 1 0,0-1 0,0 1 0,0-1 0,0 1 0,0-1 0,0 1 0,0-1 0,0 1 0,0-1 0,0 1 0,0-1 0,0 1 0,0-1 0,-1 1 0,1-1 0,0 1 0,0-1 0,0 1 0,-1-1 0,1 1 0,0-1 0,-1 1 0,1-1 0,0 0 0,-1 1 0,1-1 0,-1 0 0,1 1 0,0-1 0,-1 0 0,1 0 0,-1 1 0,1-1 0,-1 0 0,1 0 0,-1 0 0,1 1 0,-1-1 0,1 0 0,-1 0 0,1 0 0,-1 0 0,0 0 0,1 0 0,-1 0 0,1 0 0,-1 0 0,1-1 0,-1 1 0,1 0 0,-1 0 0,0-1 0,-1 1 0,-1-1 0,1 1 0,0-1 0,-1 0 0,1 0 0,0 0 0,0 0 0,0 0 0,0-1 0,0 1 0,-3-3 0,-1-5 0,0 0 0,1-1 0,0 0 0,1 1 0,0-2 0,-4-18 0,-9-19 0,11 37 0,0-1 0,-1 1 0,-9-12 0,-15-25 0,23 35 0,0-1 0,-19-22 0,17 24 0,1 0 0,8 9 0,-1 0 0,-1 1 0,1-1 0,0 0 0,0 1 0,-1-1 0,0 1 0,1 0 0,-1-1 0,0 1 0,0 1 0,0-1 0,0 0 0,-1 1 0,-3-2 0,-7-2 0,12 4 0,-1-1 0,0 1 0,0 0 0,0 0 0,0 1 0,-5-2 0,7 2 0,1 1 0,-1-1 0,1 0 0,-1 0 0,0 0 0,1 0 0,-1 1 0,1-1 0,-1 0 0,1 0 0,-1 1 0,1-1 0,-1 0 0,1 1 0,-1-1 0,1 1 0,0-1 0,-1 1 0,1-1 0,-1 1 0,1-1 0,0 1 0,0-1 0,-1 1 0,1-1 0,0 1 0,0-1 0,0 1 0,-1-1 0,1 1 0,0 0 0,0-1 0,0 1 0,0-1 0,0 1 0,0 0 0,0-1 0,0 1 0,1 0 0,-2 25 0,0-16 0,1-1 0,0 0 0,0 0 0,3 17 0,-1-21 0,1 0 0,-1 1 0,1-1 0,0 0 0,0-1 0,6 8 0,11 16 0,-6 0 0,0-3 0,13 32 0,-23-45 0,41 94 0,-30-74 0,-3-6 0,19 29 0,-10-20 0,-12-20 0,0 0 0,12 14 0,-2 1 0,-18-27 0,0 0 0,1 0 0,-1 0 0,1 0 0,0 0 0,0-1 0,0 1 0,0 0 0,0-1 0,0 0 0,1 0 0,-1 0 0,1 0 0,0 0 0,-1 0 0,1 0 0,4 1 0,31 9-1365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24575,'1'-1'0,"-1"1"0,0-1 0,1 1 0,-1 0 0,0-1 0,1 1 0,-1 0 0,1 0 0,-1-1 0,0 1 0,1 0 0,-1 0 0,1 0 0,-1-1 0,1 1 0,-1 0 0,1 0 0,-1 0 0,1 0 0,-1 0 0,1 0 0,-1 0 0,1 0 0,-1 0 0,1 0 0,-1 0 0,1 0 0,-1 0 0,0 1 0,1-1 0,-1 0 0,1 0 0,-1 0 0,1 1 0,-1-1 0,0 0 0,1 1 0,-1-1 0,1 0 0,-1 1 0,0-1 0,0 0 0,1 1 0,-1-1 0,0 0 0,0 1 0,1-1 0,-1 1 0,0-1 0,0 1 0,0-1 0,0 1 0,1 0 0,6 27 0,-7-27 0,3 17 0,-1 35 0,0-7 0,-2-42-1365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5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24575,'6'47'0,"-4"-35"0,0 0 0,0 15 0,-3 26-1365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6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8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8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0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24575,'2'0'0,"0"0"0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0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24575,'0'-1'0,"1"0"0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24575,'0'-1'0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1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20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52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45 24575,'0'21'0,"-12"135"0,13-146 0,-1 16 0,-1-25 0,1 0 0,0-1 0,0 1 0,0 0 0,0-1 0,-1 1 0,1 0 0,0-1 0,0 1 0,-1 0 0,1-1 0,-1 1 0,1-1 0,-1 1 0,1-1 0,-1 1 0,1-1 0,-1 1 0,1-1 0,-1 1 0,1-1 0,-1 0 0,0 1 0,1-1 0,-1 0 0,0 0 0,1 1 0,-1-1 0,0 0 0,0 0 0,-2 1 0,1-1 0,-1 1 0,1-1 0,0 1 0,-1 0 0,1 0 0,0 0 0,0 1 0,0-1 0,0 0 0,0 1 0,0-1 0,0 1 0,-3 3 0,-7 6 0,11-14 0,1 0 0,-1 0 0,1 0 0,0 0 0,-1 0 0,2-4 0,0-9 0,1-1 0,0 1 0,2 0 0,0 0 0,6-17 0,-7 26 0,-1-8 0,1-1 0,-2 0 0,0-30 0,-5 66 0,0 1 0,1 0 0,1 1 0,1 30 0,1-51 0,1 0 0,-1 0 0,1 0 0,-1 0 0,1 0 0,0 0 0,-1 0 0,1 0 0,0 0 0,0 0 0,0 0 0,-1-1 0,1 1 0,0 0 0,0-1 0,0 1 0,0 0 0,0-1 0,0 1 0,1-1 0,-1 0 0,0 1 0,0-1 0,0 0 0,2 0 0,36 7 0,-28-6 0,117 24 0,-115-23 0,-17-3 0,-26-4 0,1 0 0,5 1 0,0-2 0,0 0 0,-26-11 0,50 17 0,0 0 0,0 0 0,0 0 0,0 0 0,0 0 0,0 0 0,1 0 0,-1 0 0,0 0 0,0 0 0,0 0 0,0 0 0,0 0 0,0 0 0,0 0 0,0 0 0,0-1 0,0 1 0,0 0 0,0 0 0,0 0 0,0 0 0,0 0 0,0 0 0,1 0 0,-1 0 0,0 0 0,0 0 0,0 0 0,0 0 0,0 0 0,0 0 0,0-1 0,0 1 0,0 0 0,0 0 0,0 0 0,0 0 0,0 0 0,0 0 0,0 0 0,0 0 0,0 0 0,0 0 0,0 0 0,0 0 0,0-1 0,-1 1 0,1 0 0,0 0 0,0 0 0,0 0 0,0 0 0,0 0 0,0 0 0,0 0 0,0 0 0,0 0 0,0 0 0,0 0 0,12-3 0,19 1 0,364 4 0,111-3 0,-490-2 0,-16 3 0,0 0 0,0 0 0,0 0 0,0 0 0,0 0 0,0-1 0,0 1 0,0 0 0,0 0 0,0 0 0,0 0 0,1 0 0,-1-1 0,0 1 0,0 0 0,0 0 0,-1 0 0,1 0 0,0-1 0,0 1 0,0 0 0,0 0 0,0 0 0,0 0 0,0-1 0,0 1 0,0 0 0,0 0 0,0 0 0,0 0 0,0 0 0,-1 0 0,1-1 0,0 1 0,0 0 0,0 0 0,0 0 0,0 0 0,-1 0 0,1 0 0,0 0 0,0 0 0,0 0 0,-29-15 0,25 13 0,-273-109 0,263 105 0,18 7 0,0 0 0,1 0 0,0-1 0,-1 0 0,1 0 0,8-1 0,5 0 0,196 1 0,100 2 0,-298-1 0,1 2 0,-1 0 0,27 9 0,-23-6 0,34 6 0,39-3 0,-48-2 0,-32-4 0,0-1 0,20 1 0,113-5 0,122 4 0,-222 3 0,-1 1 0,74 22 0,-4-2 0,-14-7 0,-91-17 0,0-1 0,0 0 0,12 0 0,5 0 0,-26-1 0,1 0 0,0 1 0,-1-1 0,1 1 0,-1-1 0,1 1 0,-1-1 0,0 1 0,1 0 0,-1 0 0,0 0 0,1 0 0,-1 0 0,0 0 0,0 0 0,0 0 0,0 0 0,2 3 0,14 28 0,-16-27 0,2 0 0,-1 0 0,0-1 0,7 9 0,-8-12 0,0 0 0,1 1 0,-1-1 0,0 0 0,1 0 0,0 0 0,-1-1 0,1 1 0,-1 0 0,1-1 0,0 1 0,0-1 0,-1 1 0,1-1 0,3 1 0,28-3 0,-19 0 0,-13 2 0,0 0 0,-1-1 0,1 1 0,0-1 0,0 0 0,0 1 0,-1-1 0,1 0 0,0 1 0,-1-1 0,1 0 0,0 0 0,-1 1 0,1-1 0,-1 0 0,1 0 0,-1 0 0,0 0 0,1 0 0,-1 0 0,0 0 0,0 0 0,1 0 0,-1 0 0,0 1 0,0-1 0,0-2 0,1-33 0,-1 31 0,-5-54 0,2 39 0,4-19 0,-1 32 0,1 0 0,-1 0 0,0 0 0,-3-13 0,-9 59 0,8-19 0,1-3 0,0 0 0,-1 23 0,4-32 0,0 3 0,0 1 0,3 14 0,-2-22 0,0 0 0,0 0 0,0 0 0,1 0 0,-1 0 0,1 0 0,0-1 0,0 1 0,5 6 0,-6-10 0,-1 0 0,1 1 0,-1-1 0,1 1 0,-1-1 0,1 1 0,-1-1 0,0 1 0,1-1 0,-1 1 0,0-1 0,0 1 0,1 0 0,-1-1 0,0 1 0,0-1 0,0 1 0,0 0 0,0 0 0,-9-3 0,-15-13 0,18 9 0,0-1 0,0 1 0,1-1 0,0 0 0,-7-12 0,-10-14 0,5 14 0,-1 0 0,0 1 0,-2 1 0,0 0 0,-1 2 0,0 1 0,-1 0 0,-37-16 0,54 29 0,0-1 0,-1 1 0,1 0 0,-1 0 0,1 1 0,0-1 0,-1 1 0,1 0 0,-9 2 0,-11-1 0,24-1 0,-1 0 0,1 0 0,0 0 0,0 0 0,0 0 0,0 0 0,0 0 0,0 1 0,0-1 0,0 0 0,0 1 0,0-1 0,0 0 0,0 1 0,0-1 0,0 1 0,0-1 0,0 1 0,1 0 0,-1-1 0,0 1 0,0 0 0,1 0 0,-1 0 0,0 0 0,1-1 0,-1 1 0,1 0 0,-1 0 0,1 0 0,-1 0 0,1 0 0,0 0 0,-1 0 0,1 0 0,0 0 0,0 0 0,0 1 0,0-1 0,0 0 0,0 0 0,0 0 0,0 0 0,0 0 0,1 0 0,-1 0 0,0 0 0,1 0 0,-1 0 0,1 0 0,-1 0 0,1 0 0,-1 0 0,1 0 0,0-1 0,-1 1 0,1 0 0,0 0 0,0-1 0,0 1 0,-1 0 0,3 0 0,7 4 0,0-1 0,0 0 0,0 0 0,1-1 0,-1-1 0,1 0 0,12 1 0,0 0 0,26 7 0,-17-4 0,60 5 0,-90-11 0,4 0 0,-8 0 0,-20-2 0,-364-66 0,-90-12 0,460 79 0,12 0 0,1 0 0,-1 0 0,0 1 0,0 0 0,0 0 0,0 0 0,0 0 0,0 1 0,0 0 0,0-1 0,-4 3 0,8-3 0,0 0 0,0 0 0,0 0 0,0 0 0,0 0 0,0 0 0,0 0 0,-1 0 0,1 0 0,0 0 0,0 0 0,0 0 0,0 0 0,0 0 0,0 1 0,0-1 0,0 0 0,0 0 0,0 0 0,0 0 0,0 0 0,0 0 0,0 0 0,0 0 0,0 0 0,0 1 0,0-1 0,0 0 0,0 0 0,0 0 0,0 0 0,0 0 0,0 0 0,0 0 0,0 0 0,0 1 0,0-1 0,0 0 0,0 0 0,0 0 0,0 0 0,0 0 0,0 0 0,0 0 0,0 0 0,0 0 0,0 1 0,7 4 0,8 3 0,42 17 0,1-3 0,64 16 0,126 19 0,-134-32 0,-62-13 0,-49-11 0,-5-1 0,-8 0 0,-20-2 0,-35-6 0,-206-23 0,-3 22 0,613 13 0,-277-2 0,0 3 0,116 25 0,-337-61 0,65 14 0,-221-46 0,307 61 0,18 3 0,21 3 0,467 91 0,-437-81 0,-36-9 0,-24-4 0,-6-1 0,-45-8 0,-531-98 0,534 99 0,104 24 0,111 17 0,219 58 0,-364-84 0,-15-5 0,0 0 0,1-1 0,-1 1 0,1-2 0,0 1 0,11 0 0,7-1 0,0 1 0,37 9 0,19 2 0,-79-12 0,0 0 0,0 0 0,0 0 0,0 1 0,-1-1 0,1 1 0,0 0 0,-1 0 0,0 0 0,1 1 0,2 2 0,-2-2 0,0 0 0,-1-1 0,1 1 0,1-1 0,-1 0 0,7 3 0,-10-5 0,-1 0 0,1 0 0,-1 0 0,1 0 0,0 0 0,-1 0 0,1 0 0,-1-1 0,1 1 0,-1 0 0,1 0 0,-1 0 0,0 0 0,1-1 0,-1 1 0,1 0 0,-1-1 0,1 1 0,-1 0 0,0-1 0,1 1 0,-1 0 0,0-1 0,1 1 0,-1-1 0,0 1 0,1 0 0,-1-1 0,0 1 0,0-1 0,0 1 0,1-1 0,-1 1 0,0-1 0,0 1 0,0-1 0,0 1 0,0-1 0,0 1 0,0-1 0,0 1 0,0-2 0,-1-28 0,1 25 0,-2-41 0,-4-47 0,5 74 0,1 17 0,0 0 0,0 0 0,0 0 0,0 0 0,0 0 0,-1 0 0,1 0 0,-1 0 0,1 0 0,-2-2 0,1 3 0,1 1 0,-1-1 0,0 0 0,0 1 0,0-1 0,0 1 0,0-1 0,1 1 0,-1-1 0,0 1 0,0 0 0,0-1 0,0 1 0,0 0 0,0 0 0,0 0 0,0 0 0,0 0 0,0 0 0,0 0 0,0 0 0,0 0 0,0 0 0,0 1 0,-2-1 0,-25 4 0,-1-2 0,1-2 0,-30-2 0,48 1 0,-6 0 0,1-1 0,-26-8 0,24 6 0,-32-5 0,20 6 0,22 2 0,19 1 0,19 4 0,-1 0 0,-1 2 0,42 14 0,-42-12 0,-8-3 0,-18-5 0,0 0 0,0 1 0,0-1 0,0 1 0,0 0 0,0 0 0,0 0 0,0 0 0,-1 1 0,1-1 0,0 1 0,-1 0 0,1-1 0,2 4 0,-2-2 0,0-1 0,1 1 0,-1-1 0,1 0 0,0 0 0,0 0 0,-1 0 0,1 0 0,0-1 0,6 2 0,13 5 0,-23-8 0,0 0 0,0 0 0,0 0 0,0 0 0,0 0 0,0 0 0,1 0 0,-1 0 0,0 0 0,0 0 0,0 0 0,0 0 0,0 0 0,0 0 0,0 0 0,0 0 0,0 0 0,0 0 0,1 0 0,-1 0 0,0 0 0,0 0 0,0 0 0,0 0 0,0 1 0,0-1 0,0 0 0,0 0 0,0 0 0,0 0 0,0 0 0,0 0 0,0 0 0,0 0 0,0 0 0,0 0 0,0 1 0,0-1 0,0 0 0,0 0 0,0 0 0,0 0 0,0 0 0,0 0 0,0 0 0,0 0 0,0 0 0,0 0 0,0 1 0,0-1 0,0 0 0,0 0 0,0 0 0,0 0 0,0 0 0,0 0 0,0 0 0,0 0 0,0 0 0,0 0 0,0 0 0,0 1 0,-9 1 0,-13 0 0,-354 0 0,190-4 0,-6-6 0,-11 0 0,-687 9 0,803 5 0,5 0 0,-40-7 0,-53 1 0,159 2 0,1 0 0,-21 6 0,-1 1 0,-70 14 0,145-28 0,-1 1 0,64 1 0,-54 3 0,862-9 0,-847 13 0,100 19 0,-105-13 0,-1-2 0,77 1 0,119-14 0,-244 5 0,14-1 0,-22 1 0,0 1 0,0-1 0,0 0 0,0 0 0,0 0 0,0 0 0,0 0 0,0 0 0,0 0 0,1 0 0,-1 0 0,0 0 0,0-1 0,0 1 0,0 0 0,0 0 0,0 0 0,0 0 0,0 0 0,0 0 0,0 0 0,0 0 0,1 0 0,-1 0 0,0 0 0,0 0 0,0 0 0,0 0 0,0 0 0,0 0 0,0 0 0,0-1 0,0 1 0,0 0 0,0 0 0,0 0 0,0 0 0,0 0 0,0 0 0,0 0 0,0 0 0,0 0 0,0 0 0,0-1 0,0 1 0,0 0 0,0 0 0,0 0 0,0 0 0,0 0 0,0 0 0,0 0 0,-10-6 0,-41-12 0,-1 3 0,-56-9 0,40 9 0,48 12 0,1 1 0,-1 1 0,0 0 0,1 2 0,-1 0 0,-35 8 0,-34 2 0,-5-7 0,-1-5 0,1-4 0,-137-24 0,155 13 0,30 5 0,-57-5 0,63 16 0,31 1 0,-1-1 0,0 0 0,-10-1 0,20 0 0,0 1 0,0 0 0,1 0 0,-1 0 0,0 0 0,0 0 0,0 0 0,0 0 0,0-1 0,0 1 0,0 0 0,0 0 0,0 0 0,0 0 0,0 0 0,0 0 0,0-1 0,0 1 0,0 0 0,0 0 0,0 0 0,0 0 0,0 0 0,0-1 0,0 1 0,0 0 0,0 0 0,0 0 0,0 0 0,0 0 0,0-1 0,0 1 0,0 0 0,0 0 0,0 0 0,0 0 0,0 0 0,0 0 0,-1-1 0,1 1 0,0 0 0,0 0 0,0 0 0,0 0 0,0 0 0,0 0 0,0 0 0,-1 0 0,1 0 0,0 0 0,0 0 0,0 0 0,0 0 0,0 0 0,-1 0 0,15-6 0,44-2 0,-1 3 0,110 2 0,-102 4 0,-59-1 0,170 3 0,-128 1 0,78 14 0,-154-22 0,-53-2 0,-47 6 0,56 0 0,-321 1 0,388-1 0,-1 1 0,1 0 0,-1 1 0,1-1 0,-1 1 0,1 0 0,-5 3 0,-21 7 0,6-7 26,0-2 1,-1 0-1,1-2 0,-33-2 0,29 0-524,0 2-1,-52 7 0,69-6-6327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03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24575,'6'0'0,"0"-1"0,-1 0 0,1 0 0,7-3 0,18-3 0,-2 5 0,-17 2 0,0-1 0,19-3 0,-20 2 0,0 1 0,0 0 0,0 1 0,14 1 0,3 0 0,483 0 0,-494-3 0,0 1 0,0-2 0,32-9 0,-28 6 0,34-4 0,-54 10 0,110-8 0,-73 8 0,-13-1 0,0 1 0,-1 1 0,45 9 0,-34-4 0,0-1 0,0-2 0,45-2 0,-7 0 0,-32 0 0,-20-1 0,0 1 0,0 1 0,29 6 0,157 34 0,-178-39 0,0-1 0,48-2 0,-23-2 0,-40 1 0,0 0 0,0-1 0,0-1 0,15-5 0,-15 4 0,-1 1 0,0 0 0,1 1 0,20-1 0,-28 3-105,1 0 0,0 0 0,0 1 0,0 0 0,-1 1 0,1-1 0,-1 1 0,1 0 0,-1 1 0,0 0 0,1 0 0,6 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15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24575,'167'-8'0,"-119"1"0,87 8 0,115-2 0,97-3 0,-254 4 0,-80-1 0,0 0 0,0-1 0,25-7 0,-22 4 0,29-3 0,230 3 0,-163 6 0,454-1 0,-542 0 0,0 0 0,0 2 0,0 0 0,36 10 0,27 16 0,35-5 0,-97-20 0,-10-1 0,27 6 0,-38-6-1365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2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24575,'1'0'0,"0"-1"0,0 1 0,0-1 0,1 1 0,-1-1 0,0 1 0,0 0 0,1-1 0,-1 1 0,0 0 0,0 0 0,1 0 0,-1 0 0,0 0 0,2 0 0,23 5 0,-18-4 0,238 49 0,-227-47 0,-1-2 0,1-1 0,19-1 0,4-1 0,122-8 0,-30-11 0,-83 12 0,-36 6 0,1 1 0,25-2 0,386 4 0,-276-4 0,294 4 0,-413 2 0,-1 2 0,1 1 0,33 10 0,-22-6 0,66 22 0,-110-30 0,1-1 0,0 0 0,0 0 0,-1 0 0,1 0 0,0 0 0,0 0 0,-1 0 0,1 0 0,0 0 0,0 1 0,0-1 0,-1 0 0,1 0 0,0 0 0,0 0 0,0 1 0,0-1 0,-1 0 0,1 0 0,0 0 0,0 1 0,0-1 0,0 0 0,0 0 0,0 1 0,0-1 0,0 0 0,-1 0 0,1 0 0,0 1 0,0-1 0,0 0 0,0 0 0,0 1 0,0-1 0,1 0 0,-1 0 0,0 1 0,0-1 0,0 0 0,0 0 0,0 1 0,0-1 0,0 0 0,0 0 0,0 0 0,1 1 0,-1-1 0,0 0 0,0 0 0,0 0 0,1 1 0,-1-1 0,0 0 0,0 0 0,0 0 0,1 0 0,-1 0 0,0 0 0,0 1 0,0-1 0,1 0 0,-1 0 0,0 0 0,0 0 0,1 0 0,-20 6 0,-220-6 0,207-6 0,27 4 0,0 1 0,0 0 0,0 0 0,-9 0 0,7 1 0,-40 1 0,-86-9 0,122 6 0,0-1 0,0-1 0,0 0 0,-19-11 0,-7-2 0,19 8 0,0-1 0,1 0 0,0-1 0,-25-21 0,1 0 0,40 31 0,-1 0 0,0 0 0,0 0 0,0-1 0,0 1 0,1-1 0,-1 1 0,1-1 0,-1 0 0,1 1 0,0-1 0,-1 0 0,1 0 0,0 0 0,0 0 0,1 0 0,-1 0 0,0 0 0,1 0 0,-1 0 0,1-1 0,-1 1 0,1 0 0,0 0 0,0 0 0,0-1 0,0 1 0,1-3 0,-1 5 0,0 0 0,0 0 0,0 0 0,0-1 0,0 1 0,0 0 0,0 0 0,0 0 0,0 0 0,0-1 0,0 1 0,1 0 0,-1 0 0,0 0 0,0 0 0,0-1 0,0 1 0,0 0 0,0 0 0,0 0 0,1 0 0,-1 0 0,0 0 0,0-1 0,0 1 0,0 0 0,1 0 0,-1 0 0,0 0 0,0 0 0,0 0 0,0 0 0,1 0 0,-1 0 0,0 0 0,0 0 0,0 0 0,1 0 0,-1 0 0,0 0 0,0 0 0,0 0 0,1 0 0,8 7 0,5 11 0,-9-4 0,-5-14 0,0 0 0,0 1 0,0-1 0,0 0 0,0 0 0,0 1 0,0-1 0,0 0 0,0 0 0,-1 1 0,1-1 0,0 0 0,0 0 0,0 1 0,0-1 0,0 0 0,-1 0 0,1 1 0,0-1 0,0 0 0,0 0 0,-1 0 0,1 1 0,0-1 0,0 0 0,-1 0 0,-1 1 0,-1-1 0,1 1 0,0-1 0,-1 0 0,1 0 0,0 0 0,-5-1 0,-4 1 0,8 0 0,1 0 0,-1 0 0,0 0 0,1 0 0,-1-1 0,0 1 0,-4-2 0,6 1 0,0 0 0,0 1 0,0-1 0,0 0 0,1 0 0,-1 0 0,0 1 0,0-1 0,1 0 0,-1 0 0,1 0 0,-1 0 0,1 0 0,-1 0 0,1 0 0,0-1 0,0 1 0,-1 0 0,1 0 0,0 0 0,0-2 0,-4-9-1365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34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24575,'47'1'0,"49"-2"0,40-3 0,-43-11 0,322 10 0,-242 7 0,-143-1 0,-1 2 0,45 9 0,-53-8 0,2-1 0,1-1 0,0-1 0,26-3 0,2 0 0,16 8 0,2 0 0,-66-6 0,0 0 0,1 1 0,-1 0 0,0 0 0,6 3 0,15 3 0,76 12 0,-76-19 0,-25 0 0,1 0 0,0 0 0,0 0 0,-1 0 0,1 0 0,0 0 0,-1-1 0,1 1 0,0 0 0,-1 0 0,1-1 0,0 1 0,-1 0 0,1-1 0,-1 1 0,1-1 0,0 1 0,-1-1 0,1 1 0,-1-1 0,1 1 0,-1-1 0,0 1 0,1-1 0,-1 0 0,0 1 0,1-1 0,-1 0 0,0 1 0,1-2 0,-1 1 0,-1 1 0,1-1 0,0 1 0,0-1 0,0 1 0,-1-1 0,1 1 0,0 0 0,-1-1 0,1 1 0,0-1 0,-1 1 0,1 0 0,-1-1 0,1 1 0,0 0 0,-1 0 0,1-1 0,-1 1 0,1 0 0,-1 0 0,1 0 0,-1 0 0,1-1 0,-1 1 0,1 0 0,-1 0 0,1 0 0,-1 0 0,0 0 0,-19-1 0,18 1 0,-22 0 0,9-1 0,0 1 0,0 1 0,0 0 0,0 1 0,0 0 0,-23 8 0,37-10 4,0 0 0,1 0-1,-1 1 1,1-1-1,-1 0 1,1 1 0,-1-1-1,1 0 1,-1 1 0,1-1-1,-1 1 1,1-1-1,-1 1 1,1-1 0,0 1-1,-1-1 1,1 1 0,0-1-1,-1 1 1,1-1-1,0 1 1,0 0 0,-1-1-1,1 1 1,0 0 0,0-1-1,0 1 1,0 0-1,0-1 1,0 1 0,0-1-1,0 2 1,1-1-103,-1 1 0,1-1 0,-1 0 0,1 1 0,-1-1 0,1 0 0,0 0 0,-1 0 0,1 1 0,0-1 0,0 0 0,0 0 0,0 0 0,1 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08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24575,'7'-7'0,"1"2"0,0-1 0,0 1 0,1 0 0,-1 1 0,1 0 0,16-5 0,17-8 0,-28 11 0,0 1 0,0 0 0,1 1 0,-1 1 0,1 1 0,0 0 0,0 0 0,21 2 0,13-8 0,-47 8 0,0 0 0,0 0 0,0 0 0,0 0 0,0 1 0,0-1 0,0 1 0,-1-1 0,1 1 0,0 0 0,0-1 0,-1 1 0,1 0 0,0 0 0,2 2 0,-1 1 0,-1-1 0,1 1 0,-1-1 0,1 1 0,2 7 0,7 14 0,11 40 0,-6-19 0,58 132 0,-53-127 0,24 63 0,20 51 0,-17-27 0,-35-95 0,-8-29 0,-1 0 0,-1 0 0,0 1 0,-1-1 0,2 23 0,-5-54 0,1 15 0,-1-1 0,1 0 0,-1 1 0,0-1 0,0 0 0,0 1 0,-1-1 0,1 0 0,0 1 0,-1-1 0,0 1 0,0-1 0,0 0 0,0 1 0,0 0 0,0-1 0,0 1 0,-1 0 0,1 0 0,-4-4 0,-2 1 0,4 3 0,0 0 0,1 0 0,-1 0 0,1-1 0,-1 1 0,1 0 0,0-1 0,-3-3 0,8 7 0,0-1 0,-1 1 0,1 1 0,0-1 0,-1 0 0,0 1 0,3 1 0,-2-1 0,15 8 0,1-1 0,32 10 0,9 4 0,-45-12 0,-9-8 0,-11-15 0,-19-60 0,17 49 0,-15-34 0,16 44 0,-2 1 0,-15-20 0,15 21 0,0 0 0,1 0 0,-9-19 0,-39-110 0,26 68 0,-26-54 0,30 77 0,13 27 0,0 0 0,-2 0 0,-1 1 0,-1 1 0,-23-24 0,29 36 0,-1-1 0,-1 2 0,1-1 0,-1 2 0,0-1 0,-1 2 0,-22-8 0,-9-4 0,-37-10 0,76 26 0,0 0 0,0 0 0,1 0 0,-1 1 0,0-1 0,0 1 0,0 0 0,0 1 0,0-1 0,0 1 0,0 0 0,0 1 0,1-1 0,-1 1 0,0-1 0,1 2 0,-1-1 0,1 0 0,0 1 0,-6 4 0,9-6 0,1-1 0,0 1 0,0-1 0,0 1 0,0-1 0,1 1 0,-1-1 0,0 1 0,0-1 0,0 0 0,0 1 0,0-1 0,0 1 0,1-1 0,-1 0 0,0 1 0,0-1 0,1 1 0,-1-1 0,0 0 0,1 1 0,-1-1 0,0 0 0,1 0 0,-1 1 0,0-1 0,1 0 0,-1 0 0,1 1 0,-1-1 0,0 0 0,1 0 0,0 0 0,17 9 0,-18-9 0,84 28 0,-71-25 0,1 2 0,0-1 0,-1 2 0,0-1 0,1 2 0,14 10 0,-20-12 0,0 1 0,-1 0 0,0 1 0,0 0 0,-1 0 0,1 0 0,-1 1 0,9 15 0,59 127 0,-33-47 0,-23-54 0,2-1 0,2 0 0,34 53 0,-15-32 0,16 25 0,-34-54 0,-21-36 0,-1-1 0,0 0 0,0 1 0,0-1 0,0 1 0,0-1 0,-1 1 0,0-1 0,1 1 0,-2 6 0,1-10 0,0 1 0,0-1 0,1 1 0,-1-1 0,0 1 0,0-1 0,0 1 0,1-1 0,-1 1 0,0-1 0,0 1 0,1-1 0,-1 1 0,0-1 0,1 1 0,-1-1 0,1 0 0,-1 1 0,0-1 0,1 0 0,-1 1 0,1-1 0,-1 0 0,1 0 0,-1 1 0,1-1 0,-1 0 0,1 0 0,0 0 0,-1 0 0,1 0 0,-1 0 0,1 0 0,-1 0 0,1 0 0,-1 0 0,2 0 0,28 0 0,-20-1 0,-3 1 0,-1 0 0,1 0 0,0 0 0,0 0 0,0 1 0,-1 0 0,1 1 0,11 3 0,-9-3 0,-8-7 0,-12-13 0,3 6 0,-1-6 0,-1 1 0,-20-25 0,-15-17 0,30 39 0,4 6 0,0-1 0,-8-18 0,3 9 0,13 18 0,-1 1 0,0-1 0,1 0 0,-3-9 0,6 15 0,0 0 0,0 0 0,0 0 0,0 0 0,0 0 0,0 1 0,0-1 0,0 0 0,0 0 0,0 0 0,0 0 0,0 0 0,0 0 0,0 0 0,0 0 0,0 0 0,0 0 0,1-1 0,-1 1 0,0 0 0,0 0 0,0 0 0,0 0 0,0 0 0,0 0 0,0 0 0,0 0 0,0 0 0,0 0 0,0 0 0,0 0 0,0 0 0,0 0 0,0 0 0,0 0 0,0 0 0,0 0 0,0 0 0,0 0 0,0 0 0,0 0 0,0 0 0,0 0 0,0 0 0,0-1 0,0 1 0,0 0 0,0 0 0,0 0 0,0 0 0,0 0 0,0 0 0,0 0 0,0 0 0,0 0 0,0 0 0,0 0 0,0 0 0,7 5 0,5 10 0,-8-10 0,-1 2 0,0-1 0,0 0 0,-1 0 0,0 1 0,0 0 0,0-1 0,1 14 0,-2 2 0,-2 32 0,0-31 0,2 25 0,4-28 0,-4-17 0,0-1 0,0 1 0,-1 0 0,1-1 0,0 1 0,-1-1 0,0 1 0,0 0 0,1 0 0,-2 2 0,1-4 0,-1 0 0,1-1 0,0 1 0,-1-1 0,1 0 0,-1 1 0,1-1 0,-1 1 0,1-1 0,-1 0 0,1 1 0,-1-1 0,0 0 0,1 0 0,-1 1 0,0-1 0,1 0 0,-1 0 0,1 0 0,-1 0 0,0 0 0,1 0 0,-1 0 0,0 0 0,1 0 0,-1 0 0,0 0 0,1 0 0,-1 0 0,1-1 0,-2 1 0,1 0 0,-1-1 0,1 1 0,0-1 0,-1 1 0,1-1 0,-1 1 0,1-1 0,0 0 0,0 0 0,-1 0 0,1 1 0,-2-3 0,0-4 0,0 1 0,0 0 0,0-1 0,-1-9 0,2 10 0,0 0 0,0 0 0,0 0 0,-1 0 0,-5-8 0,-1 0 0,1-1 0,-12-29 0,14 32 0,-26-73 0,26 66 0,0 0 0,2-1 0,-3-20 0,6 33 0,-4-16 0,-2 0 0,0 0 0,-1 0 0,-12-22 0,2 5 0,-14-40 0,20 54 0,-1 1 0,-1 1 0,-24-32 0,29 45 0,0-1 0,-1 1 0,0 1 0,-1 0 0,0 0 0,0 1 0,-19-10 0,29 18 0,0 1 0,1-1 0,-1 1 0,0-1 0,0 0 0,0 1 0,1-1 0,-1 0 0,0 0 0,1 1 0,-1-1 0,1 0 0,-1 0 0,1 0 0,-1 0 0,1 0 0,-1 0 0,1 0 0,0 0 0,0 0 0,0 0 0,-1 0 0,1 0 0,0 0 0,0 0 0,0 0 0,0 0 0,1 0 0,-1 0 0,0 0 0,0 0 0,0 0 0,1 0 0,-1 0 0,1 0 0,-1 1 0,1-1 0,-1 0 0,1 0 0,0-1 0,1 0 0,-1 0 0,1 0 0,0 0 0,0 0 0,0 0 0,0 0 0,0 0 0,0 1 0,0-1 0,1 1 0,-1 0 0,0-1 0,1 1 0,4-1 0,0 1 0,0 0 0,-1 0 0,1 0 0,0 1 0,0 0 0,-1 1 0,1-1 0,9 3 0,-12-1 0,0-1 0,0 1 0,0 0 0,0 0 0,0 0 0,-1 0 0,1 1 0,-1 0 0,0-1 0,0 1 0,0 0 0,0 1 0,0-1 0,3 6 0,32 56 0,-22-35 0,-10-18 0,-1 1 0,0 0 0,-1 0 0,-1 1 0,3 17 0,4 16 0,-2-12 0,-6-23 0,0-1 0,2 1 0,4 11 0,9 18 0,-1 1 0,17 70 0,-14-44 0,-13-40 0,-2-12 0,10 31 0,-8-30 0,1-2 0,9 16 0,-13-26 0,0-1 0,0 1 0,1-1 0,0 0 0,-1 0 0,1 0 0,0-1 0,1 1 0,-1-1 0,8 4 0,-8-5 0,-1 0 0,1-1 0,0 0 0,0 1 0,0-2 0,0 1 0,0 0 0,0-1 0,6 0 0,-9 0 0,0 0 0,0 0 0,0 0 0,0 0 0,-1 0 0,1 0 0,0-1 0,0 1 0,0 0 0,0-1 0,0 1 0,0-1 0,0 1 0,-1-1 0,1 1 0,0-1 0,0 0 0,-1 1 0,1-1 0,0 0 0,-1 0 0,1 1 0,-1-1 0,1 0 0,-1 0 0,1 0 0,-1 0 0,1 0 0,-1 1 0,0-1 0,0 0 0,1 0 0,-1 0 0,0 0 0,0 0 0,0 0 0,0 0 0,0 0 0,0 0 0,0 0 0,-1 0 0,1 0 0,0 0 0,-1-1 0,-1-2 0,1 1 0,-1 0 0,0 0 0,0 0 0,0 1 0,0-1 0,0 0 0,-1 1 0,1-1 0,-1 1 0,0 0 0,0 0 0,1 0 0,-1 0 0,-5-2 0,-15-12 0,13 7 0,1-1 0,0 0 0,1-1 0,0 1 0,1-2 0,-7-12 0,-30-76 0,38 87 0,-9-25 0,-35-75 0,32 75 0,-14-43 0,15 39 0,4 7 0,7 17 0,-15-32 0,18 45 0,0-1 0,-1 1 0,0 0 0,1 0 0,-1 1 0,-1-1 0,1 1 0,-1 0 0,-8-6 0,-148-86 0,152 92 0,0 0 0,0 0 0,-1 1 0,1 0 0,-11-1 0,12 2 0,1 1 0,-1 0 0,1 1 0,-1 0 0,0 0 0,1 0 0,-1 1 0,0 0 0,1 1 0,-1-1 0,-12 6 0,19-6 0,-1 0 0,1 0 0,0 0 0,-1 0 0,1 1 0,0-1 0,0 0 0,0 0 0,0 1 0,0-1 0,0 1 0,0-1 0,1 1 0,-1-1 0,0 1 0,1 0 0,-1-1 0,1 1 0,0-1 0,0 1 0,-1 0 0,1 0 0,0-1 0,0 1 0,1 0 0,-1-1 0,0 1 0,1 2 0,0-2 0,-1-1 0,0 1 0,1-1 0,0 1 0,-1-1 0,1 1 0,0-1 0,0 0 0,0 1 0,-1-1 0,1 0 0,1 0 0,-1 0 0,0 1 0,0-1 0,0 0 0,1-1 0,-1 1 0,0 0 0,1 0 0,-1 0 0,1-1 0,-1 1 0,1-1 0,-1 1 0,1-1 0,-1 0 0,1 0 0,-1 1 0,3-1 0,12 1 0,1 0 0,-1 2 0,1 0 0,-1 1 0,24 9 0,-28-7 0,0 0 0,-1 0 0,0 1 0,-1 0 0,0 1 0,0 0 0,11 13 0,-16-16 0,0 1 0,-1-1 0,0 2 0,5 8 0,9 14 0,-10-19 0,-2 1 0,11 21 0,6 11 0,-12-24 0,-1 1 0,-1 0 0,10 29 0,5 13 0,-8-25 0,-8-18 0,0 0 0,16 24 0,-10-20 0,-1 1 0,-1 0 0,-1 0 0,14 46 0,-17-47 0,12 24 0,-13-31 0,0 1 0,0 0 0,4 25 0,1-79 0,-3-6 0,-1 0 0,-3-1 0,-1 0 0,-2 0 0,-7-73 0,4 107 0,-1 1 0,-1-1 0,0 0 0,0 1 0,-1 0 0,-7-14 0,-35-49 0,37 59 0,-1 1 0,0 0 0,-1 0 0,0 1 0,0 1 0,-20-14 0,-9-8 0,27 22 0,0-1 0,-1 2 0,-16-10 0,-53-21 0,73 36 0,0-1 0,0-1 0,0 0 0,-15-12 0,21 14 0,0 0 0,-1-1 0,2 1 0,-1-1 0,0 0 0,1 0 0,0 0 0,0-1 0,1 1 0,-4-11 0,-9-27 0,-10-36 0,11 45-1365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15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24575,'111'7'0,"-62"1"0,-31-4-32,-16-4-26,-1 1 0,1-1 0,-1 1 0,1-1 0,0 1 0,-1-1 0,1 0 0,-1 0 0,1 0 0,0 0 0,-1 0 0,1 0 0,0-1 0,-1 1 1,1 0-1,-1-1 0,1 1 0,-1-1 0,1 0 0,-1 1 0,1-1 0,1-2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39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0 594 24575,'1'0'0,"0"-1"0,0 1 0,0-1 0,0 1 0,0-1 0,0 1 0,0 0 0,0 0 0,0 0 0,0-1 0,0 1 0,0 0 0,0 0 0,0 0 0,0 1 0,0-1 0,0 0 0,0 0 0,0 0 0,0 1 0,1 0 0,24 9 0,-18-6 0,38 20 0,-46-24 0,0 0 0,0 0 0,0 0 0,0 0 0,0 0 0,0 0 0,0 0 0,0 0 0,1 0 0,-1 0 0,0 0 0,0 0 0,0 0 0,0 0 0,0 0 0,0 0 0,0 0 0,0 0 0,1 0 0,-1 0 0,0 0 0,0 0 0,0 0 0,0-1 0,0 1 0,0 0 0,0 0 0,0 0 0,0 0 0,0 0 0,1 0 0,-1 0 0,0 0 0,0 0 0,0 0 0,0 0 0,0-1 0,0 1 0,0 0 0,0 0 0,0 0 0,0 0 0,0 0 0,0 0 0,0 0 0,0-1 0,1-8 0,-2-13 0,1 19 0,-1-23 0,1 1 0,4-31 0,-2 43 0,1 0 0,0 0 0,1 0 0,0 0 0,12-22 0,-2 4 0,-6 14 0,18-29 0,9-14 0,-12 18 0,53-90 0,-70 122-273,0 1 0,0-1 0,1 1 0,11-11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5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24575,'0'0'0,"1"-1"0,0 1 0,-1 0 0,1 0 0,0-1 0,-1 1 0,1 0 0,0 0 0,-1 0 0,1 0 0,0 0 0,0 0 0,-1 0 0,1 0 0,0 0 0,-1 0 0,1 0 0,0 0 0,-1 0 0,1 1 0,0-1 0,-1 0 0,1 1 0,0-1 0,0 1 0,21 12 0,-13-6 0,84 33 0,-35-15 0,3 6-1365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33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25 24575,'0'4'0,"-1"0"0,-1 0 0,1-1 0,-1 1 0,1 0 0,-1-1 0,-3 6 0,-4 6 0,9-15 0,0 0 0,0 0 0,0 0 0,0 0 0,1 0 0,-1 0 0,0 1 0,0-1 0,0 0 0,0 0 0,0 0 0,0 0 0,0 0 0,-1 0 0,1 0 0,0 1 0,0-1 0,0 0 0,0 0 0,0 0 0,0 0 0,0 0 0,0 0 0,0 0 0,0 0 0,0 1 0,0-1 0,0 0 0,0 0 0,0 0 0,-1 0 0,1 0 0,0 0 0,0 0 0,0 0 0,0 0 0,0 0 0,0 0 0,0 0 0,0 0 0,-1 0 0,1 0 0,0 0 0,0 0 0,0 0 0,0 0 0,0 0 0,0 0 0,-1 0 0,1 0 0,0 0 0,0 0 0,0 0 0,0 0 0,0 0 0,0 0 0,0 0 0,0 0 0,-1 0 0,1 0 0,0 0 0,0 0 0,-2-11 0,1-21 0,1 30 0,0-29 0,0 29 0,0 19 0,-1 1 0,-1 0 0,-1 0 0,0 0 0,-2-1 0,0 1 0,-1-1 0,-11 22 0,16-36 0,0 1 0,-1-1 0,1 0 0,-1 0 0,0 0 0,0 0 0,0 0 0,0 0 0,0 0 0,-1-1 0,0 1 0,1-1 0,-1 0 0,0 0 0,0 0 0,0 0 0,0 0 0,0 0 0,-1-1 0,1 0 0,0 0 0,-1 0 0,1 0 0,-1 0 0,1-1 0,-1 1 0,1-1 0,-6 0 0,-13-3 0,21 3 0,1 0 0,0 0 0,0 0 0,0 0 0,0 0 0,-1 0 0,1 0 0,0 0 0,0 0 0,0 0 0,0 0 0,0 0 0,0 0 0,-1 0 0,1 0 0,0 0 0,0 0 0,0 0 0,0-1 0,0 1 0,0 0 0,0 0 0,-1 0 0,1 0 0,0 0 0,0 0 0,0-1 0,0 1 0,0 0 0,0 0 0,0 0 0,0 0 0,0 0 0,0 0 0,0-1 0,0 1 0,0 0 0,0 0 0,11-6 0,-3 3 0,1 1 0,0 0 0,9 0 0,22-6 0,-36 7 0,1 1 0,-1-1 0,1 1 0,-1 0 0,1 0 0,-1 0 0,0 0 0,1 1 0,-1 0 0,1 0 0,-1 0 0,0 0 0,0 1 0,0 0 0,0 0 0,7 4 0,4 4 0,1 1 0,21 19 0,-34-27 0,-2-1 0,1-1 0,-1 1 0,0 0 0,1 0 0,-1 0 0,0 0 0,-1 1 0,1-1 0,0 0 0,0 0 0,-1 0 0,0 1 0,1-1 0,-1 0 0,0 3 0,-1 39 0,0-35 0,-3 28 0,-9 34 0,-4 32 0,16 52 65,2-79-1495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47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262 700 24575,'-2'0'0,"1"-1"0,0 1 0,-1 0 0,1-1 0,0 1 0,-1-1 0,1 0 0,0 1 0,0-1 0,0 0 0,-1 0 0,1 1 0,0-1 0,0 0 0,0 0 0,0 0 0,1 0 0,-1-1 0,0 1 0,0 0 0,1 0 0,-1 0 0,0-2 0,-13-36 0,10 26 0,2 5 0,-1 1 0,-1 0 0,1-1 0,-1 1 0,-1 1 0,1-1 0,-1 0 0,0 1 0,-7-7 0,9 10 0,0-1 0,0 0 0,0-1 0,1 1 0,-1 0 0,1-1 0,0 1 0,1-1 0,-1 0 0,-1-8 0,-7-51 0,10 61 0,-15-72 0,12 45 0,2 23 0,1 1 0,-1-1 0,0 1 0,-1-1 0,1 1 0,-1 0 0,0-1 0,-5-8 0,-46-93 0,48 96 0,1 1 0,-5-23 0,-2-6 0,5 26-47,4 10-118,0 0 0,1 0 1,0 1-1,-1-1 0,2 0 0,-1 0 1,0-6-1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33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0 684 24575,'3'-5'0,"1"-1"0,-1 0 0,-1 0 0,1 0 0,-1-1 0,0 1 0,-1 0 0,1-1 0,0-9 0,0 1 0,19-81 0,3-20 0,-18 90 0,-3 11 0,0 0 0,7-14 0,7-13 0,3 2 0,1 0 0,40-54 0,-52 81 0,0 1 0,1 0 0,0 1 0,16-14 0,-8 13-1365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35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1 655 24575,'0'-6'0,"0"-20"0,0 1 0,2 0 0,0 0 0,10-41 0,-5 40 0,-4 13 0,1 0 0,7-16 0,83-202 0,-81 199 0,-10 21 0,2 0 0,-1 1 0,1-1 0,1 1 0,12-18 0,24-29-1365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47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0 570 24575,'2'-2'0,"0"1"0,-1-1 0,1 1 0,0-1 0,-1 0 0,0 1 0,1-1 0,-1 0 0,0 0 0,0 0 0,1-3 0,1 0 0,10-18 0,18-49 0,-21 48 0,0 1 0,18-30 0,-22 41 0,0 0 0,0 0 0,-1-1 0,4-19 0,2-2 0,-5 18 0,2 0 0,-1 1 0,12-16 0,-1 0 0,-12 20 0,0 1 0,1 0 0,10-13 0,-14 20 0,1-1 0,0 1 0,0 0 0,0 0 0,0 0 0,0 0 0,1 1 0,-1 0 0,1 0 0,8-3 0,86-22 0,-88 25 0,-9 1 0,0 0 0,1 0 0,-1 1 0,0-1 0,0 1 0,0-1 0,0 1 0,1 0 0,-1 0 0,0 0 0,0 0 0,0 0 0,1 1 0,-1-1 0,0 1 0,0-1 0,0 1 0,0 0 0,0 0 0,0 0 0,0 0 0,0 0 0,3 3 0,-3-3 0,0 0 0,0 1 0,0-1 0,0 0 0,1 0 0,-1 0 0,0 0 0,1-1 0,-1 1 0,1-1 0,-1 1 0,1-1 0,-1 0 0,4 0 0,15 2 0,-14 2 0,-10 1 0,-19 5 0,12-5 0,-13 10 0,16-11 0,-1 0 0,1 1 0,1 0 0,-1 1 0,-9 10 0,6-5 0,-5 6 0,0 1 0,1 0 0,1 1 0,-21 40 0,19-28 0,10-22 0,0 1 0,1 0 0,-6 20 0,6-18 0,0 0 0,-1 0 0,-7 13 0,-6 14 0,4-5 0,2-5 0,-10 40 0,18-45-1365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48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0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1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51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51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0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10.425"/>
    </inkml:context>
    <inkml:brush xml:id="br0">
      <inkml:brushProperty name="width" value="0.07938" units="cm"/>
      <inkml:brushProperty name="height" value="0.07938" units="cm"/>
    </inkml:brush>
  </inkml:definitions>
  <inkml:trace contextRef="#ctx0" brushRef="#br0">0 0 24575,'2'0'0,"-1"1"0,0-1 0,0 0 0,0 0 0,0 1 0,0-1 0,0 1 0,0-1 0,0 1 0,0-1 0,0 1 0,-1-1 0,1 1 0,0 0 0,0 0 0,0-1 0,-1 1 0,1 0 0,0 0 0,-1 0 0,1 0 0,0 2 0,10 26 0,-6-16 0,5 17 0,-9-23 0,1-1 0,0 1 0,1-1 0,4 9 0,2 4 0,0 0 0,10 37 0,-6-1 0,-11-42 0,1-1 0,0 1 0,1 0 0,9 20 0,-3-10 0,10 31 0,5 10 0,32 75 0,-21-59 0,-11-14 0,24 61 0,-33-87-1365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57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24575,'0'-1'0,"0"-1"0,1 1 0,-1 0 0,0-1 0,1 1 0,-1 0 0,1 0 0,0 0 0,-1-1 0,1 1 0,0 0 0,0 0 0,0 0 0,0 0 0,0 0 0,0 0 0,0 0 0,0 1 0,0-1 0,2 0 0,27-15 0,-23 13 0,3-1 0,1 0 0,-1 1 0,0 1 0,1-1 0,14 0 0,54-1 0,-27 3 0,-5 0 0,52 5 0,-44 6 0,-39-6 0,0-1 0,0-1 0,19 1 0,-31-3 0,75-4 0,-69 3 0,-1-1 0,1 0 0,-1-1 0,0 0 0,0 0 0,10-6 0,7-2 0,-1 1 0,1 2 0,1 1 0,-1 0 0,31-2 0,-26 6 0,0 2 0,0 0 0,-1 2 0,33 5 0,-40-3 0,132 23 0,-138-22 0,9-1 0,0 0 0,0-2 0,42-3 0,-7-5 0,-34 7 0,0 2 0,0 0 0,0 2 0,-1 1 0,1 2 0,33 12 0,-37-12 0,1-1 0,-1-1 0,1-1 0,1-1 0,-1-1 0,0-1 0,47-4 0,-52 0 0,28-8 0,14-1 0,20-4 0,-35 6 0,-33 6 0,0 1 0,25-2 0,102 1 0,-132 4 0,-1-1 0,0 1 0,0 1 0,0-1 0,1 1 0,-1 1 0,0-1 0,0 1 0,0 0 0,0 1 0,-1-1 0,1 2 0,8 4 0,9 4-1365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59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24575,'6'-2'0,"0"0"0,0 0 0,0 1 0,0 0 0,12-1 0,19-5 0,53-18 0,-34 13 0,-16 4 0,-31 6-1365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38.9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39.9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0.8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1.5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2.0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2.9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4.0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5.0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7.3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0.0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1.3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24575,'0'1'0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1.9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2.6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3.4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4.1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4.9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5.8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6.9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9.0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0.1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1.0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2.0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3.0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3.8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4.9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2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1172 24575,'1'-8'0,"-1"-1"0,-1 0 0,0 0 0,0 1 0,0-1 0,-5-11 0,3 7 0,1 0 0,0 0 0,1 0 0,0 0 0,1-1 0,2-18 0,-1-8 0,-1 17 0,-1 16 0,1 0 0,-1 0 0,1 0 0,1 0 0,0 0 0,0 1 0,0-1 0,1 0 0,0 0 0,0 1 0,4-8 0,2-3 0,0 0 0,0 0 0,-2-1 0,0 0 0,-1 0 0,3-27 0,-3 20 0,0 0 0,2 0 0,1 1 0,21-45 0,-23 55 0,-1 0 0,0 0 0,-1 0 0,0-1 0,3-28 0,-7 42 0,1-1 0,-1 1 0,0 0 0,0 0 0,0 0 0,0-1 0,0 1 0,0 0 0,0 0 0,-1 0 0,1 0 0,0-1 0,0 1 0,-1 0 0,1 0 0,-1 0 0,0-2 0,-1 2 0,0 0 0,0 0 0,1 0 0,-1 0 0,0 1 0,0-1 0,0 1 0,0-1 0,-3 0 0,4 1 0,-18-4 0,-1 1 0,1 1 0,-26 1 0,43 1 0,0 0 0,0-1 0,0 1 0,0 0 0,0 0 0,0-1 0,0 0 0,0 1 0,0-1 0,0 0 0,0 0 0,0 0 0,1 0 0,-1 0 0,0 0 0,1 0 0,-1-1 0,1 1 0,-1 0 0,1-1 0,0 0 0,0 1 0,-1-1 0,1 0 0,0 1 0,0-1 0,1 0 0,-2-3 0,1 1 0,0-1 0,0 1 0,0-1 0,1 1 0,-1-1 0,1 1 0,0-1 0,1 1 0,-1-1 0,1 1 0,0 0 0,2-6 0,11-22 0,-11 28 0,-1 0 0,0 0 0,0 0 0,0-1 0,-1 1 0,1-1 0,-1 1 0,0-1 0,0 1 0,0-10 0,-1 6 0,2 1 0,-1 0 0,1 0 0,0 0 0,0 0 0,1 0 0,0 0 0,7-12 0,8-19 0,-17 34 0,1-1 0,-1 1 0,0-1 0,0 1 0,-1-1 0,1 0 0,-1 0 0,0 1 0,-1-1 0,-1-9 0,2 14 0,0 0 0,1 0 0,-1 0 0,0 0 0,0-1 0,0 1 0,-1 0 0,1 0 0,0 0 0,0 0 0,0 0 0,0-1 0,0 1 0,0 0 0,0 0 0,0 0 0,0 0 0,0 0 0,0-1 0,0 1 0,0 0 0,-1 0 0,1 0 0,0 0 0,0 0 0,0 0 0,0 0 0,0 0 0,0-1 0,-1 1 0,1 0 0,0 0 0,0 0 0,0 0 0,0 0 0,0 0 0,-1 0 0,1 0 0,0 0 0,0 0 0,0 0 0,0 0 0,0 0 0,-1 0 0,1 0 0,0 0 0,0 0 0,0 0 0,-6 9 0,-1 11 0,-22 117 0,12-79 0,14-39 0,-2 0 0,0 0 0,0-1 0,-2 0 0,-9 19 0,4-8 0,33-74 0,-18 42 0,2-6 0,2 0 0,-1 0 0,1 1 0,1 0 0,-1 0 0,11-7 0,-18 14-31,0 1 0,1 0 0,-1 0 0,0-1 0,1 1 0,-1 0 0,0 0 0,1 0 0,-1 0 0,0-1 0,1 1 0,-1 0 0,0 0 0,1 0 0,-1 0 0,1 0 0,-1 0 0,0 0 0,1 0 0,-1 0 0,1 0 0,-1 0 0,0 0 0,1 0-1,-1 0 1,1 1 0,-1-1 0,0 0 0,1 0 0,-1 0 0,0 1 0,1-1 0,-1 0 0,0 0 0,1 1 0,-1-1 0,0 0 0,0 0 0,1 1 0,-1-1 0,0 0 0,0 1 0,1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5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5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8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24575,'53'7'0,"-23"-7"-1365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36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250 752 24575,'-2'-4'0,"0"0"0,0 0 0,0 0 0,0-1 0,1 1 0,0 0 0,0-1 0,-1-8 0,0 5 0,2 7 0,0-2 0,0-1 0,-1 0 0,0 0 0,0 0 0,0 1 0,0-1 0,0 0 0,-1 1 0,0-1 0,0 1 0,0 0 0,0-1 0,0 1 0,0 0 0,-1 0 0,0 1 0,-5-6 0,6 6 0,0-1 0,0 0 0,0 0 0,0 0 0,0 0 0,1 0 0,0 0 0,-1-1 0,1 1 0,0 0 0,0-1 0,1 1 0,-1-1 0,1 1 0,0-5 0,-3-12 0,-6-35 0,7 34 0,-8-26 0,-34-87 0,39 102 0,-4-7 0,1 6 0,7 27 0,0-1 0,-1 1 0,0-1 0,0 1 0,-5-10 0,-20-43 42,23 47-276,-1 0-1,-1 1 1,0-1-1,0 1 0,-14-18 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38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24575,'1'8'0,"1"-1"0,-1 0 0,1 1 0,1-1 0,0 0 0,0 0 0,5 8 0,0 3 0,34 81 0,-3 2 0,-1-2-1365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2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177 315 24575,'-1'-1'0,"-1"1"0,1-1 0,-1 0 0,1 1 0,-1-1 0,1 0 0,-1 0 0,1 0 0,0 0 0,0 0 0,-1 0 0,1 0 0,0-1 0,0 1 0,-1-2 0,-14-22 0,-49-126 0,51 117 0,7 18 0,1 0 0,-7-24 0,9 30 0,0 10 0,4 1 0,-1 0 0,1 0 0,-1 0 0,1 1 0,-1-1 0,1 0 0,0 0 0,-1 0 0,1 0 0,0 1 0,0-1 0,0 2 0,0-2 0,0 7 0,0 1 0,0-1 0,1 0 0,0 0 0,0 0 0,1 0 0,0 0 0,1 0 0,5 13 0,-4-13 0,-2-1 0,1 1 0,-1 0 0,2 13 0,-1-3 0,0-11 0,-1 1 0,1-1 0,0 0 0,1 1 0,0-2 0,5 8 0,11 22 0,-11-15 0,0 1 0,5 24 0,-9-26 0,1 0 0,0 0 0,14 28 0,-33-91 0,-25-43 0,34 75 0,0-1 0,0 1 0,2 0 0,-4-21 0,-4-20 0,-23-31 0,31 79 0,-5-11 0,6 12 0,-1 0 0,1 0 0,-1 0 0,1 0 0,0 0 0,0 0 0,1 0 0,-1 0 0,1-1 0,-1 1 0,1-5 0,1 5 0,-1 0 0,0 0 0,0 0 0,0 0 0,-1 0 0,1 0 0,-1 0 0,1 0 0,-1 0 0,0 1 0,0-1 0,0 0 0,-1 0 0,1 1 0,-1-1 0,1 1 0,-1-1 0,0 1 0,0 0 0,0-1 0,0 1 0,0 0 0,-1 0 0,1 1 0,-3-3 0,-3-2-1365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2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3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4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51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5 24575,'2'-1'0,"0"0"0,0 0 0,0 1 0,0-1 0,1 1 0,-1 0 0,0 0 0,0 0 0,0 0 0,1 0 0,-1 0 0,0 0 0,0 1 0,2 0 0,2 0 0,91 11 0,-96-11 0,0-1 0,0 0 0,0 1 0,0-1 0,0 1 0,0 0 0,0-1 0,0 1 0,0 0 0,0 0 0,0-1 0,0 1 0,0 0 0,-1 0 0,1 0 0,0 0 0,-1 0 0,1 0 0,-1 0 0,1 0 0,0 2 0,8 31 0,-5-19 0,17 42 0,1-10 0,-16-31 0,0 1 0,0 0 0,-2 0 0,3 19 0,-4-16 0,10 31 0,-5-18 0,-8-32 0,1-1 0,-1 1 0,0-1 0,0 1 0,0-1 0,0 1 0,0-1 0,0 1 0,0-1 0,0 1 0,0-1 0,0 1 0,0-1 0,0 1 0,0-1 0,-1 1 0,1-1 0,0 1 0,0-1 0,0 1 0,-1-1 0,1 1 0,0-1 0,-1 1 0,1-1 0,0 0 0,-1 1 0,1-1 0,-1 0 0,1 1 0,0-1 0,-1 0 0,1 0 0,-1 1 0,1-1 0,-1 0 0,1 0 0,-1 0 0,1 1 0,-1-1 0,1 0 0,-1 0 0,1 0 0,-1 0 0,0 0 0,1 0 0,-1 0 0,1 0 0,-1 0 0,1-1 0,-1 1 0,1 0 0,-1 0 0,0-1 0,-1 1 0,-1-1 0,1 1 0,0-1 0,-1 0 0,1 0 0,0 0 0,0 0 0,0 0 0,0-1 0,0 1 0,-3-3 0,-1-5 0,0 0 0,1-1 0,0 0 0,1 1 0,0-2 0,-4-18 0,-9-19 0,11 37 0,0-1 0,-1 1 0,-9-12 0,-15-25 0,23 35 0,0-1 0,-19-22 0,17 24 0,1 0 0,8 9 0,-1 0 0,-1 1 0,1-1 0,0 0 0,0 1 0,-1-1 0,0 1 0,1 0 0,-1-1 0,0 1 0,0 1 0,0-1 0,0 0 0,-1 1 0,-3-2 0,-7-2 0,12 4 0,-1-1 0,0 1 0,0 0 0,0 0 0,0 1 0,-5-2 0,7 2 0,1 1 0,-1-1 0,1 0 0,-1 0 0,0 0 0,1 0 0,-1 1 0,1-1 0,-1 0 0,1 0 0,-1 1 0,1-1 0,-1 0 0,1 1 0,-1-1 0,1 1 0,0-1 0,-1 1 0,1-1 0,-1 1 0,1-1 0,0 1 0,0-1 0,-1 1 0,1-1 0,0 1 0,0-1 0,0 1 0,-1-1 0,1 1 0,0 0 0,0-1 0,0 1 0,0-1 0,0 1 0,0 0 0,0-1 0,0 1 0,1 0 0,-2 25 0,0-16 0,1-1 0,0 0 0,0 0 0,3 17 0,-1-21 0,1 0 0,-1 1 0,1-1 0,0 0 0,0-1 0,6 8 0,11 16 0,-6 0 0,0-3 0,13 32 0,-23-45 0,41 94 0,-30-74 0,-3-6 0,19 29 0,-10-20 0,-12-20 0,0 0 0,12 14 0,-2 1 0,-18-27 0,0 0 0,1 0 0,-1 0 0,1 0 0,0 0 0,0-1 0,0 1 0,0 0 0,0-1 0,0 0 0,1 0 0,-1 0 0,1 0 0,0 0 0,-1 0 0,1 0 0,4 1 0,31 9-1365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24575,'1'-1'0,"-1"1"0,0-1 0,1 1 0,-1 0 0,0-1 0,1 1 0,-1 0 0,1 0 0,-1-1 0,0 1 0,1 0 0,-1 0 0,1 0 0,-1-1 0,1 1 0,-1 0 0,1 0 0,-1 0 0,1 0 0,-1 0 0,1 0 0,-1 0 0,1 0 0,-1 0 0,1 0 0,-1 0 0,1 0 0,-1 0 0,0 1 0,1-1 0,-1 0 0,1 0 0,-1 0 0,1 1 0,-1-1 0,0 0 0,1 1 0,-1-1 0,1 0 0,-1 1 0,0-1 0,0 0 0,1 1 0,-1-1 0,0 0 0,0 1 0,1-1 0,-1 1 0,0-1 0,0 1 0,0-1 0,0 1 0,1 0 0,6 27 0,-7-27 0,3 17 0,-1 35 0,0-7 0,-2-42-1365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5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24575,'6'47'0,"-4"-35"0,0 0 0,0 15 0,-3 26-1365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6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8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8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0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24575,'2'0'0,"0"0"0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0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24575,'0'-1'0,"1"0"0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24575,'0'-1'0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1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20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52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45 24575,'0'21'0,"-12"135"0,13-146 0,-1 16 0,-1-25 0,1 0 0,0-1 0,0 1 0,0 0 0,0-1 0,-1 1 0,1 0 0,0-1 0,0 1 0,-1 0 0,1-1 0,-1 1 0,1-1 0,-1 1 0,1-1 0,-1 1 0,1-1 0,-1 1 0,1-1 0,-1 1 0,1-1 0,-1 0 0,0 1 0,1-1 0,-1 0 0,0 0 0,1 1 0,-1-1 0,0 0 0,0 0 0,-2 1 0,1-1 0,-1 1 0,1-1 0,0 1 0,-1 0 0,1 0 0,0 0 0,0 1 0,0-1 0,0 0 0,0 1 0,0-1 0,0 1 0,-3 3 0,-7 6 0,11-14 0,1 0 0,-1 0 0,1 0 0,0 0 0,-1 0 0,2-4 0,0-9 0,1-1 0,0 1 0,2 0 0,0 0 0,6-17 0,-7 26 0,-1-8 0,1-1 0,-2 0 0,0-30 0,-5 66 0,0 1 0,1 0 0,1 1 0,1 30 0,1-51 0,1 0 0,-1 0 0,1 0 0,-1 0 0,1 0 0,0 0 0,-1 0 0,1 0 0,0 0 0,0 0 0,0 0 0,-1-1 0,1 1 0,0 0 0,0-1 0,0 1 0,0 0 0,0-1 0,0 1 0,1-1 0,-1 0 0,0 1 0,0-1 0,0 0 0,2 0 0,36 7 0,-28-6 0,117 24 0,-115-23 0,-17-3 0,-26-4 0,1 0 0,5 1 0,0-2 0,0 0 0,-26-11 0,50 17 0,0 0 0,0 0 0,0 0 0,0 0 0,0 0 0,0 0 0,1 0 0,-1 0 0,0 0 0,0 0 0,0 0 0,0 0 0,0 0 0,0 0 0,0 0 0,0 0 0,0-1 0,0 1 0,0 0 0,0 0 0,0 0 0,0 0 0,0 0 0,0 0 0,1 0 0,-1 0 0,0 0 0,0 0 0,0 0 0,0 0 0,0 0 0,0 0 0,0-1 0,0 1 0,0 0 0,0 0 0,0 0 0,0 0 0,0 0 0,0 0 0,0 0 0,0 0 0,0 0 0,0 0 0,0 0 0,0 0 0,0-1 0,-1 1 0,1 0 0,0 0 0,0 0 0,0 0 0,0 0 0,0 0 0,0 0 0,0 0 0,0 0 0,0 0 0,0 0 0,0 0 0,12-3 0,19 1 0,364 4 0,111-3 0,-490-2 0,-16 3 0,0 0 0,0 0 0,0 0 0,0 0 0,0 0 0,0-1 0,0 1 0,0 0 0,0 0 0,0 0 0,0 0 0,1 0 0,-1-1 0,0 1 0,0 0 0,0 0 0,-1 0 0,1 0 0,0-1 0,0 1 0,0 0 0,0 0 0,0 0 0,0 0 0,0-1 0,0 1 0,0 0 0,0 0 0,0 0 0,0 0 0,0 0 0,-1 0 0,1-1 0,0 1 0,0 0 0,0 0 0,0 0 0,0 0 0,-1 0 0,1 0 0,0 0 0,0 0 0,0 0 0,-29-15 0,25 13 0,-273-109 0,263 105 0,18 7 0,0 0 0,1 0 0,0-1 0,-1 0 0,1 0 0,8-1 0,5 0 0,196 1 0,100 2 0,-298-1 0,1 2 0,-1 0 0,27 9 0,-23-6 0,34 6 0,39-3 0,-48-2 0,-32-4 0,0-1 0,20 1 0,113-5 0,122 4 0,-222 3 0,-1 1 0,74 22 0,-4-2 0,-14-7 0,-91-17 0,0-1 0,0 0 0,12 0 0,5 0 0,-26-1 0,1 0 0,0 1 0,-1-1 0,1 1 0,-1-1 0,1 1 0,-1-1 0,0 1 0,1 0 0,-1 0 0,0 0 0,1 0 0,-1 0 0,0 0 0,0 0 0,0 0 0,0 0 0,2 3 0,14 28 0,-16-27 0,2 0 0,-1 0 0,0-1 0,7 9 0,-8-12 0,0 0 0,1 1 0,-1-1 0,0 0 0,1 0 0,0 0 0,-1-1 0,1 1 0,-1 0 0,1-1 0,0 1 0,0-1 0,-1 1 0,1-1 0,3 1 0,28-3 0,-19 0 0,-13 2 0,0 0 0,-1-1 0,1 1 0,0-1 0,0 0 0,0 1 0,-1-1 0,1 0 0,0 1 0,-1-1 0,1 0 0,0 0 0,-1 1 0,1-1 0,-1 0 0,1 0 0,-1 0 0,0 0 0,1 0 0,-1 0 0,0 0 0,0 0 0,1 0 0,-1 0 0,0 1 0,0-1 0,0-2 0,1-33 0,-1 31 0,-5-54 0,2 39 0,4-19 0,-1 32 0,1 0 0,-1 0 0,0 0 0,-3-13 0,-9 59 0,8-19 0,1-3 0,0 0 0,-1 23 0,4-32 0,0 3 0,0 1 0,3 14 0,-2-22 0,0 0 0,0 0 0,0 0 0,1 0 0,-1 0 0,1 0 0,0-1 0,0 1 0,5 6 0,-6-10 0,-1 0 0,1 1 0,-1-1 0,1 1 0,-1-1 0,1 1 0,-1-1 0,0 1 0,1-1 0,-1 1 0,0-1 0,0 1 0,1 0 0,-1-1 0,0 1 0,0-1 0,0 1 0,0 0 0,0 0 0,-9-3 0,-15-13 0,18 9 0,0-1 0,0 1 0,1-1 0,0 0 0,-7-12 0,-10-14 0,5 14 0,-1 0 0,0 1 0,-2 1 0,0 0 0,-1 2 0,0 1 0,-1 0 0,-37-16 0,54 29 0,0-1 0,-1 1 0,1 0 0,-1 0 0,1 1 0,0-1 0,-1 1 0,1 0 0,-9 2 0,-11-1 0,24-1 0,-1 0 0,1 0 0,0 0 0,0 0 0,0 0 0,0 0 0,0 0 0,0 1 0,0-1 0,0 0 0,0 1 0,0-1 0,0 0 0,0 1 0,0-1 0,0 1 0,0-1 0,0 1 0,1 0 0,-1-1 0,0 1 0,0 0 0,1 0 0,-1 0 0,0 0 0,1-1 0,-1 1 0,1 0 0,-1 0 0,1 0 0,-1 0 0,1 0 0,0 0 0,-1 0 0,1 0 0,0 0 0,0 0 0,0 1 0,0-1 0,0 0 0,0 0 0,0 0 0,0 0 0,0 0 0,1 0 0,-1 0 0,0 0 0,1 0 0,-1 0 0,1 0 0,-1 0 0,1 0 0,-1 0 0,1 0 0,0-1 0,-1 1 0,1 0 0,0 0 0,0-1 0,0 1 0,-1 0 0,3 0 0,7 4 0,0-1 0,0 0 0,0 0 0,1-1 0,-1-1 0,1 0 0,12 1 0,0 0 0,26 7 0,-17-4 0,60 5 0,-90-11 0,4 0 0,-8 0 0,-20-2 0,-364-66 0,-90-12 0,460 79 0,12 0 0,1 0 0,-1 0 0,0 1 0,0 0 0,0 0 0,0 0 0,0 0 0,0 1 0,0 0 0,0-1 0,-4 3 0,8-3 0,0 0 0,0 0 0,0 0 0,0 0 0,0 0 0,0 0 0,0 0 0,-1 0 0,1 0 0,0 0 0,0 0 0,0 0 0,0 0 0,0 0 0,0 1 0,0-1 0,0 0 0,0 0 0,0 0 0,0 0 0,0 0 0,0 0 0,0 0 0,0 0 0,0 0 0,0 1 0,0-1 0,0 0 0,0 0 0,0 0 0,0 0 0,0 0 0,0 0 0,0 0 0,0 0 0,0 1 0,0-1 0,0 0 0,0 0 0,0 0 0,0 0 0,0 0 0,0 0 0,0 0 0,0 0 0,0 0 0,0 1 0,7 4 0,8 3 0,42 17 0,1-3 0,64 16 0,126 19 0,-134-32 0,-62-13 0,-49-11 0,-5-1 0,-8 0 0,-20-2 0,-35-6 0,-206-23 0,-3 22 0,613 13 0,-277-2 0,0 3 0,116 25 0,-337-61 0,65 14 0,-221-46 0,307 61 0,18 3 0,21 3 0,467 91 0,-437-81 0,-36-9 0,-24-4 0,-6-1 0,-45-8 0,-531-98 0,534 99 0,104 24 0,111 17 0,219 58 0,-364-84 0,-15-5 0,0 0 0,1-1 0,-1 1 0,1-2 0,0 1 0,11 0 0,7-1 0,0 1 0,37 9 0,19 2 0,-79-12 0,0 0 0,0 0 0,0 0 0,0 1 0,-1-1 0,1 1 0,0 0 0,-1 0 0,0 0 0,1 1 0,2 2 0,-2-2 0,0 0 0,-1-1 0,1 1 0,1-1 0,-1 0 0,7 3 0,-10-5 0,-1 0 0,1 0 0,-1 0 0,1 0 0,0 0 0,-1 0 0,1 0 0,-1-1 0,1 1 0,-1 0 0,1 0 0,-1 0 0,0 0 0,1-1 0,-1 1 0,1 0 0,-1-1 0,1 1 0,-1 0 0,0-1 0,1 1 0,-1 0 0,0-1 0,1 1 0,-1-1 0,0 1 0,1 0 0,-1-1 0,0 1 0,0-1 0,0 1 0,1-1 0,-1 1 0,0-1 0,0 1 0,0-1 0,0 1 0,0-1 0,0 1 0,0-1 0,0 1 0,0-2 0,-1-28 0,1 25 0,-2-41 0,-4-47 0,5 74 0,1 17 0,0 0 0,0 0 0,0 0 0,0 0 0,0 0 0,-1 0 0,1 0 0,-1 0 0,1 0 0,-2-2 0,1 3 0,1 1 0,-1-1 0,0 0 0,0 1 0,0-1 0,0 1 0,0-1 0,1 1 0,-1-1 0,0 1 0,0 0 0,0-1 0,0 1 0,0 0 0,0 0 0,0 0 0,0 0 0,0 0 0,0 0 0,0 0 0,0 0 0,0 0 0,0 0 0,0 1 0,-2-1 0,-25 4 0,-1-2 0,1-2 0,-30-2 0,48 1 0,-6 0 0,1-1 0,-26-8 0,24 6 0,-32-5 0,20 6 0,22 2 0,19 1 0,19 4 0,-1 0 0,-1 2 0,42 14 0,-42-12 0,-8-3 0,-18-5 0,0 0 0,0 1 0,0-1 0,0 1 0,0 0 0,0 0 0,0 0 0,0 0 0,-1 1 0,1-1 0,0 1 0,-1 0 0,1-1 0,2 4 0,-2-2 0,0-1 0,1 1 0,-1-1 0,1 0 0,0 0 0,0 0 0,-1 0 0,1 0 0,0-1 0,6 2 0,13 5 0,-23-8 0,0 0 0,0 0 0,0 0 0,0 0 0,0 0 0,0 0 0,1 0 0,-1 0 0,0 0 0,0 0 0,0 0 0,0 0 0,0 0 0,0 0 0,0 0 0,0 0 0,0 0 0,0 0 0,1 0 0,-1 0 0,0 0 0,0 0 0,0 0 0,0 0 0,0 1 0,0-1 0,0 0 0,0 0 0,0 0 0,0 0 0,0 0 0,0 0 0,0 0 0,0 0 0,0 0 0,0 0 0,0 1 0,0-1 0,0 0 0,0 0 0,0 0 0,0 0 0,0 0 0,0 0 0,0 0 0,0 0 0,0 0 0,0 0 0,0 1 0,0-1 0,0 0 0,0 0 0,0 0 0,0 0 0,0 0 0,0 0 0,0 0 0,0 0 0,0 0 0,0 0 0,0 0 0,0 1 0,-9 1 0,-13 0 0,-354 0 0,190-4 0,-6-6 0,-11 0 0,-687 9 0,803 5 0,5 0 0,-40-7 0,-53 1 0,159 2 0,1 0 0,-21 6 0,-1 1 0,-70 14 0,145-28 0,-1 1 0,64 1 0,-54 3 0,862-9 0,-847 13 0,100 19 0,-105-13 0,-1-2 0,77 1 0,119-14 0,-244 5 0,14-1 0,-22 1 0,0 1 0,0-1 0,0 0 0,0 0 0,0 0 0,0 0 0,0 0 0,0 0 0,0 0 0,1 0 0,-1 0 0,0 0 0,0-1 0,0 1 0,0 0 0,0 0 0,0 0 0,0 0 0,0 0 0,0 0 0,0 0 0,0 0 0,1 0 0,-1 0 0,0 0 0,0 0 0,0 0 0,0 0 0,0 0 0,0 0 0,0 0 0,0-1 0,0 1 0,0 0 0,0 0 0,0 0 0,0 0 0,0 0 0,0 0 0,0 0 0,0 0 0,0 0 0,0 0 0,0-1 0,0 1 0,0 0 0,0 0 0,0 0 0,0 0 0,0 0 0,0 0 0,0 0 0,-10-6 0,-41-12 0,-1 3 0,-56-9 0,40 9 0,48 12 0,1 1 0,-1 1 0,0 0 0,1 2 0,-1 0 0,-35 8 0,-34 2 0,-5-7 0,-1-5 0,1-4 0,-137-24 0,155 13 0,30 5 0,-57-5 0,63 16 0,31 1 0,-1-1 0,0 0 0,-10-1 0,20 0 0,0 1 0,0 0 0,1 0 0,-1 0 0,0 0 0,0 0 0,0 0 0,0 0 0,0-1 0,0 1 0,0 0 0,0 0 0,0 0 0,0 0 0,0 0 0,0 0 0,0-1 0,0 1 0,0 0 0,0 0 0,0 0 0,0 0 0,0 0 0,0-1 0,0 1 0,0 0 0,0 0 0,0 0 0,0 0 0,0 0 0,0-1 0,0 1 0,0 0 0,0 0 0,0 0 0,0 0 0,0 0 0,0 0 0,-1-1 0,1 1 0,0 0 0,0 0 0,0 0 0,0 0 0,0 0 0,0 0 0,0 0 0,-1 0 0,1 0 0,0 0 0,0 0 0,0 0 0,0 0 0,0 0 0,-1 0 0,15-6 0,44-2 0,-1 3 0,110 2 0,-102 4 0,-59-1 0,170 3 0,-128 1 0,78 14 0,-154-22 0,-53-2 0,-47 6 0,56 0 0,-321 1 0,388-1 0,-1 1 0,1 0 0,-1 1 0,1-1 0,-1 1 0,1 0 0,-5 3 0,-21 7 0,6-7 26,0-2 1,-1 0-1,1-2 0,-33-2 0,29 0-524,0 2-1,-52 7 0,69-6-6327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03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24575,'6'0'0,"0"-1"0,-1 0 0,1 0 0,7-3 0,18-3 0,-2 5 0,-17 2 0,0-1 0,19-3 0,-20 2 0,0 1 0,0 0 0,0 1 0,14 1 0,3 0 0,483 0 0,-494-3 0,0 1 0,0-2 0,32-9 0,-28 6 0,34-4 0,-54 10 0,110-8 0,-73 8 0,-13-1 0,0 1 0,-1 1 0,45 9 0,-34-4 0,0-1 0,0-2 0,45-2 0,-7 0 0,-32 0 0,-20-1 0,0 1 0,0 1 0,29 6 0,157 34 0,-178-39 0,0-1 0,48-2 0,-23-2 0,-40 1 0,0 0 0,0-1 0,0-1 0,15-5 0,-15 4 0,-1 1 0,0 0 0,1 1 0,20-1 0,-28 3-105,1 0 0,0 0 0,0 1 0,0 0 0,-1 1 0,1-1 0,-1 1 0,1 0 0,-1 1 0,0 0 0,1 0 0,6 4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15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24575,'167'-8'0,"-119"1"0,87 8 0,115-2 0,97-3 0,-254 4 0,-80-1 0,0 0 0,0-1 0,25-7 0,-22 4 0,29-3 0,230 3 0,-163 6 0,454-1 0,-542 0 0,0 0 0,0 2 0,0 0 0,36 10 0,27 16 0,35-5 0,-97-20 0,-10-1 0,27 6 0,-38-6-1365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2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24575,'1'0'0,"0"-1"0,0 1 0,0-1 0,1 1 0,-1-1 0,0 1 0,0 0 0,1-1 0,-1 1 0,0 0 0,0 0 0,1 0 0,-1 0 0,0 0 0,2 0 0,23 5 0,-18-4 0,238 49 0,-227-47 0,-1-2 0,1-1 0,19-1 0,4-1 0,122-8 0,-30-11 0,-83 12 0,-36 6 0,1 1 0,25-2 0,386 4 0,-276-4 0,294 4 0,-413 2 0,-1 2 0,1 1 0,33 10 0,-22-6 0,66 22 0,-110-30 0,1-1 0,0 0 0,0 0 0,-1 0 0,1 0 0,0 0 0,0 0 0,-1 0 0,1 0 0,0 0 0,0 1 0,0-1 0,-1 0 0,1 0 0,0 0 0,0 0 0,0 1 0,0-1 0,-1 0 0,1 0 0,0 0 0,0 1 0,0-1 0,0 0 0,0 0 0,0 1 0,0-1 0,0 0 0,-1 0 0,1 0 0,0 1 0,0-1 0,0 0 0,0 0 0,0 1 0,0-1 0,1 0 0,-1 0 0,0 1 0,0-1 0,0 0 0,0 0 0,0 1 0,0-1 0,0 0 0,0 0 0,0 0 0,1 1 0,-1-1 0,0 0 0,0 0 0,0 0 0,1 1 0,-1-1 0,0 0 0,0 0 0,0 0 0,1 0 0,-1 0 0,0 0 0,0 1 0,0-1 0,1 0 0,-1 0 0,0 0 0,0 0 0,1 0 0,-20 6 0,-220-6 0,207-6 0,27 4 0,0 1 0,0 0 0,0 0 0,-9 0 0,7 1 0,-40 1 0,-86-9 0,122 6 0,0-1 0,0-1 0,0 0 0,-19-11 0,-7-2 0,19 8 0,0-1 0,1 0 0,0-1 0,-25-21 0,1 0 0,40 31 0,-1 0 0,0 0 0,0 0 0,0-1 0,0 1 0,1-1 0,-1 1 0,1-1 0,-1 0 0,1 1 0,0-1 0,-1 0 0,1 0 0,0 0 0,0 0 0,1 0 0,-1 0 0,0 0 0,1 0 0,-1 0 0,1-1 0,-1 1 0,1 0 0,0 0 0,0 0 0,0-1 0,0 1 0,1-3 0,-1 5 0,0 0 0,0 0 0,0 0 0,0-1 0,0 1 0,0 0 0,0 0 0,0 0 0,0 0 0,0-1 0,0 1 0,1 0 0,-1 0 0,0 0 0,0 0 0,0-1 0,0 1 0,0 0 0,0 0 0,0 0 0,1 0 0,-1 0 0,0 0 0,0-1 0,0 1 0,0 0 0,1 0 0,-1 0 0,0 0 0,0 0 0,0 0 0,0 0 0,1 0 0,-1 0 0,0 0 0,0 0 0,0 0 0,1 0 0,-1 0 0,0 0 0,0 0 0,0 0 0,1 0 0,8 7 0,5 11 0,-9-4 0,-5-14 0,0 0 0,0 1 0,0-1 0,0 0 0,0 0 0,0 1 0,0-1 0,0 0 0,0 0 0,-1 1 0,1-1 0,0 0 0,0 0 0,0 1 0,0-1 0,0 0 0,-1 0 0,1 1 0,0-1 0,0 0 0,0 0 0,-1 0 0,1 1 0,0-1 0,0 0 0,-1 0 0,-1 1 0,-1-1 0,1 1 0,0-1 0,-1 0 0,1 0 0,0 0 0,-5-1 0,-4 1 0,8 0 0,1 0 0,-1 0 0,0 0 0,1 0 0,-1-1 0,0 1 0,-4-2 0,6 1 0,0 0 0,0 1 0,0-1 0,0 0 0,1 0 0,-1 0 0,0 1 0,0-1 0,1 0 0,-1 0 0,1 0 0,-1 0 0,1 0 0,-1 0 0,1 0 0,0-1 0,0 1 0,-1 0 0,1 0 0,0 0 0,0-2 0,-4-9-1365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34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24575,'47'1'0,"49"-2"0,40-3 0,-43-11 0,322 10 0,-242 7 0,-143-1 0,-1 2 0,45 9 0,-53-8 0,2-1 0,1-1 0,0-1 0,26-3 0,2 0 0,16 8 0,2 0 0,-66-6 0,0 0 0,1 1 0,-1 0 0,0 0 0,6 3 0,15 3 0,76 12 0,-76-19 0,-25 0 0,1 0 0,0 0 0,0 0 0,-1 0 0,1 0 0,0 0 0,-1-1 0,1 1 0,0 0 0,-1 0 0,1-1 0,0 1 0,-1 0 0,1-1 0,-1 1 0,1-1 0,0 1 0,-1-1 0,1 1 0,-1-1 0,1 1 0,-1-1 0,0 1 0,1-1 0,-1 0 0,0 1 0,1-1 0,-1 0 0,0 1 0,1-2 0,-1 1 0,-1 1 0,1-1 0,0 1 0,0-1 0,0 1 0,-1-1 0,1 1 0,0 0 0,-1-1 0,1 1 0,0-1 0,-1 1 0,1 0 0,-1-1 0,1 1 0,0 0 0,-1 0 0,1-1 0,-1 1 0,1 0 0,-1 0 0,1 0 0,-1 0 0,1-1 0,-1 1 0,1 0 0,-1 0 0,1 0 0,-1 0 0,0 0 0,-19-1 0,18 1 0,-22 0 0,9-1 0,0 1 0,0 1 0,0 0 0,0 1 0,0 0 0,-23 8 0,37-10 4,0 0 0,1 0-1,-1 1 1,1-1-1,-1 0 1,1 1 0,-1-1-1,1 0 1,-1 1 0,1-1-1,-1 1 1,1-1-1,-1 1 1,1-1 0,0 1-1,-1-1 1,1 1 0,0-1-1,-1 1 1,1-1-1,0 1 1,0 0 0,-1-1-1,1 1 1,0 0 0,0-1-1,0 1 1,0 0-1,0-1 1,0 1 0,0-1-1,0 2 1,1-1-103,-1 1 0,1-1 0,-1 0 0,1 1 0,-1-1 0,1 0 0,0 0 0,-1 0 0,1 1 0,0-1 0,0 0 0,0 0 0,0 0 0,1 1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08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24575,'7'-7'0,"1"2"0,0-1 0,0 1 0,1 0 0,-1 1 0,1 0 0,16-5 0,17-8 0,-28 11 0,0 1 0,0 0 0,1 1 0,-1 1 0,1 1 0,0 0 0,0 0 0,21 2 0,13-8 0,-47 8 0,0 0 0,0 0 0,0 0 0,0 0 0,0 1 0,0-1 0,0 1 0,-1-1 0,1 1 0,0 0 0,0-1 0,-1 1 0,1 0 0,0 0 0,2 2 0,-1 1 0,-1-1 0,1 1 0,-1-1 0,1 1 0,2 7 0,7 14 0,11 40 0,-6-19 0,58 132 0,-53-127 0,24 63 0,20 51 0,-17-27 0,-35-95 0,-8-29 0,-1 0 0,-1 0 0,0 1 0,-1-1 0,2 23 0,-5-54 0,1 15 0,-1-1 0,1 0 0,-1 1 0,0-1 0,0 0 0,0 1 0,-1-1 0,1 0 0,0 1 0,-1-1 0,0 1 0,0-1 0,0 0 0,0 1 0,0 0 0,0-1 0,0 1 0,-1 0 0,1 0 0,-4-4 0,-2 1 0,4 3 0,0 0 0,1 0 0,-1 0 0,1-1 0,-1 1 0,1 0 0,0-1 0,-3-3 0,8 7 0,0-1 0,-1 1 0,1 1 0,0-1 0,-1 0 0,0 1 0,3 1 0,-2-1 0,15 8 0,1-1 0,32 10 0,9 4 0,-45-12 0,-9-8 0,-11-15 0,-19-60 0,17 49 0,-15-34 0,16 44 0,-2 1 0,-15-20 0,15 21 0,0 0 0,1 0 0,-9-19 0,-39-110 0,26 68 0,-26-54 0,30 77 0,13 27 0,0 0 0,-2 0 0,-1 1 0,-1 1 0,-23-24 0,29 36 0,-1-1 0,-1 2 0,1-1 0,-1 2 0,0-1 0,-1 2 0,-22-8 0,-9-4 0,-37-10 0,76 26 0,0 0 0,0 0 0,1 0 0,-1 1 0,0-1 0,0 1 0,0 0 0,0 1 0,0-1 0,0 1 0,0 0 0,0 1 0,1-1 0,-1 1 0,0-1 0,1 2 0,-1-1 0,1 0 0,0 1 0,-6 4 0,9-6 0,1-1 0,0 1 0,0-1 0,0 1 0,0-1 0,1 1 0,-1-1 0,0 1 0,0-1 0,0 0 0,0 1 0,0-1 0,0 1 0,1-1 0,-1 0 0,0 1 0,0-1 0,1 1 0,-1-1 0,0 0 0,1 1 0,-1-1 0,0 0 0,1 0 0,-1 1 0,0-1 0,1 0 0,-1 0 0,1 1 0,-1-1 0,0 0 0,1 0 0,0 0 0,17 9 0,-18-9 0,84 28 0,-71-25 0,1 2 0,0-1 0,-1 2 0,0-1 0,1 2 0,14 10 0,-20-12 0,0 1 0,-1 0 0,0 1 0,0 0 0,-1 0 0,1 0 0,-1 1 0,9 15 0,59 127 0,-33-47 0,-23-54 0,2-1 0,2 0 0,34 53 0,-15-32 0,16 25 0,-34-54 0,-21-36 0,-1-1 0,0 0 0,0 1 0,0-1 0,0 1 0,0-1 0,-1 1 0,0-1 0,1 1 0,-2 6 0,1-10 0,0 1 0,0-1 0,1 1 0,-1-1 0,0 1 0,0-1 0,0 1 0,1-1 0,-1 1 0,0-1 0,0 1 0,1-1 0,-1 1 0,0-1 0,1 1 0,-1-1 0,1 0 0,-1 1 0,0-1 0,1 0 0,-1 1 0,1-1 0,-1 0 0,1 0 0,-1 1 0,1-1 0,-1 0 0,1 0 0,0 0 0,-1 0 0,1 0 0,-1 0 0,1 0 0,-1 0 0,1 0 0,-1 0 0,2 0 0,28 0 0,-20-1 0,-3 1 0,-1 0 0,1 0 0,0 0 0,0 0 0,0 1 0,-1 0 0,1 1 0,11 3 0,-9-3 0,-8-7 0,-12-13 0,3 6 0,-1-6 0,-1 1 0,-20-25 0,-15-17 0,30 39 0,4 6 0,0-1 0,-8-18 0,3 9 0,13 18 0,-1 1 0,0-1 0,1 0 0,-3-9 0,6 15 0,0 0 0,0 0 0,0 0 0,0 0 0,0 0 0,0 1 0,0-1 0,0 0 0,0 0 0,0 0 0,0 0 0,0 0 0,0 0 0,0 0 0,0 0 0,0 0 0,0 0 0,1-1 0,-1 1 0,0 0 0,0 0 0,0 0 0,0 0 0,0 0 0,0 0 0,0 0 0,0 0 0,0 0 0,0 0 0,0 0 0,0 0 0,0 0 0,0 0 0,0 0 0,0 0 0,0 0 0,0 0 0,0 0 0,0 0 0,0 0 0,0 0 0,0 0 0,0 0 0,0 0 0,0-1 0,0 1 0,0 0 0,0 0 0,0 0 0,0 0 0,0 0 0,0 0 0,0 0 0,0 0 0,0 0 0,0 0 0,0 0 0,0 0 0,7 5 0,5 10 0,-8-10 0,-1 2 0,0-1 0,0 0 0,-1 0 0,0 1 0,0 0 0,0-1 0,1 14 0,-2 2 0,-2 32 0,0-31 0,2 25 0,4-28 0,-4-17 0,0-1 0,0 1 0,-1 0 0,1-1 0,0 1 0,-1-1 0,0 1 0,0 0 0,1 0 0,-2 2 0,1-4 0,-1 0 0,1-1 0,0 1 0,-1-1 0,1 0 0,-1 1 0,1-1 0,-1 1 0,1-1 0,-1 0 0,1 1 0,-1-1 0,0 0 0,1 0 0,-1 1 0,0-1 0,1 0 0,-1 0 0,1 0 0,-1 0 0,0 0 0,1 0 0,-1 0 0,0 0 0,1 0 0,-1 0 0,0 0 0,1 0 0,-1 0 0,1-1 0,-2 1 0,1 0 0,-1-1 0,1 1 0,0-1 0,-1 1 0,1-1 0,-1 1 0,1-1 0,0 0 0,0 0 0,-1 0 0,1 1 0,-2-3 0,0-4 0,0 1 0,0 0 0,0-1 0,-1-9 0,2 10 0,0 0 0,0 0 0,0 0 0,-1 0 0,-5-8 0,-1 0 0,1-1 0,-12-29 0,14 32 0,-26-73 0,26 66 0,0 0 0,2-1 0,-3-20 0,6 33 0,-4-16 0,-2 0 0,0 0 0,-1 0 0,-12-22 0,2 5 0,-14-40 0,20 54 0,-1 1 0,-1 1 0,-24-32 0,29 45 0,0-1 0,-1 1 0,0 1 0,-1 0 0,0 0 0,0 1 0,-19-10 0,29 18 0,0 1 0,1-1 0,-1 1 0,0-1 0,0 0 0,0 1 0,1-1 0,-1 0 0,0 0 0,1 1 0,-1-1 0,1 0 0,-1 0 0,1 0 0,-1 0 0,1 0 0,-1 0 0,1 0 0,0 0 0,0 0 0,0 0 0,-1 0 0,1 0 0,0 0 0,0 0 0,0 0 0,0 0 0,1 0 0,-1 0 0,0 0 0,0 0 0,0 0 0,1 0 0,-1 0 0,1 0 0,-1 1 0,1-1 0,-1 0 0,1 0 0,0-1 0,1 0 0,-1 0 0,1 0 0,0 0 0,0 0 0,0 0 0,0 0 0,0 0 0,0 1 0,0-1 0,1 1 0,-1 0 0,0-1 0,1 1 0,4-1 0,0 1 0,0 0 0,-1 0 0,1 0 0,0 1 0,0 0 0,-1 1 0,1-1 0,9 3 0,-12-1 0,0-1 0,0 1 0,0 0 0,0 0 0,0 0 0,-1 0 0,1 1 0,-1 0 0,0-1 0,0 1 0,0 0 0,0 1 0,0-1 0,3 6 0,32 56 0,-22-35 0,-10-18 0,-1 1 0,0 0 0,-1 0 0,-1 1 0,3 17 0,4 16 0,-2-12 0,-6-23 0,0-1 0,2 1 0,4 11 0,9 18 0,-1 1 0,17 70 0,-14-44 0,-13-40 0,-2-12 0,10 31 0,-8-30 0,1-2 0,9 16 0,-13-26 0,0-1 0,0 1 0,1-1 0,0 0 0,-1 0 0,1 0 0,0-1 0,1 1 0,-1-1 0,8 4 0,-8-5 0,-1 0 0,1-1 0,0 0 0,0 1 0,0-2 0,0 1 0,0 0 0,0-1 0,6 0 0,-9 0 0,0 0 0,0 0 0,0 0 0,0 0 0,-1 0 0,1 0 0,0-1 0,0 1 0,0 0 0,0-1 0,0 1 0,0-1 0,0 1 0,-1-1 0,1 1 0,0-1 0,0 0 0,-1 1 0,1-1 0,0 0 0,-1 0 0,1 1 0,-1-1 0,1 0 0,-1 0 0,1 0 0,-1 0 0,1 0 0,-1 1 0,0-1 0,0 0 0,1 0 0,-1 0 0,0 0 0,0 0 0,0 0 0,0 0 0,0 0 0,0 0 0,0 0 0,-1 0 0,1 0 0,0 0 0,-1-1 0,-1-2 0,1 1 0,-1 0 0,0 0 0,0 0 0,0 1 0,0-1 0,0 0 0,-1 1 0,1-1 0,-1 1 0,0 0 0,0 0 0,1 0 0,-1 0 0,-5-2 0,-15-12 0,13 7 0,1-1 0,0 0 0,1-1 0,0 1 0,1-2 0,-7-12 0,-30-76 0,38 87 0,-9-25 0,-35-75 0,32 75 0,-14-43 0,15 39 0,4 7 0,7 17 0,-15-32 0,18 45 0,0-1 0,-1 1 0,0 0 0,1 0 0,-1 1 0,-1-1 0,1 1 0,-1 0 0,-8-6 0,-148-86 0,152 92 0,0 0 0,0 0 0,-1 1 0,1 0 0,-11-1 0,12 2 0,1 1 0,-1 0 0,1 1 0,-1 0 0,0 0 0,1 0 0,-1 1 0,0 0 0,1 1 0,-1-1 0,-12 6 0,19-6 0,-1 0 0,1 0 0,0 0 0,-1 0 0,1 1 0,0-1 0,0 0 0,0 0 0,0 1 0,0-1 0,0 1 0,0-1 0,1 1 0,-1-1 0,0 1 0,1 0 0,-1-1 0,1 1 0,0-1 0,0 1 0,-1 0 0,1 0 0,0-1 0,0 1 0,1 0 0,-1-1 0,0 1 0,1 2 0,0-2 0,-1-1 0,0 1 0,1-1 0,0 1 0,-1-1 0,1 1 0,0-1 0,0 0 0,0 1 0,-1-1 0,1 0 0,1 0 0,-1 0 0,0 1 0,0-1 0,0 0 0,1-1 0,-1 1 0,0 0 0,1 0 0,-1 0 0,1-1 0,-1 1 0,1-1 0,-1 1 0,1-1 0,-1 0 0,1 0 0,-1 1 0,3-1 0,12 1 0,1 0 0,-1 2 0,1 0 0,-1 1 0,24 9 0,-28-7 0,0 0 0,-1 0 0,0 1 0,-1 0 0,0 1 0,0 0 0,11 13 0,-16-16 0,0 1 0,-1-1 0,0 2 0,5 8 0,9 14 0,-10-19 0,-2 1 0,11 21 0,6 11 0,-12-24 0,-1 1 0,-1 0 0,10 29 0,5 13 0,-8-25 0,-8-18 0,0 0 0,16 24 0,-10-20 0,-1 1 0,-1 0 0,-1 0 0,14 46 0,-17-47 0,12 24 0,-13-31 0,0 1 0,0 0 0,4 25 0,1-79 0,-3-6 0,-1 0 0,-3-1 0,-1 0 0,-2 0 0,-7-73 0,4 107 0,-1 1 0,-1-1 0,0 0 0,0 1 0,-1 0 0,-7-14 0,-35-49 0,37 59 0,-1 1 0,0 0 0,-1 0 0,0 1 0,0 1 0,-20-14 0,-9-8 0,27 22 0,0-1 0,-1 2 0,-16-10 0,-53-21 0,73 36 0,0-1 0,0-1 0,0 0 0,-15-12 0,21 14 0,0 0 0,-1-1 0,2 1 0,-1-1 0,0 0 0,1 0 0,0 0 0,0-1 0,1 1 0,-4-11 0,-9-27 0,-10-36 0,11 45-1365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15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24575,'111'7'0,"-62"1"0,-31-4-32,-16-4-26,-1 1 0,1-1 0,-1 1 0,1-1 0,0 1 0,-1-1 0,1 0 0,-1 0 0,1 0 0,0 0 0,-1 0 0,1 0 0,0-1 0,-1 1 1,1 0-1,-1-1 0,1 1 0,-1-1 0,1 0 0,-1 1 0,1-1 0,1-2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39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0 594 24575,'1'0'0,"0"-1"0,0 1 0,0-1 0,0 1 0,0-1 0,0 1 0,0 0 0,0 0 0,0 0 0,0-1 0,0 1 0,0 0 0,0 0 0,0 0 0,0 1 0,0-1 0,0 0 0,0 0 0,0 0 0,0 1 0,1 0 0,24 9 0,-18-6 0,38 20 0,-46-24 0,0 0 0,0 0 0,0 0 0,0 0 0,0 0 0,0 0 0,0 0 0,0 0 0,1 0 0,-1 0 0,0 0 0,0 0 0,0 0 0,0 0 0,0 0 0,0 0 0,0 0 0,0 0 0,1 0 0,-1 0 0,0 0 0,0 0 0,0 0 0,0-1 0,0 1 0,0 0 0,0 0 0,0 0 0,0 0 0,0 0 0,1 0 0,-1 0 0,0 0 0,0 0 0,0 0 0,0 0 0,0-1 0,0 1 0,0 0 0,0 0 0,0 0 0,0 0 0,0 0 0,0 0 0,0 0 0,0-1 0,1-8 0,-2-13 0,1 19 0,-1-23 0,1 1 0,4-31 0,-2 43 0,1 0 0,0 0 0,1 0 0,0 0 0,12-22 0,-2 4 0,-6 14 0,18-29 0,9-14 0,-12 18 0,53-90 0,-70 122-273,0 1 0,0-1 0,1 1 0,11-11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5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24575,'0'0'0,"1"-1"0,0 1 0,-1 0 0,1 0 0,0-1 0,-1 1 0,1 0 0,0 0 0,-1 0 0,1 0 0,0 0 0,0 0 0,-1 0 0,1 0 0,0 0 0,-1 0 0,1 0 0,0 0 0,-1 0 0,1 1 0,0-1 0,-1 0 0,1 1 0,0-1 0,0 1 0,21 12 0,-13-6 0,84 33 0,-35-15 0,3 6-1365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33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25 24575,'0'4'0,"-1"0"0,-1 0 0,1-1 0,-1 1 0,1 0 0,-1-1 0,-3 6 0,-4 6 0,9-15 0,0 0 0,0 0 0,0 0 0,0 0 0,1 0 0,-1 0 0,0 1 0,0-1 0,0 0 0,0 0 0,0 0 0,0 0 0,0 0 0,-1 0 0,1 0 0,0 1 0,0-1 0,0 0 0,0 0 0,0 0 0,0 0 0,0 0 0,0 0 0,0 0 0,0 0 0,0 1 0,0-1 0,0 0 0,0 0 0,0 0 0,-1 0 0,1 0 0,0 0 0,0 0 0,0 0 0,0 0 0,0 0 0,0 0 0,0 0 0,0 0 0,-1 0 0,1 0 0,0 0 0,0 0 0,0 0 0,0 0 0,0 0 0,0 0 0,-1 0 0,1 0 0,0 0 0,0 0 0,0 0 0,0 0 0,0 0 0,0 0 0,0 0 0,0 0 0,-1 0 0,1 0 0,0 0 0,0 0 0,-2-11 0,1-21 0,1 30 0,0-29 0,0 29 0,0 19 0,-1 1 0,-1 0 0,-1 0 0,0 0 0,-2-1 0,0 1 0,-1-1 0,-11 22 0,16-36 0,0 1 0,-1-1 0,1 0 0,-1 0 0,0 0 0,0 0 0,0 0 0,0 0 0,0 0 0,-1-1 0,0 1 0,1-1 0,-1 0 0,0 0 0,0 0 0,0 0 0,0 0 0,0 0 0,-1-1 0,1 0 0,0 0 0,-1 0 0,1 0 0,-1 0 0,1-1 0,-1 1 0,1-1 0,-6 0 0,-13-3 0,21 3 0,1 0 0,0 0 0,0 0 0,0 0 0,0 0 0,-1 0 0,1 0 0,0 0 0,0 0 0,0 0 0,0 0 0,0 0 0,0 0 0,-1 0 0,1 0 0,0 0 0,0 0 0,0 0 0,0-1 0,0 1 0,0 0 0,0 0 0,-1 0 0,1 0 0,0 0 0,0 0 0,0-1 0,0 1 0,0 0 0,0 0 0,0 0 0,0 0 0,0 0 0,0 0 0,0-1 0,0 1 0,0 0 0,0 0 0,11-6 0,-3 3 0,1 1 0,0 0 0,9 0 0,22-6 0,-36 7 0,1 1 0,-1-1 0,1 1 0,-1 0 0,1 0 0,-1 0 0,0 0 0,1 1 0,-1 0 0,1 0 0,-1 0 0,0 0 0,0 1 0,0 0 0,0 0 0,7 4 0,4 4 0,1 1 0,21 19 0,-34-27 0,-2-1 0,1-1 0,-1 1 0,0 0 0,1 0 0,-1 0 0,0 0 0,-1 1 0,1-1 0,0 0 0,0 0 0,-1 0 0,0 1 0,1-1 0,-1 0 0,0 3 0,-1 39 0,0-35 0,-3 28 0,-9 34 0,-4 32 0,16 52 65,2-79-1495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47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262 700 24575,'-2'0'0,"1"-1"0,0 1 0,-1 0 0,1-1 0,0 1 0,-1-1 0,1 0 0,0 1 0,0-1 0,0 0 0,-1 0 0,1 1 0,0-1 0,0 0 0,0 0 0,0 0 0,1 0 0,-1-1 0,0 1 0,0 0 0,1 0 0,-1 0 0,0-2 0,-13-36 0,10 26 0,2 5 0,-1 1 0,-1 0 0,1-1 0,-1 1 0,-1 1 0,1-1 0,-1 0 0,0 1 0,-7-7 0,9 10 0,0-1 0,0 0 0,0-1 0,1 1 0,-1 0 0,1-1 0,0 1 0,1-1 0,-1 0 0,-1-8 0,-7-51 0,10 61 0,-15-72 0,12 45 0,2 23 0,1 1 0,-1-1 0,0 1 0,-1-1 0,1 1 0,-1 0 0,0-1 0,-5-8 0,-46-93 0,48 96 0,1 1 0,-5-23 0,-2-6 0,5 26-47,4 10-118,0 0 0,1 0 1,0 1-1,-1-1 0,2 0 0,-1 0 1,0-6-1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33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0 684 24575,'3'-5'0,"1"-1"0,-1 0 0,-1 0 0,1 0 0,-1-1 0,0 1 0,-1 0 0,1-1 0,0-9 0,0 1 0,19-81 0,3-20 0,-18 90 0,-3 11 0,0 0 0,7-14 0,7-13 0,3 2 0,1 0 0,40-54 0,-52 81 0,0 1 0,1 0 0,0 1 0,16-14 0,-8 13-1365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35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1 655 24575,'0'-6'0,"0"-20"0,0 1 0,2 0 0,0 0 0,10-41 0,-5 40 0,-4 13 0,1 0 0,7-16 0,83-202 0,-81 199 0,-10 21 0,2 0 0,-1 1 0,1-1 0,1 1 0,12-18 0,24-29-1365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47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0 570 24575,'2'-2'0,"0"1"0,-1-1 0,1 1 0,0-1 0,-1 0 0,0 1 0,1-1 0,-1 0 0,0 0 0,0 0 0,1-3 0,1 0 0,10-18 0,18-49 0,-21 48 0,0 1 0,18-30 0,-22 41 0,0 0 0,0 0 0,-1-1 0,4-19 0,2-2 0,-5 18 0,2 0 0,-1 1 0,12-16 0,-1 0 0,-12 20 0,0 1 0,1 0 0,10-13 0,-14 20 0,1-1 0,0 1 0,0 0 0,0 0 0,0 0 0,0 0 0,1 1 0,-1 0 0,1 0 0,8-3 0,86-22 0,-88 25 0,-9 1 0,0 0 0,1 0 0,-1 1 0,0-1 0,0 1 0,0-1 0,0 1 0,1 0 0,-1 0 0,0 0 0,0 0 0,0 0 0,1 1 0,-1-1 0,0 1 0,0-1 0,0 1 0,0 0 0,0 0 0,0 0 0,0 0 0,0 0 0,3 3 0,-3-3 0,0 0 0,0 1 0,0-1 0,0 0 0,1 0 0,-1 0 0,0 0 0,1-1 0,-1 1 0,1-1 0,-1 1 0,1-1 0,-1 0 0,4 0 0,15 2 0,-14 2 0,-10 1 0,-19 5 0,12-5 0,-13 10 0,16-11 0,-1 0 0,1 1 0,1 0 0,-1 1 0,-9 10 0,6-5 0,-5 6 0,0 1 0,1 0 0,1 1 0,-21 40 0,19-28 0,10-22 0,0 1 0,1 0 0,-6 20 0,6-18 0,0 0 0,-1 0 0,-7 13 0,-6 14 0,4-5 0,2-5 0,-10 40 0,18-45-1365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48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0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1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51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51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0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10.425"/>
    </inkml:context>
    <inkml:brush xml:id="br0">
      <inkml:brushProperty name="width" value="0.07938" units="cm"/>
      <inkml:brushProperty name="height" value="0.07938" units="cm"/>
    </inkml:brush>
  </inkml:definitions>
  <inkml:trace contextRef="#ctx0" brushRef="#br0">0 0 24575,'2'0'0,"-1"1"0,0-1 0,0 0 0,0 0 0,0 1 0,0-1 0,0 1 0,0-1 0,0 1 0,0-1 0,0 1 0,-1-1 0,1 1 0,0 0 0,0 0 0,0-1 0,-1 1 0,1 0 0,0 0 0,-1 0 0,1 0 0,0 2 0,10 26 0,-6-16 0,5 17 0,-9-23 0,1-1 0,0 1 0,1-1 0,4 9 0,2 4 0,0 0 0,10 37 0,-6-1 0,-11-42 0,1-1 0,0 1 0,1 0 0,9 20 0,-3-10 0,10 31 0,5 10 0,32 75 0,-21-59 0,-11-14 0,24 61 0,-33-87-1365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57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24575,'0'-1'0,"0"-1"0,1 1 0,-1 0 0,0-1 0,1 1 0,-1 0 0,1 0 0,0 0 0,-1-1 0,1 1 0,0 0 0,0 0 0,0 0 0,0 0 0,0 0 0,0 0 0,0 0 0,0 1 0,0-1 0,2 0 0,27-15 0,-23 13 0,3-1 0,1 0 0,-1 1 0,0 1 0,1-1 0,14 0 0,54-1 0,-27 3 0,-5 0 0,52 5 0,-44 6 0,-39-6 0,0-1 0,0-1 0,19 1 0,-31-3 0,75-4 0,-69 3 0,-1-1 0,1 0 0,-1-1 0,0 0 0,0 0 0,10-6 0,7-2 0,-1 1 0,1 2 0,1 1 0,-1 0 0,31-2 0,-26 6 0,0 2 0,0 0 0,-1 2 0,33 5 0,-40-3 0,132 23 0,-138-22 0,9-1 0,0 0 0,0-2 0,42-3 0,-7-5 0,-34 7 0,0 2 0,0 0 0,0 2 0,-1 1 0,1 2 0,33 12 0,-37-12 0,1-1 0,-1-1 0,1-1 0,1-1 0,-1-1 0,0-1 0,47-4 0,-52 0 0,28-8 0,14-1 0,20-4 0,-35 6 0,-33 6 0,0 1 0,25-2 0,102 1 0,-132 4 0,-1-1 0,0 1 0,0 1 0,0-1 0,1 1 0,-1 1 0,0-1 0,0 1 0,0 0 0,0 1 0,-1-1 0,1 2 0,8 4 0,9 4-1365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59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24575,'6'-2'0,"0"0"0,0 0 0,0 1 0,0 0 0,12-1 0,19-5 0,53-18 0,-34 13 0,-16 4 0,-31 6-1365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38.9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39.9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0.8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1.5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2.0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2.9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4.0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5.0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7.3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0.0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1.3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24575,'0'1'0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1.9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2.6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3.4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4.1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4.9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5.8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6.9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9.0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0.1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1.0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2.0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3.0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3.8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4.9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2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1172 24575,'1'-8'0,"-1"-1"0,-1 0 0,0 0 0,0 1 0,0-1 0,-5-11 0,3 7 0,1 0 0,0 0 0,1 0 0,0 0 0,1-1 0,2-18 0,-1-8 0,-1 17 0,-1 16 0,1 0 0,-1 0 0,1 0 0,1 0 0,0 0 0,0 1 0,0-1 0,1 0 0,0 0 0,0 1 0,4-8 0,2-3 0,0 0 0,0 0 0,-2-1 0,0 0 0,-1 0 0,3-27 0,-3 20 0,0 0 0,2 0 0,1 1 0,21-45 0,-23 55 0,-1 0 0,0 0 0,-1 0 0,0-1 0,3-28 0,-7 42 0,1-1 0,-1 1 0,0 0 0,0 0 0,0 0 0,0-1 0,0 1 0,0 0 0,0 0 0,-1 0 0,1 0 0,0-1 0,0 1 0,-1 0 0,1 0 0,-1 0 0,0-2 0,-1 2 0,0 0 0,0 0 0,1 0 0,-1 0 0,0 1 0,0-1 0,0 1 0,0-1 0,-3 0 0,4 1 0,-18-4 0,-1 1 0,1 1 0,-26 1 0,43 1 0,0 0 0,0-1 0,0 1 0,0 0 0,0 0 0,0-1 0,0 0 0,0 1 0,0-1 0,0 0 0,0 0 0,0 0 0,1 0 0,-1 0 0,0 0 0,1 0 0,-1-1 0,1 1 0,-1 0 0,1-1 0,0 0 0,0 1 0,-1-1 0,1 0 0,0 1 0,0-1 0,1 0 0,-2-3 0,1 1 0,0-1 0,0 1 0,0-1 0,1 1 0,-1-1 0,1 1 0,0-1 0,1 1 0,-1-1 0,1 1 0,0 0 0,2-6 0,11-22 0,-11 28 0,-1 0 0,0 0 0,0 0 0,0-1 0,-1 1 0,1-1 0,-1 1 0,0-1 0,0 1 0,0-10 0,-1 6 0,2 1 0,-1 0 0,1 0 0,0 0 0,0 0 0,1 0 0,0 0 0,7-12 0,8-19 0,-17 34 0,1-1 0,-1 1 0,0-1 0,0 1 0,-1-1 0,1 0 0,-1 0 0,0 1 0,-1-1 0,-1-9 0,2 14 0,0 0 0,1 0 0,-1 0 0,0 0 0,0-1 0,0 1 0,-1 0 0,1 0 0,0 0 0,0 0 0,0 0 0,0-1 0,0 1 0,0 0 0,0 0 0,0 0 0,0 0 0,0 0 0,0-1 0,0 1 0,0 0 0,-1 0 0,1 0 0,0 0 0,0 0 0,0 0 0,0 0 0,0 0 0,0-1 0,-1 1 0,1 0 0,0 0 0,0 0 0,0 0 0,0 0 0,0 0 0,-1 0 0,1 0 0,0 0 0,0 0 0,0 0 0,0 0 0,0 0 0,-1 0 0,1 0 0,0 0 0,0 0 0,0 0 0,-6 9 0,-1 11 0,-22 117 0,12-79 0,14-39 0,-2 0 0,0 0 0,0-1 0,-2 0 0,-9 19 0,4-8 0,33-74 0,-18 42 0,2-6 0,2 0 0,-1 0 0,1 1 0,1 0 0,-1 0 0,11-7 0,-18 14-31,0 1 0,1 0 0,-1 0 0,0-1 0,1 1 0,-1 0 0,0 0 0,1 0 0,-1 0 0,0-1 0,1 1 0,-1 0 0,0 0 0,1 0 0,-1 0 0,1 0 0,-1 0 0,0 0 0,1 0 0,-1 0 0,1 0 0,-1 0 0,0 0 0,1 0-1,-1 0 1,1 1 0,-1-1 0,0 0 0,1 0 0,-1 0 0,0 1 0,1-1 0,-1 0 0,0 0 0,1 1 0,-1-1 0,0 0 0,0 0 0,1 1 0,-1-1 0,0 0 0,0 1 0,1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5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5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8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24575,'53'7'0,"-23"-7"-1365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36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250 752 24575,'-2'-4'0,"0"0"0,0 0 0,0 0 0,0-1 0,1 1 0,0 0 0,0-1 0,-1-8 0,0 5 0,2 7 0,0-2 0,0-1 0,-1 0 0,0 0 0,0 0 0,0 1 0,0-1 0,0 0 0,-1 1 0,0-1 0,0 1 0,0 0 0,0-1 0,0 1 0,0 0 0,-1 0 0,0 1 0,-5-6 0,6 6 0,0-1 0,0 0 0,0 0 0,0 0 0,0 0 0,1 0 0,0 0 0,-1-1 0,1 1 0,0 0 0,0-1 0,1 1 0,-1-1 0,1 1 0,0-5 0,-3-12 0,-6-35 0,7 34 0,-8-26 0,-34-87 0,39 102 0,-4-7 0,1 6 0,7 27 0,0-1 0,-1 1 0,0-1 0,0 1 0,-5-10 0,-20-43 42,23 47-276,-1 0-1,-1 1 1,0-1-1,0 1 0,-14-18 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38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24575,'1'8'0,"1"-1"0,-1 0 0,1 1 0,1-1 0,0 0 0,0 0 0,5 8 0,0 3 0,34 81 0,-3 2 0,-1-2-1365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2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177 315 24575,'-1'-1'0,"-1"1"0,1-1 0,-1 0 0,1 1 0,-1-1 0,1 0 0,-1 0 0,1 0 0,0 0 0,0 0 0,-1 0 0,1 0 0,0-1 0,0 1 0,-1-2 0,-14-22 0,-49-126 0,51 117 0,7 18 0,1 0 0,-7-24 0,9 30 0,0 10 0,4 1 0,-1 0 0,1 0 0,-1 0 0,1 1 0,-1-1 0,1 0 0,0 0 0,-1 0 0,1 0 0,0 1 0,0-1 0,0 2 0,0-2 0,0 7 0,0 1 0,0-1 0,1 0 0,0 0 0,0 0 0,1 0 0,0 0 0,1 0 0,5 13 0,-4-13 0,-2-1 0,1 1 0,-1 0 0,2 13 0,-1-3 0,0-11 0,-1 1 0,1-1 0,0 0 0,1 1 0,0-2 0,5 8 0,11 22 0,-11-15 0,0 1 0,5 24 0,-9-26 0,1 0 0,0 0 0,14 28 0,-33-91 0,-25-43 0,34 75 0,0-1 0,0 1 0,2 0 0,-4-21 0,-4-20 0,-23-31 0,31 79 0,-5-11 0,6 12 0,-1 0 0,1 0 0,-1 0 0,1 0 0,0 0 0,0 0 0,1 0 0,-1 0 0,1-1 0,-1 1 0,1-5 0,1 5 0,-1 0 0,0 0 0,0 0 0,0 0 0,-1 0 0,1 0 0,-1 0 0,1 0 0,-1 0 0,0 1 0,0-1 0,0 0 0,-1 0 0,1 1 0,-1-1 0,1 1 0,-1-1 0,0 1 0,0 0 0,0-1 0,0 1 0,0 0 0,-1 0 0,1 1 0,-3-3 0,-3-2-1365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2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3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4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51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5 24575,'2'-1'0,"0"0"0,0 0 0,0 1 0,0-1 0,1 1 0,-1 0 0,0 0 0,0 0 0,0 0 0,1 0 0,-1 0 0,0 0 0,0 1 0,2 0 0,2 0 0,91 11 0,-96-11 0,0-1 0,0 0 0,0 1 0,0-1 0,0 1 0,0 0 0,0-1 0,0 1 0,0 0 0,0 0 0,0-1 0,0 1 0,0 0 0,-1 0 0,1 0 0,0 0 0,-1 0 0,1 0 0,-1 0 0,1 0 0,0 2 0,8 31 0,-5-19 0,17 42 0,1-10 0,-16-31 0,0 1 0,0 0 0,-2 0 0,3 19 0,-4-16 0,10 31 0,-5-18 0,-8-32 0,1-1 0,-1 1 0,0-1 0,0 1 0,0-1 0,0 1 0,0-1 0,0 1 0,0-1 0,0 1 0,0-1 0,0 1 0,0-1 0,0 1 0,0-1 0,-1 1 0,1-1 0,0 1 0,0-1 0,0 1 0,-1-1 0,1 1 0,0-1 0,-1 1 0,1-1 0,0 0 0,-1 1 0,1-1 0,-1 0 0,1 1 0,0-1 0,-1 0 0,1 0 0,-1 1 0,1-1 0,-1 0 0,1 0 0,-1 0 0,1 1 0,-1-1 0,1 0 0,-1 0 0,1 0 0,-1 0 0,0 0 0,1 0 0,-1 0 0,1 0 0,-1 0 0,1-1 0,-1 1 0,1 0 0,-1 0 0,0-1 0,-1 1 0,-1-1 0,1 1 0,0-1 0,-1 0 0,1 0 0,0 0 0,0 0 0,0 0 0,0-1 0,0 1 0,-3-3 0,-1-5 0,0 0 0,1-1 0,0 0 0,1 1 0,0-2 0,-4-18 0,-9-19 0,11 37 0,0-1 0,-1 1 0,-9-12 0,-15-25 0,23 35 0,0-1 0,-19-22 0,17 24 0,1 0 0,8 9 0,-1 0 0,-1 1 0,1-1 0,0 0 0,0 1 0,-1-1 0,0 1 0,1 0 0,-1-1 0,0 1 0,0 1 0,0-1 0,0 0 0,-1 1 0,-3-2 0,-7-2 0,12 4 0,-1-1 0,0 1 0,0 0 0,0 0 0,0 1 0,-5-2 0,7 2 0,1 1 0,-1-1 0,1 0 0,-1 0 0,0 0 0,1 0 0,-1 1 0,1-1 0,-1 0 0,1 0 0,-1 1 0,1-1 0,-1 0 0,1 1 0,-1-1 0,1 1 0,0-1 0,-1 1 0,1-1 0,-1 1 0,1-1 0,0 1 0,0-1 0,-1 1 0,1-1 0,0 1 0,0-1 0,0 1 0,-1-1 0,1 1 0,0 0 0,0-1 0,0 1 0,0-1 0,0 1 0,0 0 0,0-1 0,0 1 0,1 0 0,-2 25 0,0-16 0,1-1 0,0 0 0,0 0 0,3 17 0,-1-21 0,1 0 0,-1 1 0,1-1 0,0 0 0,0-1 0,6 8 0,11 16 0,-6 0 0,0-3 0,13 32 0,-23-45 0,41 94 0,-30-74 0,-3-6 0,19 29 0,-10-20 0,-12-20 0,0 0 0,12 14 0,-2 1 0,-18-27 0,0 0 0,1 0 0,-1 0 0,1 0 0,0 0 0,0-1 0,0 1 0,0 0 0,0-1 0,0 0 0,1 0 0,-1 0 0,1 0 0,0 0 0,-1 0 0,1 0 0,4 1 0,31 9-1365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24575,'1'-1'0,"-1"1"0,0-1 0,1 1 0,-1 0 0,0-1 0,1 1 0,-1 0 0,1 0 0,-1-1 0,0 1 0,1 0 0,-1 0 0,1 0 0,-1-1 0,1 1 0,-1 0 0,1 0 0,-1 0 0,1 0 0,-1 0 0,1 0 0,-1 0 0,1 0 0,-1 0 0,1 0 0,-1 0 0,1 0 0,-1 0 0,0 1 0,1-1 0,-1 0 0,1 0 0,-1 0 0,1 1 0,-1-1 0,0 0 0,1 1 0,-1-1 0,1 0 0,-1 1 0,0-1 0,0 0 0,1 1 0,-1-1 0,0 0 0,0 1 0,1-1 0,-1 1 0,0-1 0,0 1 0,0-1 0,0 1 0,1 0 0,6 27 0,-7-27 0,3 17 0,-1 35 0,0-7 0,-2-42-1365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5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24575,'6'47'0,"-4"-35"0,0 0 0,0 15 0,-3 26-1365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6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8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8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0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24575,'2'0'0,"0"0"0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0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24575,'0'-1'0,"1"0"0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24575,'0'-1'0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1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20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33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25 24575,'0'4'0,"-1"0"0,-1 0 0,1-1 0,-1 1 0,1 0 0,-1-1 0,-3 6 0,-4 6 0,9-15 0,0 0 0,0 0 0,0 0 0,0 0 0,1 0 0,-1 0 0,0 1 0,0-1 0,0 0 0,0 0 0,0 0 0,0 0 0,0 0 0,-1 0 0,1 0 0,0 1 0,0-1 0,0 0 0,0 0 0,0 0 0,0 0 0,0 0 0,0 0 0,0 0 0,0 0 0,0 1 0,0-1 0,0 0 0,0 0 0,0 0 0,-1 0 0,1 0 0,0 0 0,0 0 0,0 0 0,0 0 0,0 0 0,0 0 0,0 0 0,0 0 0,-1 0 0,1 0 0,0 0 0,0 0 0,0 0 0,0 0 0,0 0 0,0 0 0,-1 0 0,1 0 0,0 0 0,0 0 0,0 0 0,0 0 0,0 0 0,0 0 0,0 0 0,0 0 0,-1 0 0,1 0 0,0 0 0,0 0 0,-2-11 0,1-21 0,1 30 0,0-29 0,0 29 0,0 19 0,-1 1 0,-1 0 0,-1 0 0,0 0 0,-2-1 0,0 1 0,-1-1 0,-11 22 0,16-36 0,0 1 0,-1-1 0,1 0 0,-1 0 0,0 0 0,0 0 0,0 0 0,0 0 0,0 0 0,-1-1 0,0 1 0,1-1 0,-1 0 0,0 0 0,0 0 0,0 0 0,0 0 0,0 0 0,-1-1 0,1 0 0,0 0 0,-1 0 0,1 0 0,-1 0 0,1-1 0,-1 1 0,1-1 0,-6 0 0,-13-3 0,21 3 0,1 0 0,0 0 0,0 0 0,0 0 0,0 0 0,-1 0 0,1 0 0,0 0 0,0 0 0,0 0 0,0 0 0,0 0 0,0 0 0,-1 0 0,1 0 0,0 0 0,0 0 0,0 0 0,0-1 0,0 1 0,0 0 0,0 0 0,-1 0 0,1 0 0,0 0 0,0 0 0,0-1 0,0 1 0,0 0 0,0 0 0,0 0 0,0 0 0,0 0 0,0 0 0,0-1 0,0 1 0,0 0 0,0 0 0,11-6 0,-3 3 0,1 1 0,0 0 0,9 0 0,22-6 0,-36 7 0,1 1 0,-1-1 0,1 1 0,-1 0 0,1 0 0,-1 0 0,0 0 0,1 1 0,-1 0 0,1 0 0,-1 0 0,0 0 0,0 1 0,0 0 0,0 0 0,7 4 0,4 4 0,1 1 0,21 19 0,-34-27 0,-2-1 0,1-1 0,-1 1 0,0 0 0,1 0 0,-1 0 0,0 0 0,-1 1 0,1-1 0,0 0 0,0 0 0,-1 0 0,0 1 0,1-1 0,-1 0 0,0 3 0,-1 39 0,0-35 0,-3 28 0,-9 34 0,-4 32 0,16 52 65,2-79-1495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47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262 700 24575,'-2'0'0,"1"-1"0,0 1 0,-1 0 0,1-1 0,0 1 0,-1-1 0,1 0 0,0 1 0,0-1 0,0 0 0,-1 0 0,1 1 0,0-1 0,0 0 0,0 0 0,0 0 0,1 0 0,-1-1 0,0 1 0,0 0 0,1 0 0,-1 0 0,0-2 0,-13-36 0,10 26 0,2 5 0,-1 1 0,-1 0 0,1-1 0,-1 1 0,-1 1 0,1-1 0,-1 0 0,0 1 0,-7-7 0,9 10 0,0-1 0,0 0 0,0-1 0,1 1 0,-1 0 0,1-1 0,0 1 0,1-1 0,-1 0 0,-1-8 0,-7-51 0,10 61 0,-15-72 0,12 45 0,2 23 0,1 1 0,-1-1 0,0 1 0,-1-1 0,1 1 0,-1 0 0,0-1 0,-5-8 0,-46-93 0,48 96 0,1 1 0,-5-23 0,-2-6 0,5 26-47,4 10-118,0 0 0,1 0 1,0 1-1,-1-1 0,2 0 0,-1 0 1,0-6-1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0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10.425"/>
    </inkml:context>
    <inkml:brush xml:id="br0">
      <inkml:brushProperty name="width" value="0.07938" units="cm"/>
      <inkml:brushProperty name="height" value="0.07938" units="cm"/>
    </inkml:brush>
  </inkml:definitions>
  <inkml:trace contextRef="#ctx0" brushRef="#br0">0 0 24575,'2'0'0,"-1"1"0,0-1 0,0 0 0,0 0 0,0 1 0,0-1 0,0 1 0,0-1 0,0 1 0,0-1 0,0 1 0,-1-1 0,1 1 0,0 0 0,0 0 0,0-1 0,-1 1 0,1 0 0,0 0 0,-1 0 0,1 0 0,0 2 0,10 26 0,-6-16 0,5 17 0,-9-23 0,1-1 0,0 1 0,1-1 0,4 9 0,2 4 0,0 0 0,10 37 0,-6-1 0,-11-42 0,1-1 0,0 1 0,1 0 0,9 20 0,-3-10 0,10 31 0,5 10 0,32 75 0,-21-59 0,-11-14 0,24 61 0,-33-87-1365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4:16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4:07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4:08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4:09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4:33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 24575,'0'4'0,"0"5"0,0 1 0,0-1 0,-1 1 0,0 0 0,-1-1 0,-4 15 0,-11 4 0,13-23 0,1 0 0,-1 0 0,1 1 0,-3 8 0,-4 11 0,-14 26 0,5-10 0,13-26 0,1 0 0,1 0 0,-3 18 0,-1-1 0,4-15 0,-2-1 0,0 1 0,-10 19 0,16-35 0,0 0 0,0 0 0,0 1 0,0-1 0,1 0 0,-1 0 0,0 0 0,1 0 0,-1 0 0,1 0 0,-1 0 0,1 0 0,0 0 0,-1 0 0,1 0 0,0 0 0,0 0 0,-1 0 0,1 0 0,2 0 0,19 18 0,-9-8 0,-11-8 0,0-1 0,0 0 0,0 0 0,1 0 0,-1 0 0,1-1 0,0 1 0,-1-1 0,1 1 0,5 0 0,-7-2 0,-1 0 0,1-1 0,0 1 0,-1 0 0,1-1 0,0 1 0,-1-1 0,1 1 0,-1-1 0,1 0 0,0 1 0,-1-1 0,0 1 0,1-1 0,-1 0 0,1 0 0,-1 1 0,0-1 0,1 0 0,-1 0 0,0 1 0,0-1 0,0 0 0,1 0 0,-1 1 0,0-2 0,3-24 0,-3 26 0,2-8 0,0 1 0,0-1 0,0 1 0,1 0 0,0 0 0,1 0 0,-1 0 0,9-11 0,7-14 0,-13 19 0,-2 0 0,1 0 0,2-17 0,6-16 0,11-13 0,-16 44 0,-1-1 0,-1 0 0,8-30 0,-12 34 0,-1 5 0,0 0 0,0 0 0,1 0 0,0 0 0,0 0 0,1 0 0,5-10 0,-7 17 0,0-1 0,-1 0 0,1 1 0,0-1 0,0 0 0,-1 1 0,1-1 0,0 1 0,0-1 0,0 1 0,0 0 0,0-1 0,0 1 0,0 0 0,0 0 0,0-1 0,0 1 0,0 0 0,-1 0 0,1 0 0,0 0 0,0 0 0,0 0 0,0 1 0,0-1 0,0 0 0,0 0 0,0 1 0,0-1 0,0 1 0,1 0 0,-1-1 0,0 1 0,1-1 0,-1 1 0,0 0 0,0 0 0,0-1 0,0 1 0,0 0 0,-1 0 0,1 0 0,0 0 0,0 0 0,-1 0 0,1 0 0,0 0 0,-1 0 0,1 1 0,-1-1 0,1 0 0,-1 0 0,0 0 0,1 1 0,-1-1 0,0 2 0,-1 2 0,-1-1 0,0 1 0,0-1 0,0 1 0,-1-1 0,1 0 0,-1 0 0,0 0 0,0 0 0,-5 4 0,-11 16 0,-5 34 0,20-48 0,-47 82 0,44-80 0,1 0 0,0 1 0,-6 18 0,8-18 0,-1-1 0,0 0 0,-14 22 0,16-29 0,1 0 0,-1 0 0,1 0 0,0 0 0,1 1 0,-1-1 0,1 0 0,0 1 0,0-1 0,0 1 0,1-1 0,0 1 0,1 9 0,2 7-1365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4:35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4:36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4:37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4:39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4:40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4:41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5:43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24575,'7'1'0,"-1"-1"0,0 1 0,0 0 0,0 1 0,0-1 0,9 4 0,2 1 0,2-2 0,-18-4 0,1 0 0,0 0 0,-1 0 0,1 1 0,0-1 0,-1 1 0,1-1 0,-1 1 0,1-1 0,0 1 0,-1 0 0,0 0 0,1 0 0,-1 0 0,0 0 0,1 0 0,-1 0 0,0 0 0,0 1 0,0-1 0,0 0 0,2 4 0,-3-4 0,10 12 0,-2 2 0,0-1 0,-1 1 0,11 31 0,16 121 0,-27-136 0,6 30 0,-12-52 0,-3-7 0,-6-14 0,-8-24 0,-19-51 0,20 51 0,-12-39 0,27 70 0,5 11 0,5 13 0,8 23 0,-1 2 0,-3-1 0,10 54 0,-18-62 0,-1-13 0,-2-1 0,2 34 0,-7-14 0,1-26 0,0 1 0,2 0 0,-1-1 0,6 25 0,13 52 0,-16-83 0,0 0 0,0-1 0,8 15 0,8 18 0,-16-28 0,-1-1 0,0 0 0,0 1 0,-1-1 0,-1 16 0,-1-13 0,0 0 0,0-1 0,-2 0 0,0 1 0,0-1 0,-7 16 0,4-14 0,1 1 0,0 0 0,-3 28 0,5-28 0,0 1 0,-7 19 0,3-14 0,5-15 0,0-1 0,-1 1 0,0-1 0,-1 0 0,-6 11 0,12-41 0,17-17 0,39-64 0,-43 80 0,-9 13 0,-1 0 0,0 0 0,-1 0 0,0 0 0,-1-1 0,0 1 0,2-24 0,-3-88 0,-2 78 0,-2 17 0,-1 0 0,-1 0 0,-1 0 0,-11-34 0,13 53 0,-16-96 0,12 72 0,2 13 0,-3-28 0,8 42 0,-2-3 0,2-1 0,-1 1 0,1-1 0,1 0 0,2-12 0,-3 22 0,0-1 0,0 1 0,1 0 0,-1-1 0,0 1 0,1-1 0,-1 1 0,0 0 0,1-1 0,-1 1 0,0 0 0,1-1 0,-1 1 0,1 0 0,-1 0 0,1-1 0,-1 1 0,1 0 0,-1 0 0,0 0 0,1 0 0,-1 0 0,1 0 0,-1-1 0,1 1 0,-1 0 0,1 0 0,-1 1 0,1-1 0,-1 0 0,1 0 0,-1 0 0,1 0 0,-1 0 0,1 0 0,-1 1 0,1-1 0,-1 0 0,1 0 0,-1 1 0,0-1 0,1 0 0,-1 1 0,1 0 0,23 16 0,-19-13 0,-1 0 0,1 1 0,-1-1 0,0 1 0,0 0 0,-1 0 0,4 6 0,-4-6 0,0 0 0,0 0 0,1 0 0,-1-1 0,1 0 0,0 0 0,5 5 0,-7-8 0,-1-1 0,1 1 0,0-1 0,-1 1 0,1-1 0,-1 0 0,1 1 0,0-1 0,-1 0 0,1 0 0,0 0 0,-1 0 0,1 0 0,0-1 0,-1 1 0,1 0 0,-1-1 0,1 1 0,-1-1 0,1 0 0,-1 1 0,4-3 0,4-2 0,-1-1 0,13-10 0,-12 9 0,-3 3 0,0-1 0,0 0 0,0 0 0,-1 0 0,1-1 0,-1 0 0,-1 0 0,1 0 0,-1 0 0,0-1 0,-1 0 0,1 0 0,-1 0 0,-1 0 0,1 0 0,-1-1 0,1-13 0,4-50 0,-4 59 0,-1-2 0,1 1 0,-2-1 0,1-15 0,-3 20 0,1 0 0,1-1 0,0 1 0,0 0 0,1 0 0,0 0 0,0 0 0,1 0 0,5-10 0,16-34 0,-21 47 0,-3 4 0,1 1 0,-1-1 0,1 1 0,-1-1 0,1 1 0,0 0 0,0-1 0,0 1 0,0 0 0,0-1 0,0 1 0,0 0 0,3-2 0,-4 4 0,1-1 0,-1 1 0,0-1 0,0 0 0,1 1 0,-1-1 0,0 1 0,0-1 0,0 1 0,1-1 0,-1 1 0,0-1 0,0 1 0,0-1 0,0 1 0,0-1 0,0 1 0,0-1 0,0 1 0,0-1 0,-1 1 0,1-1 0,0 1 0,0-1 0,0 1 0,0-1 0,-1 1 0,-4 16 0,-35 77 0,10-16 0,13-40 0,1-4 0,-13 42 0,28-72 0,-2 7 0,0 0 0,-1 0 0,-1 0 0,0 0 0,-12 19 0,6-11 0,11-19 0,0 0 0,0 0 0,1 0 0,-1 0 0,0 0 0,0 0 0,0 0 0,0 0 0,0 0 0,0 0 0,0 0 0,0 0 0,0 0 0,0 0 0,0 0 0,0 0 0,0 0 0,0 0 0,0 0 0,0 0 0,0 0 0,0 0 0,1 0 0,-1 0 0,0 0 0,0 0 0,0 0 0,0 0 0,0 0 0,0 1 0,0-1 0,0 0 0,0 0 0,0 0 0,0 0 0,0 0 0,0 0 0,0 0 0,0 0 0,0 0 0,0 0 0,0 0 0,0 0 0,0 0 0,0 0 0,0 0 0,0 0 0,0 0 0,0 1 0,0-1 0,0 0 0,0 0 0,0 0 0,0 0 0,0 0 0,0 0 0,0 0 0,0 0 0,0 0 0,0 0 0,0 0 0,0 0 0,0 0 0,-1 0 0,11-8 0,51-49 0,-53 50 0,1 1 0,0 0 0,0 1 0,0 0 0,1 0 0,0 1 0,0 0 0,0 1 0,0 0 0,0 1 0,1 0 0,-1 0 0,1 1 0,14 1 0,-29-2 0,0 1 0,0-1 0,0 0 0,0 0 0,1 0 0,-1-1 0,-4-3 0,-2-1 0,-1-4 0,2 3 0,9 8 0,0 1 0,-1-1 0,1 0 0,0 1 0,-1-1 0,1 1 0,0-1 0,0 1 0,0-1 0,-1 0 0,1 1 0,0-1 0,0 1 0,0-1 0,0 1 0,0-1 0,0 1 0,0-1 0,0 1 0,0-1 0,0 1 0,0-1 0,0 0 0,0 1 0,0-1 0,1 2 0,0 6 0,0 0 0,1 0 0,0 0 0,0 0 0,1 0 0,0 0 0,4 9 0,4 7 0,-10-20 0,0 0 0,0-1 0,0 1 0,-1 0 0,1 0 0,-1 0 0,0 0 0,-1 7 0,-8 34 0,4-21 0,2-10 0,-16 122 0,15-123 0,-2-10 0,5-3 0,0-1 0,0 1 0,0-1 0,0 0 0,0 1 0,0-1 0,0 0 0,1 0 0,-1 0 0,0 1 0,0-1 0,1 0 0,-1 0 0,0 0 0,1 0 0,-1 0 0,0-1 0,-37-94 0,37 93 0,0 0 0,0 1 0,-1-1 0,0 1 0,1-1 0,-1 1 0,0-1 0,0 1 0,0 0 0,0 0 0,-1 0 0,1 0 0,0 0 0,-1 1 0,0-1 0,1 1 0,-1 0 0,0-1 0,0 1 0,1 1 0,-1-1 0,0 0 0,0 1 0,0-1 0,0 1 0,-6 0 0,-4 0 0,-1 1 0,1 0 0,0 1 0,-24 6 0,18-1 0,19-7 0,-1 0 0,1 1 0,-1-1 0,0 0 0,1 0 0,-1 1 0,1-1 0,-1 0 0,1 1 0,-1-1 0,1 0 0,-1 1 0,1-1 0,-1 1 0,1-1 0,0 1 0,-1-1 0,1 1 0,0-1 0,-1 1 0,1-1 0,0 1 0,0 0 0,-1-1 0,1 1 0,0-1 0,0 2 0,0-1 0,1-1 0,-1 1 0,1-1 0,0 1 0,-1-1 0,1 0 0,-1 1 0,1-1 0,0 0 0,-1 1 0,1-1 0,0 0 0,-1 0 0,1 0 0,0 1 0,0-1 0,-1 0 0,1 0 0,0 0 0,-1 0 0,1 0 0,1-1 0,20-1 0,-19 1 0,78-11 0,-81 12 0,1 1 0,-1-1 0,1 0 0,0 0 0,-1 0 0,1 1 0,-1-1 0,1 0 0,-1 1 0,1-1 0,-1 0 0,1 1 0,-1-1 0,0 1 0,1-1 0,-1 1 0,1-1 0,-1 1 0,0-1 0,0 1 0,1-1 0,-1 1 0,0-1 0,0 1 0,1-1 0,-1 1 0,0-1 0,0 1 0,0 0 0,0-1 0,0 1 0,0-1 0,0 1 0,0 1 0,-1 27 0,0-20 0,1 15 0,0 1 0,2-1 0,7 39 0,-1-14 0,-3 0 0,-2 0 0,-5 78 0,1-107 0,-2 0 0,0 0 0,-1 0 0,-1 0 0,-8 19 0,8-28 0,0-1 0,0 0 0,-14 18 0,-1 2 0,20-30 0,0 0 0,0 0 0,0 0 0,0 0 0,0 0 0,0 1 0,0-1 0,0 0 0,0 0 0,0 0 0,0 0 0,0 0 0,0 0 0,0 0 0,0 1 0,0-1 0,0 0 0,0 0 0,0 0 0,0 0 0,0 0 0,-1 0 0,1 0 0,0 0 0,0 0 0,0 1 0,0-1 0,0 0 0,0 0 0,0 0 0,-1 0 0,1 0 0,0 0 0,0 0 0,0 0 0,0 0 0,0 0 0,0 0 0,-1 0 0,1 0 0,0 0 0,0 0 0,0 0 0,0 0 0,0 0 0,0 0 0,-1 0 0,1 0 0,0 0 0,0-1 0,0 1 0,0 0 0,0 0 0,0 0 0,0 0 0,-1 0 0,-1-11 0,1-19 0,1 27 0,0-61 0,3 0 0,19-113 0,-18 159 0,16-88 0,-18 90 0,-1 0 0,0 1 0,-1-1 0,-4-27 0,4 42 0,0 1 0,0-1 0,0 0 0,0 0 0,-1 1 0,1-1 0,0 0 0,0 1 0,-1-1 0,1 0 0,0 1 0,-1-1 0,1 0 0,-1 1 0,1-1 0,-1 1 0,1-1 0,-1 1 0,0-1 0,1 1 0,-1 0 0,1-1 0,-1 1 0,0 0 0,1-1 0,-1 1 0,-1-1 0,0 1 0,0 0 0,-1 0 0,1 0 0,0 0 0,0 1 0,0-1 0,0 0 0,0 1 0,-4 1 0,-3 2 0,0 0 0,1 0 0,-11 8 0,1 2 0,13-10 0,1-1 0,0 1 0,-1-1 0,0 0 0,0 0 0,-9 3 0,14-6 0,0 0 0,0 0 0,-1 0 0,1 0 0,0 0 0,0 0 0,-1 0 0,1 0 0,0 0 0,0 0 0,-1 0 0,1 0 0,0 0 0,0 0 0,-1 0 0,1 0 0,0 0 0,0 0 0,-1 0 0,1 0 0,0 0 0,0-1 0,0 1 0,-1 0 0,1 0 0,0 0 0,0 0 0,0-1 0,-1 1 0,1 0 0,0 0 0,0 0 0,0-1 0,0 1 0,0 0 0,-2-12 0,6-11 0,-2 17 0,9-26 0,-11 31 0,0 0 0,1 0 0,-1 0 0,1 0 0,-1 0 0,1 0 0,-1 0 0,1 0 0,-1 0 0,1 0 0,0 1 0,0-1 0,-1 0 0,1 0 0,0 1 0,0-1 0,0 1 0,0-1 0,0 1 0,0-1 0,0 1 0,0-1 0,0 1 0,0 0 0,1-1 0,-1 2 0,0-1 0,0 0 0,0 1 0,-1-1 0,1 1 0,0-1 0,0 1 0,-1-1 0,1 1 0,0-1 0,0 1 0,-1 0 0,1-1 0,-1 1 0,1 0 0,-1 0 0,1 0 0,-1-1 0,1 1 0,0 2 0,7 21 0,-5-14 0,16 38 0,-3 2 0,18 95 0,-30-114 0,0 0 0,-2 0 0,-2 32 0,-1-57 0,0-1 0,-1 0 0,0 1 0,1-1 0,-2 0 0,1 0 0,-3 5 0,-11 26 0,13-28 0,0 0 0,0 0 0,-1 0 0,-1 0 0,1 0 0,-9 9 0,7-8 0,0 0 0,0 0 0,-7 17 0,1 3 0,-1-2 0,-21 33 0,19-33 0,-25 55 0,39-76 0,0 0 0,0 0 0,0 0 0,1 0 0,0 0 0,0-1 0,1 1 0,0 0 0,0 0 0,0 0 0,4 8 0,-5-13 0,1 0 0,-1 0 0,1 0 0,0-1 0,-1 1 0,1 0 0,0-1 0,-1 1 0,1-1 0,0 1 0,0 0 0,0-1 0,-1 0 0,1 1 0,0-1 0,0 1 0,0-1 0,0 0 0,0 0 0,0 0 0,0 1 0,0-1 0,0 0 0,1 0 0,30-2 0,-18 1 0,-2 1 0,-6 1 0,1-1 0,-1-1 0,0 1 0,0-1 0,7-1 0,-11 1 0,1 0 0,-1 0 0,0 0 0,0-1 0,1 1 0,-1 0 0,0-1 0,0 0 0,0 1 0,0-1 0,-1 0 0,1 0 0,0 0 0,-1 0 0,3-4 0,1-5 0,0-1 0,-1 1 0,0-1 0,-1 0 0,0 0 0,2-19 0,6-25 0,2-7 0,-10 44 0,1 1 0,0 0 0,11-27 0,-15 45 0,0 0 0,0 0 0,0 0 0,0 0 0,0 0 0,0 0 0,0 0 0,0 0 0,0 0 0,-1 0 0,1 0 0,0 0 0,0 0 0,0 0 0,0 0 0,0 0 0,0 0 0,0 0 0,0 0 0,0 0 0,0 0 0,0 0 0,0-1 0,0 1 0,0 0 0,0 0 0,0 0 0,0 0 0,0 0 0,0 0 0,0 0 0,0 0 0,0 0 0,0 0 0,0 0 0,0-1 0,-11 13 0,-17 23 0,22-28 0,-35 41 0,-29 40 0,67-84 0,1 0 0,0 0 0,-1 0 0,2 1 0,-1-1 0,0 0 0,1 1 0,0 0 0,0-1 0,0 1 0,1 0 0,0-1 0,0 1 0,0 7 0,1-12 0,-1 0 0,0 0 0,0 0 0,0 0 0,1 0 0,-1 0 0,0 0 0,0 0 0,0 0 0,1 0 0,-1 0 0,0 0 0,0 0 0,1 0 0,-1 0 0,0 0 0,0 0 0,0 0 0,1 0 0,-1 0 0,0 0 0,0 0 0,0 0 0,1-1 0,-1 1 0,0 0 0,0 0 0,0 0 0,1 0 0,-1 0 0,0-1 0,0 1 0,0 0 0,0 0 0,0 0 0,0-1 0,1 1 0,-1 0 0,0 0 0,8-9 0,7-9 0,0 0 0,-2-1 0,0-1 0,-2 1 0,14-31 0,-16 7 0,-8 35 0,0-1 0,1 1 0,5-15 0,7-8 0,1 0 0,37-52 0,-50 80 0,0 0 0,1 0 0,-1 0 0,1 0 0,0 0 0,4-2 0,-7 4 0,0 1 0,1 0 0,-1-1 0,1 1 0,-1 0 0,1 0 0,-1 0 0,1-1 0,-1 1 0,1 0 0,-1 0 0,1 0 0,-1 0 0,1 0 0,-1 0 0,1 0 0,-1 0 0,1 0 0,-1 0 0,1 0 0,0 1 0,0-1 0,-1 1 0,1-1 0,-1 1 0,1-1 0,0 1 0,-1-1 0,1 1 0,-1 0 0,0-1 0,1 1 0,-1 0 0,1 0 0,-1-1 0,0 1 0,0 0 0,0 0 0,1-1 0,-1 3 0,3 9 0,1 1 0,11 21 0,-10-23 0,0 0 0,-1 1 0,5 22 0,-6-23 0,0 0 0,1 0 0,1 0 0,8 15 0,0 3 0,-7-19 0,-5-7 0,1 0 0,-1 0 0,0 0 0,0-1 0,0 1 0,1 5 0,-2-7 0,0-1 0,0 0 0,0 1 0,0-1 0,0 1 0,0-1 0,0 0 0,0 1 0,0-1 0,0 0 0,0 1 0,0-1 0,-1 1 0,1-1 0,0 0 0,0 1 0,0-1 0,-1 0 0,1 0 0,0 1 0,0-1 0,-1 1 0,0-1 0,0 0 0,0 1 0,0-1 0,0 0 0,0 1 0,0-1 0,0 0 0,0 0 0,0 0 0,0 0 0,0 0 0,-1 0 0,-11-2 0,0 0 0,1-1 0,0 0 0,0-1 0,-21-10 0,3 2 0,28 11 0,1 1 0,0-1 0,-1 1 0,1 0 0,0 0 0,-1-1 0,1 1 0,0 0 0,-1 0 0,1 0 0,0 1 0,-1-1 0,1 0 0,0 0 0,-1 1 0,1-1 0,0 1 0,0-1 0,-2 2 0,0 0 0,1-1 0,-1 1 0,1 0 0,0 1 0,0-1 0,0 0 0,0 0 0,-2 4 0,-2 4 0,1 1 0,0-1 0,-5 16 0,7-16 20,1 0 0,0 1 0,0-1 0,1 1 0,0 17 0,7 52-1505,-2-45-5341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6:09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0 263 24575,'0'-1'0,"1"1"0,-1 0 0,1-1 0,-1 1 0,0 0 0,1-1 0,-1 1 0,1 0 0,-1-1 0,1 1 0,-1 0 0,1 0 0,-1 0 0,1 0 0,-1-1 0,1 1 0,0 0 0,-1 0 0,1 0 0,-1 0 0,1 0 0,-1 0 0,1 1 0,18-1 0,-16 0 0,34 0 0,0-1 0,0-2 0,54-11 0,70-20 0,-145 32 0,-1 1 0,1 0 0,26 3 0,-2-1 0,37 0 0,81-2 0,376-4 0,-313 6 0,-9-1 0,-176 6 0,-29-4 0,0-1 0,-1 0 0,14 1 0,-13-2 0,0 1 0,0 0 0,-1 0 0,11 3 0,20 4 0,-36-8 0,9 0 0,0 1 0,-1 0 0,1 1 0,-1 0 0,1 0 0,9 5 0,-12-5 0,0 0 0,0-1 0,0 1 0,0-1 0,0-1 0,8 1 0,26 3 0,-18 0 0,-1-1 0,1-1 0,39-2 0,19 1 0,6 6 0,-83-6 0,0-1 0,0 1 0,0 0 0,0 0 0,0 1 0,0-1 0,0 1 0,4 2 0,-3-1 0,-1-1 0,1 0 0,0 0 0,8 2 0,-13-5 0,0 1 0,1 0 0,-1 0 0,1 0 0,-1 0 0,1 0 0,-1-1 0,0 1 0,1 0 0,-1 0 0,1-1 0,-1 1 0,0 0 0,1-1 0,-1 1 0,0 0 0,0-1 0,1 1 0,-1-1 0,0 1 0,0 0 0,1-1 0,-1 1 0,0-1 0,0 1 0,0 0 0,0-1 0,0 1 0,0-1 0,0 1 0,0-1 0,0 1 0,0-1 0,0 1 0,0-1 0,0 0 0,-1-23 0,1 17 0,1-38 0,-2-42 0,1 86 0,0 0 0,-1 1 0,1-1 0,0 0 0,-1 1 0,1-1 0,-1 0 0,1 1 0,0-1 0,-1 1 0,1-1 0,-1 1 0,0-1 0,1 1 0,-1-1 0,1 1 0,-1-1 0,0 1 0,1 0 0,-1-1 0,0 1 0,1 0 0,-1 0 0,0 0 0,1-1 0,-1 1 0,0 0 0,0 0 0,1 0 0,-2 0 0,-29 1 0,20 0 0,-26 4 0,2 1 0,-226-2 0,239-3 0,1 2 0,-21 5 0,-24 3 0,22-4 0,28-4 0,0-1 0,-22 1 0,-199 0 0,107-2 0,-127-2 0,218-2 0,-49-11 0,-36-3 0,-15 3 0,-35 12 0,92 3 0,-8-2 0,-93 2 0,173 1 0,-1 0 0,0 0 0,-14 6 0,-24 4 0,10-3 0,30-6 0,-1-1 0,1 0 0,-1-1 0,0 0 0,-11 0 0,20-1 0,0 0 0,0-1 0,0 1 0,1-1 0,-1 1 0,0-1 0,0 1 0,1-1 0,-1 1 0,0-1 0,1 0 0,-1 1 0,1-1 0,-1 0 0,1 1 0,-1-1 0,1 0 0,-1 0 0,1 0 0,0 1 0,-1-1 0,1 0 0,0 0 0,0 0 0,0 0 0,0 0 0,0 0 0,0 1 0,0-1 0,0 0 0,0 0 0,0 0 0,1-1 0,-1-2 0,0 1 0,1 0 0,-1 0 0,1 0 0,0 0 0,0 0 0,0 0 0,2-5 0,9-9 0,-9 12 0,1-1 0,0 1 0,0 0 0,7-7 0,-9 11 0,0-1 0,0 1 0,0 0 0,0 0 0,0-1 0,0 1 0,0 1 0,0-1 0,1 0 0,-1 0 0,0 1 0,1 0 0,-1-1 0,0 1 0,1 0 0,2 0 0,355 2 0,-186-3 0,-102 2 0,-21 0 0,0-1 0,60-10 0,-29-7 0,220 10 0,-186 8 0,-110-1 0,41 0 0,54 7 0,-70-4 0,59-4 0,-34 0 0,13 0 0,71 2 0,-91 8 0,-36-6 0,-1 0 0,22 1 0,-23-3 0,1 1 0,-1 0 0,15 4 0,-16-3 0,1 0 0,0-1 0,-1 0 0,14-1 0,-18-1 0,5 0 0,-1 0 0,1 0 0,0 1 0,0 0 0,0 1 0,-1 0 0,1 1 0,10 3 0,-4 1 0,-14-7 0,0 1 0,-1 0 0,1 0 0,-1 0 0,1 0 0,-1 0 0,0 1 0,1-1 0,-1 1 0,0-1 0,0 1 0,0 0 0,3 3 0,-3-2 0,0 0 0,1 1 0,-1-1 0,0 0 0,0 1 0,-1 0 0,1-1 0,-1 1 0,0 0 0,0 0 0,0-1 0,0 1 0,0 7 0,-1-9 0,-1 0 0,1 0 0,0-1 0,-1 1 0,1 0 0,-1 0 0,0 0 0,1 0 0,-1-1 0,0 1 0,0 0 0,0-1 0,0 1 0,0-1 0,-1 1 0,1-1 0,0 1 0,-1-1 0,1 0 0,-1 0 0,0 0 0,1 0 0,-1 0 0,0 0 0,1 0 0,-1 0 0,0-1 0,0 1 0,-3 0 0,-13 2 0,-1 0 0,0-1 0,0-1 0,-36-3 0,7 1 0,-26 1 0,-78 0 0,142-2 0,1 0 0,-1-1 0,1 0 0,-1 0 0,1-1 0,0 0 0,0-1 0,-12-8 0,14 7 0,-1 2 0,1-1 0,-1 1 0,0 0 0,0 1 0,-1-1 0,1 2 0,-1-1 0,1 1 0,-18-1 0,-236 1 0,133 3 0,99-1 0,-10 1 0,0-1 0,0-3 0,-63-12 0,76 9 0,17 5 0,0-2 0,0 1 0,0-1 0,-13-6 0,20 7 0,0 0 0,-1 0 0,1 0 0,0-1 0,0 1 0,0-1 0,1 0 0,-1 0 0,1 0 0,0 0 0,-1 0 0,1 0 0,1-1 0,-1 1 0,-2-6 0,0-5 0,4 13 0,0 0 0,0 0 0,0 0 0,-1 0 0,1 0 0,0 0 0,0 0 0,-1 0 0,1 0 0,-1 0 0,1 0 0,-1 0 0,1 0 0,-1 0 0,0 1 0,1-1 0,-1 0 0,0 0 0,0 1 0,1-1 0,-1 0 0,0 1 0,0-1 0,0 1 0,0-1 0,0 1 0,0-1 0,0 1 0,0 0 0,0-1 0,0 1 0,0 0 0,0 0 0,0 0 0,0 0 0,0 0 0,0 0 0,0 0 0,-2 0 0,-79 5 0,57 0 0,20-3 0,0-1 0,-1 0 0,1 0 0,-11 0 0,-28-2 0,-112 2 0,142 2 0,1 0 0,-1 0 0,1 2 0,0-1 0,0 2 0,0 0 0,1 0 0,0 1 0,0 1 0,-18 15 0,28-20 0,-1 0 0,1 0 0,0 1 0,1-1 0,-1 1 0,1-1 0,-1 1 0,1-1 0,0 1 0,0 0 0,1 0 0,-1 0 0,1-1 0,0 6 0,-5 18 0,4-23-97,0 0-1,-1 0 1,0 0-1,0 0 1,0-1-1,-1 1 1,1-1-1,-1 1 1,1-1-1,-1 0 1,0 0-1,-1 0 0,-5 4 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4:59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24575,'2'-1'0,"1"1"0,0 0 0,0 0 0,0 0 0,0 1 0,-1-1 0,1 1 0,0-1 0,0 1 0,-1 0 0,1 0 0,-1 0 0,1 0 0,-1 1 0,1-1 0,-1 1 0,1 0 0,-1-1 0,0 1 0,0 0 0,0 0 0,0 0 0,-1 1 0,1-1 0,0 0 0,1 3 0,2 2 0,1 0 0,-1-1 0,2 0 0,-1-1 0,14 10 0,-14-10 0,0-1 0,1 1 0,-2 0 0,1 1 0,-1-1 0,0 1 0,7 10 0,45 75 0,54 79 0,-94-143 0,-6-8 0,1 0 0,28 33 0,-32-44 0,-1 0 0,-1 0 0,1 1 0,-1 0 0,-1 0 0,0 0 0,7 18 0,-9-13 0,6 13 0,34 53-1365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5:00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5:02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5:06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587 647 24575,'-10'-20'0,"4"9"0,-25-77 0,4 23 0,-44-79 0,5 34 0,32 37 0,18 29 0,13 34 0,0 0 0,-1 0 0,0 1 0,0-1 0,-11-14 0,14 22 0,0 1 0,-1 0 0,0-1 0,1 1 0,-1 0 0,0 0 0,0 0 0,0 0 0,1 0 0,-1 1 0,0-1 0,0 0 0,0 1 0,0 0 0,-4-1 0,-36 1 0,26 0 0,-37 1 0,-55-2 0,66-3-1365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5:09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4:50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4: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4:52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5:12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5:14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7:04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7:04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7:05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7:06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15:17:11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20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52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45 24575,'0'21'0,"-12"135"0,13-146 0,-1 16 0,-1-25 0,1 0 0,0-1 0,0 1 0,0 0 0,0-1 0,-1 1 0,1 0 0,0-1 0,0 1 0,-1 0 0,1-1 0,-1 1 0,1-1 0,-1 1 0,1-1 0,-1 1 0,1-1 0,-1 1 0,1-1 0,-1 1 0,1-1 0,-1 0 0,0 1 0,1-1 0,-1 0 0,0 0 0,1 1 0,-1-1 0,0 0 0,0 0 0,-2 1 0,1-1 0,-1 1 0,1-1 0,0 1 0,-1 0 0,1 0 0,0 0 0,0 1 0,0-1 0,0 0 0,0 1 0,0-1 0,0 1 0,-3 3 0,-7 6 0,11-14 0,1 0 0,-1 0 0,1 0 0,0 0 0,-1 0 0,2-4 0,0-9 0,1-1 0,0 1 0,2 0 0,0 0 0,6-17 0,-7 26 0,-1-8 0,1-1 0,-2 0 0,0-30 0,-5 66 0,0 1 0,1 0 0,1 1 0,1 30 0,1-51 0,1 0 0,-1 0 0,1 0 0,-1 0 0,1 0 0,0 0 0,-1 0 0,1 0 0,0 0 0,0 0 0,0 0 0,-1-1 0,1 1 0,0 0 0,0-1 0,0 1 0,0 0 0,0-1 0,0 1 0,1-1 0,-1 0 0,0 1 0,0-1 0,0 0 0,2 0 0,36 7 0,-28-6 0,117 24 0,-115-23 0,-17-3 0,-26-4 0,1 0 0,5 1 0,0-2 0,0 0 0,-26-11 0,50 17 0,0 0 0,0 0 0,0 0 0,0 0 0,0 0 0,0 0 0,1 0 0,-1 0 0,0 0 0,0 0 0,0 0 0,0 0 0,0 0 0,0 0 0,0 0 0,0 0 0,0-1 0,0 1 0,0 0 0,0 0 0,0 0 0,0 0 0,0 0 0,0 0 0,1 0 0,-1 0 0,0 0 0,0 0 0,0 0 0,0 0 0,0 0 0,0 0 0,0-1 0,0 1 0,0 0 0,0 0 0,0 0 0,0 0 0,0 0 0,0 0 0,0 0 0,0 0 0,0 0 0,0 0 0,0 0 0,0 0 0,0-1 0,-1 1 0,1 0 0,0 0 0,0 0 0,0 0 0,0 0 0,0 0 0,0 0 0,0 0 0,0 0 0,0 0 0,0 0 0,0 0 0,12-3 0,19 1 0,364 4 0,111-3 0,-490-2 0,-16 3 0,0 0 0,0 0 0,0 0 0,0 0 0,0 0 0,0-1 0,0 1 0,0 0 0,0 0 0,0 0 0,0 0 0,1 0 0,-1-1 0,0 1 0,0 0 0,0 0 0,-1 0 0,1 0 0,0-1 0,0 1 0,0 0 0,0 0 0,0 0 0,0 0 0,0-1 0,0 1 0,0 0 0,0 0 0,0 0 0,0 0 0,0 0 0,-1 0 0,1-1 0,0 1 0,0 0 0,0 0 0,0 0 0,0 0 0,-1 0 0,1 0 0,0 0 0,0 0 0,0 0 0,-29-15 0,25 13 0,-273-109 0,263 105 0,18 7 0,0 0 0,1 0 0,0-1 0,-1 0 0,1 0 0,8-1 0,5 0 0,196 1 0,100 2 0,-298-1 0,1 2 0,-1 0 0,27 9 0,-23-6 0,34 6 0,39-3 0,-48-2 0,-32-4 0,0-1 0,20 1 0,113-5 0,122 4 0,-222 3 0,-1 1 0,74 22 0,-4-2 0,-14-7 0,-91-17 0,0-1 0,0 0 0,12 0 0,5 0 0,-26-1 0,1 0 0,0 1 0,-1-1 0,1 1 0,-1-1 0,1 1 0,-1-1 0,0 1 0,1 0 0,-1 0 0,0 0 0,1 0 0,-1 0 0,0 0 0,0 0 0,0 0 0,0 0 0,2 3 0,14 28 0,-16-27 0,2 0 0,-1 0 0,0-1 0,7 9 0,-8-12 0,0 0 0,1 1 0,-1-1 0,0 0 0,1 0 0,0 0 0,-1-1 0,1 1 0,-1 0 0,1-1 0,0 1 0,0-1 0,-1 1 0,1-1 0,3 1 0,28-3 0,-19 0 0,-13 2 0,0 0 0,-1-1 0,1 1 0,0-1 0,0 0 0,0 1 0,-1-1 0,1 0 0,0 1 0,-1-1 0,1 0 0,0 0 0,-1 1 0,1-1 0,-1 0 0,1 0 0,-1 0 0,0 0 0,1 0 0,-1 0 0,0 0 0,0 0 0,1 0 0,-1 0 0,0 1 0,0-1 0,0-2 0,1-33 0,-1 31 0,-5-54 0,2 39 0,4-19 0,-1 32 0,1 0 0,-1 0 0,0 0 0,-3-13 0,-9 59 0,8-19 0,1-3 0,0 0 0,-1 23 0,4-32 0,0 3 0,0 1 0,3 14 0,-2-22 0,0 0 0,0 0 0,0 0 0,1 0 0,-1 0 0,1 0 0,0-1 0,0 1 0,5 6 0,-6-10 0,-1 0 0,1 1 0,-1-1 0,1 1 0,-1-1 0,1 1 0,-1-1 0,0 1 0,1-1 0,-1 1 0,0-1 0,0 1 0,1 0 0,-1-1 0,0 1 0,0-1 0,0 1 0,0 0 0,0 0 0,-9-3 0,-15-13 0,18 9 0,0-1 0,0 1 0,1-1 0,0 0 0,-7-12 0,-10-14 0,5 14 0,-1 0 0,0 1 0,-2 1 0,0 0 0,-1 2 0,0 1 0,-1 0 0,-37-16 0,54 29 0,0-1 0,-1 1 0,1 0 0,-1 0 0,1 1 0,0-1 0,-1 1 0,1 0 0,-9 2 0,-11-1 0,24-1 0,-1 0 0,1 0 0,0 0 0,0 0 0,0 0 0,0 0 0,0 0 0,0 1 0,0-1 0,0 0 0,0 1 0,0-1 0,0 0 0,0 1 0,0-1 0,0 1 0,0-1 0,0 1 0,1 0 0,-1-1 0,0 1 0,0 0 0,1 0 0,-1 0 0,0 0 0,1-1 0,-1 1 0,1 0 0,-1 0 0,1 0 0,-1 0 0,1 0 0,0 0 0,-1 0 0,1 0 0,0 0 0,0 0 0,0 1 0,0-1 0,0 0 0,0 0 0,0 0 0,0 0 0,0 0 0,1 0 0,-1 0 0,0 0 0,1 0 0,-1 0 0,1 0 0,-1 0 0,1 0 0,-1 0 0,1 0 0,0-1 0,-1 1 0,1 0 0,0 0 0,0-1 0,0 1 0,-1 0 0,3 0 0,7 4 0,0-1 0,0 0 0,0 0 0,1-1 0,-1-1 0,1 0 0,12 1 0,0 0 0,26 7 0,-17-4 0,60 5 0,-90-11 0,4 0 0,-8 0 0,-20-2 0,-364-66 0,-90-12 0,460 79 0,12 0 0,1 0 0,-1 0 0,0 1 0,0 0 0,0 0 0,0 0 0,0 0 0,0 1 0,0 0 0,0-1 0,-4 3 0,8-3 0,0 0 0,0 0 0,0 0 0,0 0 0,0 0 0,0 0 0,0 0 0,-1 0 0,1 0 0,0 0 0,0 0 0,0 0 0,0 0 0,0 0 0,0 1 0,0-1 0,0 0 0,0 0 0,0 0 0,0 0 0,0 0 0,0 0 0,0 0 0,0 0 0,0 0 0,0 1 0,0-1 0,0 0 0,0 0 0,0 0 0,0 0 0,0 0 0,0 0 0,0 0 0,0 0 0,0 1 0,0-1 0,0 0 0,0 0 0,0 0 0,0 0 0,0 0 0,0 0 0,0 0 0,0 0 0,0 0 0,0 1 0,7 4 0,8 3 0,42 17 0,1-3 0,64 16 0,126 19 0,-134-32 0,-62-13 0,-49-11 0,-5-1 0,-8 0 0,-20-2 0,-35-6 0,-206-23 0,-3 22 0,613 13 0,-277-2 0,0 3 0,116 25 0,-337-61 0,65 14 0,-221-46 0,307 61 0,18 3 0,21 3 0,467 91 0,-437-81 0,-36-9 0,-24-4 0,-6-1 0,-45-8 0,-531-98 0,534 99 0,104 24 0,111 17 0,219 58 0,-364-84 0,-15-5 0,0 0 0,1-1 0,-1 1 0,1-2 0,0 1 0,11 0 0,7-1 0,0 1 0,37 9 0,19 2 0,-79-12 0,0 0 0,0 0 0,0 0 0,0 1 0,-1-1 0,1 1 0,0 0 0,-1 0 0,0 0 0,1 1 0,2 2 0,-2-2 0,0 0 0,-1-1 0,1 1 0,1-1 0,-1 0 0,7 3 0,-10-5 0,-1 0 0,1 0 0,-1 0 0,1 0 0,0 0 0,-1 0 0,1 0 0,-1-1 0,1 1 0,-1 0 0,1 0 0,-1 0 0,0 0 0,1-1 0,-1 1 0,1 0 0,-1-1 0,1 1 0,-1 0 0,0-1 0,1 1 0,-1 0 0,0-1 0,1 1 0,-1-1 0,0 1 0,1 0 0,-1-1 0,0 1 0,0-1 0,0 1 0,1-1 0,-1 1 0,0-1 0,0 1 0,0-1 0,0 1 0,0-1 0,0 1 0,0-1 0,0 1 0,0-2 0,-1-28 0,1 25 0,-2-41 0,-4-47 0,5 74 0,1 17 0,0 0 0,0 0 0,0 0 0,0 0 0,0 0 0,-1 0 0,1 0 0,-1 0 0,1 0 0,-2-2 0,1 3 0,1 1 0,-1-1 0,0 0 0,0 1 0,0-1 0,0 1 0,0-1 0,1 1 0,-1-1 0,0 1 0,0 0 0,0-1 0,0 1 0,0 0 0,0 0 0,0 0 0,0 0 0,0 0 0,0 0 0,0 0 0,0 0 0,0 0 0,0 0 0,0 1 0,-2-1 0,-25 4 0,-1-2 0,1-2 0,-30-2 0,48 1 0,-6 0 0,1-1 0,-26-8 0,24 6 0,-32-5 0,20 6 0,22 2 0,19 1 0,19 4 0,-1 0 0,-1 2 0,42 14 0,-42-12 0,-8-3 0,-18-5 0,0 0 0,0 1 0,0-1 0,0 1 0,0 0 0,0 0 0,0 0 0,0 0 0,-1 1 0,1-1 0,0 1 0,-1 0 0,1-1 0,2 4 0,-2-2 0,0-1 0,1 1 0,-1-1 0,1 0 0,0 0 0,0 0 0,-1 0 0,1 0 0,0-1 0,6 2 0,13 5 0,-23-8 0,0 0 0,0 0 0,0 0 0,0 0 0,0 0 0,0 0 0,1 0 0,-1 0 0,0 0 0,0 0 0,0 0 0,0 0 0,0 0 0,0 0 0,0 0 0,0 0 0,0 0 0,0 0 0,1 0 0,-1 0 0,0 0 0,0 0 0,0 0 0,0 0 0,0 1 0,0-1 0,0 0 0,0 0 0,0 0 0,0 0 0,0 0 0,0 0 0,0 0 0,0 0 0,0 0 0,0 0 0,0 1 0,0-1 0,0 0 0,0 0 0,0 0 0,0 0 0,0 0 0,0 0 0,0 0 0,0 0 0,0 0 0,0 0 0,0 1 0,0-1 0,0 0 0,0 0 0,0 0 0,0 0 0,0 0 0,0 0 0,0 0 0,0 0 0,0 0 0,0 0 0,0 0 0,0 1 0,-9 1 0,-13 0 0,-354 0 0,190-4 0,-6-6 0,-11 0 0,-687 9 0,803 5 0,5 0 0,-40-7 0,-53 1 0,159 2 0,1 0 0,-21 6 0,-1 1 0,-70 14 0,145-28 0,-1 1 0,64 1 0,-54 3 0,862-9 0,-847 13 0,100 19 0,-105-13 0,-1-2 0,77 1 0,119-14 0,-244 5 0,14-1 0,-22 1 0,0 1 0,0-1 0,0 0 0,0 0 0,0 0 0,0 0 0,0 0 0,0 0 0,0 0 0,1 0 0,-1 0 0,0 0 0,0-1 0,0 1 0,0 0 0,0 0 0,0 0 0,0 0 0,0 0 0,0 0 0,0 0 0,0 0 0,1 0 0,-1 0 0,0 0 0,0 0 0,0 0 0,0 0 0,0 0 0,0 0 0,0 0 0,0-1 0,0 1 0,0 0 0,0 0 0,0 0 0,0 0 0,0 0 0,0 0 0,0 0 0,0 0 0,0 0 0,0 0 0,0-1 0,0 1 0,0 0 0,0 0 0,0 0 0,0 0 0,0 0 0,0 0 0,0 0 0,-10-6 0,-41-12 0,-1 3 0,-56-9 0,40 9 0,48 12 0,1 1 0,-1 1 0,0 0 0,1 2 0,-1 0 0,-35 8 0,-34 2 0,-5-7 0,-1-5 0,1-4 0,-137-24 0,155 13 0,30 5 0,-57-5 0,63 16 0,31 1 0,-1-1 0,0 0 0,-10-1 0,20 0 0,0 1 0,0 0 0,1 0 0,-1 0 0,0 0 0,0 0 0,0 0 0,0 0 0,0-1 0,0 1 0,0 0 0,0 0 0,0 0 0,0 0 0,0 0 0,0 0 0,0-1 0,0 1 0,0 0 0,0 0 0,0 0 0,0 0 0,0 0 0,0-1 0,0 1 0,0 0 0,0 0 0,0 0 0,0 0 0,0 0 0,0-1 0,0 1 0,0 0 0,0 0 0,0 0 0,0 0 0,0 0 0,0 0 0,-1-1 0,1 1 0,0 0 0,0 0 0,0 0 0,0 0 0,0 0 0,0 0 0,0 0 0,-1 0 0,1 0 0,0 0 0,0 0 0,0 0 0,0 0 0,0 0 0,-1 0 0,15-6 0,44-2 0,-1 3 0,110 2 0,-102 4 0,-59-1 0,170 3 0,-128 1 0,78 14 0,-154-22 0,-53-2 0,-47 6 0,56 0 0,-321 1 0,388-1 0,-1 1 0,1 0 0,-1 1 0,1-1 0,-1 1 0,1 0 0,-5 3 0,-21 7 0,6-7 26,0-2 1,-1 0-1,1-2 0,-33-2 0,29 0-524,0 2-1,-52 7 0,69-6-6327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03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24575,'6'0'0,"0"-1"0,-1 0 0,1 0 0,7-3 0,18-3 0,-2 5 0,-17 2 0,0-1 0,19-3 0,-20 2 0,0 1 0,0 0 0,0 1 0,14 1 0,3 0 0,483 0 0,-494-3 0,0 1 0,0-2 0,32-9 0,-28 6 0,34-4 0,-54 10 0,110-8 0,-73 8 0,-13-1 0,0 1 0,-1 1 0,45 9 0,-34-4 0,0-1 0,0-2 0,45-2 0,-7 0 0,-32 0 0,-20-1 0,0 1 0,0 1 0,29 6 0,157 34 0,-178-39 0,0-1 0,48-2 0,-23-2 0,-40 1 0,0 0 0,0-1 0,0-1 0,15-5 0,-15 4 0,-1 1 0,0 0 0,1 1 0,20-1 0,-28 3-105,1 0 0,0 0 0,0 1 0,0 0 0,-1 1 0,1-1 0,-1 1 0,1 0 0,-1 1 0,0 0 0,1 0 0,6 4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15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24575,'167'-8'0,"-119"1"0,87 8 0,115-2 0,97-3 0,-254 4 0,-80-1 0,0 0 0,0-1 0,25-7 0,-22 4 0,29-3 0,230 3 0,-163 6 0,454-1 0,-542 0 0,0 0 0,0 2 0,0 0 0,36 10 0,27 16 0,35-5 0,-97-20 0,-10-1 0,27 6 0,-38-6-1365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2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24575,'1'0'0,"0"-1"0,0 1 0,0-1 0,1 1 0,-1-1 0,0 1 0,0 0 0,1-1 0,-1 1 0,0 0 0,0 0 0,1 0 0,-1 0 0,0 0 0,2 0 0,23 5 0,-18-4 0,238 49 0,-227-47 0,-1-2 0,1-1 0,19-1 0,4-1 0,122-8 0,-30-11 0,-83 12 0,-36 6 0,1 1 0,25-2 0,386 4 0,-276-4 0,294 4 0,-413 2 0,-1 2 0,1 1 0,33 10 0,-22-6 0,66 22 0,-110-30 0,1-1 0,0 0 0,0 0 0,-1 0 0,1 0 0,0 0 0,0 0 0,-1 0 0,1 0 0,0 0 0,0 1 0,0-1 0,-1 0 0,1 0 0,0 0 0,0 0 0,0 1 0,0-1 0,-1 0 0,1 0 0,0 0 0,0 1 0,0-1 0,0 0 0,0 0 0,0 1 0,0-1 0,0 0 0,-1 0 0,1 0 0,0 1 0,0-1 0,0 0 0,0 0 0,0 1 0,0-1 0,1 0 0,-1 0 0,0 1 0,0-1 0,0 0 0,0 0 0,0 1 0,0-1 0,0 0 0,0 0 0,0 0 0,1 1 0,-1-1 0,0 0 0,0 0 0,0 0 0,1 1 0,-1-1 0,0 0 0,0 0 0,0 0 0,1 0 0,-1 0 0,0 0 0,0 1 0,0-1 0,1 0 0,-1 0 0,0 0 0,0 0 0,1 0 0,-20 6 0,-220-6 0,207-6 0,27 4 0,0 1 0,0 0 0,0 0 0,-9 0 0,7 1 0,-40 1 0,-86-9 0,122 6 0,0-1 0,0-1 0,0 0 0,-19-11 0,-7-2 0,19 8 0,0-1 0,1 0 0,0-1 0,-25-21 0,1 0 0,40 31 0,-1 0 0,0 0 0,0 0 0,0-1 0,0 1 0,1-1 0,-1 1 0,1-1 0,-1 0 0,1 1 0,0-1 0,-1 0 0,1 0 0,0 0 0,0 0 0,1 0 0,-1 0 0,0 0 0,1 0 0,-1 0 0,1-1 0,-1 1 0,1 0 0,0 0 0,0 0 0,0-1 0,0 1 0,1-3 0,-1 5 0,0 0 0,0 0 0,0 0 0,0-1 0,0 1 0,0 0 0,0 0 0,0 0 0,0 0 0,0-1 0,0 1 0,1 0 0,-1 0 0,0 0 0,0 0 0,0-1 0,0 1 0,0 0 0,0 0 0,0 0 0,1 0 0,-1 0 0,0 0 0,0-1 0,0 1 0,0 0 0,1 0 0,-1 0 0,0 0 0,0 0 0,0 0 0,0 0 0,1 0 0,-1 0 0,0 0 0,0 0 0,0 0 0,1 0 0,-1 0 0,0 0 0,0 0 0,0 0 0,1 0 0,8 7 0,5 11 0,-9-4 0,-5-14 0,0 0 0,0 1 0,0-1 0,0 0 0,0 0 0,0 1 0,0-1 0,0 0 0,0 0 0,-1 1 0,1-1 0,0 0 0,0 0 0,0 1 0,0-1 0,0 0 0,-1 0 0,1 1 0,0-1 0,0 0 0,0 0 0,-1 0 0,1 1 0,0-1 0,0 0 0,-1 0 0,-1 1 0,-1-1 0,1 1 0,0-1 0,-1 0 0,1 0 0,0 0 0,-5-1 0,-4 1 0,8 0 0,1 0 0,-1 0 0,0 0 0,1 0 0,-1-1 0,0 1 0,-4-2 0,6 1 0,0 0 0,0 1 0,0-1 0,0 0 0,1 0 0,-1 0 0,0 1 0,0-1 0,1 0 0,-1 0 0,1 0 0,-1 0 0,1 0 0,-1 0 0,1 0 0,0-1 0,0 1 0,-1 0 0,1 0 0,0 0 0,0-2 0,-4-9-1365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7:34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24575,'47'1'0,"49"-2"0,40-3 0,-43-11 0,322 10 0,-242 7 0,-143-1 0,-1 2 0,45 9 0,-53-8 0,2-1 0,1-1 0,0-1 0,26-3 0,2 0 0,16 8 0,2 0 0,-66-6 0,0 0 0,1 1 0,-1 0 0,0 0 0,6 3 0,15 3 0,76 12 0,-76-19 0,-25 0 0,1 0 0,0 0 0,0 0 0,-1 0 0,1 0 0,0 0 0,-1-1 0,1 1 0,0 0 0,-1 0 0,1-1 0,0 1 0,-1 0 0,1-1 0,-1 1 0,1-1 0,0 1 0,-1-1 0,1 1 0,-1-1 0,1 1 0,-1-1 0,0 1 0,1-1 0,-1 0 0,0 1 0,1-1 0,-1 0 0,0 1 0,1-2 0,-1 1 0,-1 1 0,1-1 0,0 1 0,0-1 0,0 1 0,-1-1 0,1 1 0,0 0 0,-1-1 0,1 1 0,0-1 0,-1 1 0,1 0 0,-1-1 0,1 1 0,0 0 0,-1 0 0,1-1 0,-1 1 0,1 0 0,-1 0 0,1 0 0,-1 0 0,1-1 0,-1 1 0,1 0 0,-1 0 0,1 0 0,-1 0 0,0 0 0,-19-1 0,18 1 0,-22 0 0,9-1 0,0 1 0,0 1 0,0 0 0,0 1 0,0 0 0,-23 8 0,37-10 4,0 0 0,1 0-1,-1 1 1,1-1-1,-1 0 1,1 1 0,-1-1-1,1 0 1,-1 1 0,1-1-1,-1 1 1,1-1-1,-1 1 1,1-1 0,0 1-1,-1-1 1,1 1 0,0-1-1,-1 1 1,1-1-1,0 1 1,0 0 0,-1-1-1,1 1 1,0 0 0,0-1-1,0 1 1,0 0-1,0-1 1,0 1 0,0-1-1,0 2 1,1-1-103,-1 1 0,1-1 0,-1 0 0,1 1 0,-1-1 0,1 0 0,0 0 0,-1 0 0,1 1 0,0-1 0,0 0 0,0 0 0,0 0 0,1 1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08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24575,'7'-7'0,"1"2"0,0-1 0,0 1 0,1 0 0,-1 1 0,1 0 0,16-5 0,17-8 0,-28 11 0,0 1 0,0 0 0,1 1 0,-1 1 0,1 1 0,0 0 0,0 0 0,21 2 0,13-8 0,-47 8 0,0 0 0,0 0 0,0 0 0,0 0 0,0 1 0,0-1 0,0 1 0,-1-1 0,1 1 0,0 0 0,0-1 0,-1 1 0,1 0 0,0 0 0,2 2 0,-1 1 0,-1-1 0,1 1 0,-1-1 0,1 1 0,2 7 0,7 14 0,11 40 0,-6-19 0,58 132 0,-53-127 0,24 63 0,20 51 0,-17-27 0,-35-95 0,-8-29 0,-1 0 0,-1 0 0,0 1 0,-1-1 0,2 23 0,-5-54 0,1 15 0,-1-1 0,1 0 0,-1 1 0,0-1 0,0 0 0,0 1 0,-1-1 0,1 0 0,0 1 0,-1-1 0,0 1 0,0-1 0,0 0 0,0 1 0,0 0 0,0-1 0,0 1 0,-1 0 0,1 0 0,-4-4 0,-2 1 0,4 3 0,0 0 0,1 0 0,-1 0 0,1-1 0,-1 1 0,1 0 0,0-1 0,-3-3 0,8 7 0,0-1 0,-1 1 0,1 1 0,0-1 0,-1 0 0,0 1 0,3 1 0,-2-1 0,15 8 0,1-1 0,32 10 0,9 4 0,-45-12 0,-9-8 0,-11-15 0,-19-60 0,17 49 0,-15-34 0,16 44 0,-2 1 0,-15-20 0,15 21 0,0 0 0,1 0 0,-9-19 0,-39-110 0,26 68 0,-26-54 0,30 77 0,13 27 0,0 0 0,-2 0 0,-1 1 0,-1 1 0,-23-24 0,29 36 0,-1-1 0,-1 2 0,1-1 0,-1 2 0,0-1 0,-1 2 0,-22-8 0,-9-4 0,-37-10 0,76 26 0,0 0 0,0 0 0,1 0 0,-1 1 0,0-1 0,0 1 0,0 0 0,0 1 0,0-1 0,0 1 0,0 0 0,0 1 0,1-1 0,-1 1 0,0-1 0,1 2 0,-1-1 0,1 0 0,0 1 0,-6 4 0,9-6 0,1-1 0,0 1 0,0-1 0,0 1 0,0-1 0,1 1 0,-1-1 0,0 1 0,0-1 0,0 0 0,0 1 0,0-1 0,0 1 0,1-1 0,-1 0 0,0 1 0,0-1 0,1 1 0,-1-1 0,0 0 0,1 1 0,-1-1 0,0 0 0,1 0 0,-1 1 0,0-1 0,1 0 0,-1 0 0,1 1 0,-1-1 0,0 0 0,1 0 0,0 0 0,17 9 0,-18-9 0,84 28 0,-71-25 0,1 2 0,0-1 0,-1 2 0,0-1 0,1 2 0,14 10 0,-20-12 0,0 1 0,-1 0 0,0 1 0,0 0 0,-1 0 0,1 0 0,-1 1 0,9 15 0,59 127 0,-33-47 0,-23-54 0,2-1 0,2 0 0,34 53 0,-15-32 0,16 25 0,-34-54 0,-21-36 0,-1-1 0,0 0 0,0 1 0,0-1 0,0 1 0,0-1 0,-1 1 0,0-1 0,1 1 0,-2 6 0,1-10 0,0 1 0,0-1 0,1 1 0,-1-1 0,0 1 0,0-1 0,0 1 0,1-1 0,-1 1 0,0-1 0,0 1 0,1-1 0,-1 1 0,0-1 0,1 1 0,-1-1 0,1 0 0,-1 1 0,0-1 0,1 0 0,-1 1 0,1-1 0,-1 0 0,1 0 0,-1 1 0,1-1 0,-1 0 0,1 0 0,0 0 0,-1 0 0,1 0 0,-1 0 0,1 0 0,-1 0 0,1 0 0,-1 0 0,2 0 0,28 0 0,-20-1 0,-3 1 0,-1 0 0,1 0 0,0 0 0,0 0 0,0 1 0,-1 0 0,1 1 0,11 3 0,-9-3 0,-8-7 0,-12-13 0,3 6 0,-1-6 0,-1 1 0,-20-25 0,-15-17 0,30 39 0,4 6 0,0-1 0,-8-18 0,3 9 0,13 18 0,-1 1 0,0-1 0,1 0 0,-3-9 0,6 15 0,0 0 0,0 0 0,0 0 0,0 0 0,0 0 0,0 1 0,0-1 0,0 0 0,0 0 0,0 0 0,0 0 0,0 0 0,0 0 0,0 0 0,0 0 0,0 0 0,0 0 0,1-1 0,-1 1 0,0 0 0,0 0 0,0 0 0,0 0 0,0 0 0,0 0 0,0 0 0,0 0 0,0 0 0,0 0 0,0 0 0,0 0 0,0 0 0,0 0 0,0 0 0,0 0 0,0 0 0,0 0 0,0 0 0,0 0 0,0 0 0,0 0 0,0 0 0,0 0 0,0 0 0,0-1 0,0 1 0,0 0 0,0 0 0,0 0 0,0 0 0,0 0 0,0 0 0,0 0 0,0 0 0,0 0 0,0 0 0,0 0 0,0 0 0,7 5 0,5 10 0,-8-10 0,-1 2 0,0-1 0,0 0 0,-1 0 0,0 1 0,0 0 0,0-1 0,1 14 0,-2 2 0,-2 32 0,0-31 0,2 25 0,4-28 0,-4-17 0,0-1 0,0 1 0,-1 0 0,1-1 0,0 1 0,-1-1 0,0 1 0,0 0 0,1 0 0,-2 2 0,1-4 0,-1 0 0,1-1 0,0 1 0,-1-1 0,1 0 0,-1 1 0,1-1 0,-1 1 0,1-1 0,-1 0 0,1 1 0,-1-1 0,0 0 0,1 0 0,-1 1 0,0-1 0,1 0 0,-1 0 0,1 0 0,-1 0 0,0 0 0,1 0 0,-1 0 0,0 0 0,1 0 0,-1 0 0,0 0 0,1 0 0,-1 0 0,1-1 0,-2 1 0,1 0 0,-1-1 0,1 1 0,0-1 0,-1 1 0,1-1 0,-1 1 0,1-1 0,0 0 0,0 0 0,-1 0 0,1 1 0,-2-3 0,0-4 0,0 1 0,0 0 0,0-1 0,-1-9 0,2 10 0,0 0 0,0 0 0,0 0 0,-1 0 0,-5-8 0,-1 0 0,1-1 0,-12-29 0,14 32 0,-26-73 0,26 66 0,0 0 0,2-1 0,-3-20 0,6 33 0,-4-16 0,-2 0 0,0 0 0,-1 0 0,-12-22 0,2 5 0,-14-40 0,20 54 0,-1 1 0,-1 1 0,-24-32 0,29 45 0,0-1 0,-1 1 0,0 1 0,-1 0 0,0 0 0,0 1 0,-19-10 0,29 18 0,0 1 0,1-1 0,-1 1 0,0-1 0,0 0 0,0 1 0,1-1 0,-1 0 0,0 0 0,1 1 0,-1-1 0,1 0 0,-1 0 0,1 0 0,-1 0 0,1 0 0,-1 0 0,1 0 0,0 0 0,0 0 0,0 0 0,-1 0 0,1 0 0,0 0 0,0 0 0,0 0 0,0 0 0,1 0 0,-1 0 0,0 0 0,0 0 0,0 0 0,1 0 0,-1 0 0,1 0 0,-1 1 0,1-1 0,-1 0 0,1 0 0,0-1 0,1 0 0,-1 0 0,1 0 0,0 0 0,0 0 0,0 0 0,0 0 0,0 0 0,0 1 0,0-1 0,1 1 0,-1 0 0,0-1 0,1 1 0,4-1 0,0 1 0,0 0 0,-1 0 0,1 0 0,0 1 0,0 0 0,-1 1 0,1-1 0,9 3 0,-12-1 0,0-1 0,0 1 0,0 0 0,0 0 0,0 0 0,-1 0 0,1 1 0,-1 0 0,0-1 0,0 1 0,0 0 0,0 1 0,0-1 0,3 6 0,32 56 0,-22-35 0,-10-18 0,-1 1 0,0 0 0,-1 0 0,-1 1 0,3 17 0,4 16 0,-2-12 0,-6-23 0,0-1 0,2 1 0,4 11 0,9 18 0,-1 1 0,17 70 0,-14-44 0,-13-40 0,-2-12 0,10 31 0,-8-30 0,1-2 0,9 16 0,-13-26 0,0-1 0,0 1 0,1-1 0,0 0 0,-1 0 0,1 0 0,0-1 0,1 1 0,-1-1 0,8 4 0,-8-5 0,-1 0 0,1-1 0,0 0 0,0 1 0,0-2 0,0 1 0,0 0 0,0-1 0,6 0 0,-9 0 0,0 0 0,0 0 0,0 0 0,0 0 0,-1 0 0,1 0 0,0-1 0,0 1 0,0 0 0,0-1 0,0 1 0,0-1 0,0 1 0,-1-1 0,1 1 0,0-1 0,0 0 0,-1 1 0,1-1 0,0 0 0,-1 0 0,1 1 0,-1-1 0,1 0 0,-1 0 0,1 0 0,-1 0 0,1 0 0,-1 1 0,0-1 0,0 0 0,1 0 0,-1 0 0,0 0 0,0 0 0,0 0 0,0 0 0,0 0 0,0 0 0,0 0 0,-1 0 0,1 0 0,0 0 0,-1-1 0,-1-2 0,1 1 0,-1 0 0,0 0 0,0 0 0,0 1 0,0-1 0,0 0 0,-1 1 0,1-1 0,-1 1 0,0 0 0,0 0 0,1 0 0,-1 0 0,-5-2 0,-15-12 0,13 7 0,1-1 0,0 0 0,1-1 0,0 1 0,1-2 0,-7-12 0,-30-76 0,38 87 0,-9-25 0,-35-75 0,32 75 0,-14-43 0,15 39 0,4 7 0,7 17 0,-15-32 0,18 45 0,0-1 0,-1 1 0,0 0 0,1 0 0,-1 1 0,-1-1 0,1 1 0,-1 0 0,-8-6 0,-148-86 0,152 92 0,0 0 0,0 0 0,-1 1 0,1 0 0,-11-1 0,12 2 0,1 1 0,-1 0 0,1 1 0,-1 0 0,0 0 0,1 0 0,-1 1 0,0 0 0,1 1 0,-1-1 0,-12 6 0,19-6 0,-1 0 0,1 0 0,0 0 0,-1 0 0,1 1 0,0-1 0,0 0 0,0 0 0,0 1 0,0-1 0,0 1 0,0-1 0,1 1 0,-1-1 0,0 1 0,1 0 0,-1-1 0,1 1 0,0-1 0,0 1 0,-1 0 0,1 0 0,0-1 0,0 1 0,1 0 0,-1-1 0,0 1 0,1 2 0,0-2 0,-1-1 0,0 1 0,1-1 0,0 1 0,-1-1 0,1 1 0,0-1 0,0 0 0,0 1 0,-1-1 0,1 0 0,1 0 0,-1 0 0,0 1 0,0-1 0,0 0 0,1-1 0,-1 1 0,0 0 0,1 0 0,-1 0 0,1-1 0,-1 1 0,1-1 0,-1 1 0,1-1 0,-1 0 0,1 0 0,-1 1 0,3-1 0,12 1 0,1 0 0,-1 2 0,1 0 0,-1 1 0,24 9 0,-28-7 0,0 0 0,-1 0 0,0 1 0,-1 0 0,0 1 0,0 0 0,11 13 0,-16-16 0,0 1 0,-1-1 0,0 2 0,5 8 0,9 14 0,-10-19 0,-2 1 0,11 21 0,6 11 0,-12-24 0,-1 1 0,-1 0 0,10 29 0,5 13 0,-8-25 0,-8-18 0,0 0 0,16 24 0,-10-20 0,-1 1 0,-1 0 0,-1 0 0,14 46 0,-17-47 0,12 24 0,-13-31 0,0 1 0,0 0 0,4 25 0,1-79 0,-3-6 0,-1 0 0,-3-1 0,-1 0 0,-2 0 0,-7-73 0,4 107 0,-1 1 0,-1-1 0,0 0 0,0 1 0,-1 0 0,-7-14 0,-35-49 0,37 59 0,-1 1 0,0 0 0,-1 0 0,0 1 0,0 1 0,-20-14 0,-9-8 0,27 22 0,0-1 0,-1 2 0,-16-10 0,-53-21 0,73 36 0,0-1 0,0-1 0,0 0 0,-15-12 0,21 14 0,0 0 0,-1-1 0,2 1 0,-1-1 0,0 0 0,1 0 0,0 0 0,0-1 0,1 1 0,-4-11 0,-9-27 0,-10-36 0,11 45-1365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15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24575,'111'7'0,"-62"1"0,-31-4-32,-16-4-26,-1 1 0,1-1 0,-1 1 0,1-1 0,0 1 0,-1-1 0,1 0 0,-1 0 0,1 0 0,0 0 0,-1 0 0,1 0 0,0-1 0,-1 1 1,1 0-1,-1-1 0,1 1 0,-1-1 0,1 0 0,-1 1 0,1-1 0,1-2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39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0 594 24575,'1'0'0,"0"-1"0,0 1 0,0-1 0,0 1 0,0-1 0,0 1 0,0 0 0,0 0 0,0 0 0,0-1 0,0 1 0,0 0 0,0 0 0,0 0 0,0 1 0,0-1 0,0 0 0,0 0 0,0 0 0,0 1 0,1 0 0,24 9 0,-18-6 0,38 20 0,-46-24 0,0 0 0,0 0 0,0 0 0,0 0 0,0 0 0,0 0 0,0 0 0,0 0 0,1 0 0,-1 0 0,0 0 0,0 0 0,0 0 0,0 0 0,0 0 0,0 0 0,0 0 0,0 0 0,1 0 0,-1 0 0,0 0 0,0 0 0,0 0 0,0-1 0,0 1 0,0 0 0,0 0 0,0 0 0,0 0 0,0 0 0,1 0 0,-1 0 0,0 0 0,0 0 0,0 0 0,0 0 0,0-1 0,0 1 0,0 0 0,0 0 0,0 0 0,0 0 0,0 0 0,0 0 0,0 0 0,0-1 0,1-8 0,-2-13 0,1 19 0,-1-23 0,1 1 0,4-31 0,-2 43 0,1 0 0,0 0 0,1 0 0,0 0 0,12-22 0,-2 4 0,-6 14 0,18-29 0,9-14 0,-12 18 0,53-90 0,-70 122-273,0 1 0,0-1 0,1 1 0,11-11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5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24575,'0'0'0,"1"-1"0,0 1 0,-1 0 0,1 0 0,0-1 0,-1 1 0,1 0 0,0 0 0,-1 0 0,1 0 0,0 0 0,0 0 0,-1 0 0,1 0 0,0 0 0,-1 0 0,1 0 0,0 0 0,-1 0 0,1 1 0,0-1 0,-1 0 0,1 1 0,0-1 0,0 1 0,21 12 0,-13-6 0,84 33 0,-35-15 0,3 6-1365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33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25 24575,'0'4'0,"-1"0"0,-1 0 0,1-1 0,-1 1 0,1 0 0,-1-1 0,-3 6 0,-4 6 0,9-15 0,0 0 0,0 0 0,0 0 0,0 0 0,1 0 0,-1 0 0,0 1 0,0-1 0,0 0 0,0 0 0,0 0 0,0 0 0,0 0 0,-1 0 0,1 0 0,0 1 0,0-1 0,0 0 0,0 0 0,0 0 0,0 0 0,0 0 0,0 0 0,0 0 0,0 0 0,0 1 0,0-1 0,0 0 0,0 0 0,0 0 0,-1 0 0,1 0 0,0 0 0,0 0 0,0 0 0,0 0 0,0 0 0,0 0 0,0 0 0,0 0 0,-1 0 0,1 0 0,0 0 0,0 0 0,0 0 0,0 0 0,0 0 0,0 0 0,-1 0 0,1 0 0,0 0 0,0 0 0,0 0 0,0 0 0,0 0 0,0 0 0,0 0 0,0 0 0,-1 0 0,1 0 0,0 0 0,0 0 0,-2-11 0,1-21 0,1 30 0,0-29 0,0 29 0,0 19 0,-1 1 0,-1 0 0,-1 0 0,0 0 0,-2-1 0,0 1 0,-1-1 0,-11 22 0,16-36 0,0 1 0,-1-1 0,1 0 0,-1 0 0,0 0 0,0 0 0,0 0 0,0 0 0,0 0 0,-1-1 0,0 1 0,1-1 0,-1 0 0,0 0 0,0 0 0,0 0 0,0 0 0,0 0 0,-1-1 0,1 0 0,0 0 0,-1 0 0,1 0 0,-1 0 0,1-1 0,-1 1 0,1-1 0,-6 0 0,-13-3 0,21 3 0,1 0 0,0 0 0,0 0 0,0 0 0,0 0 0,-1 0 0,1 0 0,0 0 0,0 0 0,0 0 0,0 0 0,0 0 0,0 0 0,-1 0 0,1 0 0,0 0 0,0 0 0,0 0 0,0-1 0,0 1 0,0 0 0,0 0 0,-1 0 0,1 0 0,0 0 0,0 0 0,0-1 0,0 1 0,0 0 0,0 0 0,0 0 0,0 0 0,0 0 0,0 0 0,0-1 0,0 1 0,0 0 0,0 0 0,11-6 0,-3 3 0,1 1 0,0 0 0,9 0 0,22-6 0,-36 7 0,1 1 0,-1-1 0,1 1 0,-1 0 0,1 0 0,-1 0 0,0 0 0,1 1 0,-1 0 0,1 0 0,-1 0 0,0 0 0,0 1 0,0 0 0,0 0 0,7 4 0,4 4 0,1 1 0,21 19 0,-34-27 0,-2-1 0,1-1 0,-1 1 0,0 0 0,1 0 0,-1 0 0,0 0 0,-1 1 0,1-1 0,0 0 0,0 0 0,-1 0 0,0 1 0,1-1 0,-1 0 0,0 3 0,-1 39 0,0-35 0,-3 28 0,-9 34 0,-4 32 0,16 52 65,2-79-1495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47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262 700 24575,'-2'0'0,"1"-1"0,0 1 0,-1 0 0,1-1 0,0 1 0,-1-1 0,1 0 0,0 1 0,0-1 0,0 0 0,-1 0 0,1 1 0,0-1 0,0 0 0,0 0 0,0 0 0,1 0 0,-1-1 0,0 1 0,0 0 0,1 0 0,-1 0 0,0-2 0,-13-36 0,10 26 0,2 5 0,-1 1 0,-1 0 0,1-1 0,-1 1 0,-1 1 0,1-1 0,-1 0 0,0 1 0,-7-7 0,9 10 0,0-1 0,0 0 0,0-1 0,1 1 0,-1 0 0,1-1 0,0 1 0,1-1 0,-1 0 0,-1-8 0,-7-51 0,10 61 0,-15-72 0,12 45 0,2 23 0,1 1 0,-1-1 0,0 1 0,-1-1 0,1 1 0,-1 0 0,0-1 0,-5-8 0,-46-93 0,48 96 0,1 1 0,-5-23 0,-2-6 0,5 26-47,4 10-118,0 0 0,1 0 1,0 1-1,-1-1 0,2 0 0,-1 0 1,0-6-1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33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0 684 24575,'3'-5'0,"1"-1"0,-1 0 0,-1 0 0,1 0 0,-1-1 0,0 1 0,-1 0 0,1-1 0,0-9 0,0 1 0,19-81 0,3-20 0,-18 90 0,-3 11 0,0 0 0,7-14 0,7-13 0,3 2 0,1 0 0,40-54 0,-52 81 0,0 1 0,1 0 0,0 1 0,16-14 0,-8 13-1365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35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1 655 24575,'0'-6'0,"0"-20"0,0 1 0,2 0 0,0 0 0,10-41 0,-5 40 0,-4 13 0,1 0 0,7-16 0,83-202 0,-81 199 0,-10 21 0,2 0 0,-1 1 0,1-1 0,1 1 0,12-18 0,24-29-1365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47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0 570 24575,'2'-2'0,"0"1"0,-1-1 0,1 1 0,0-1 0,-1 0 0,0 1 0,1-1 0,-1 0 0,0 0 0,0 0 0,1-3 0,1 0 0,10-18 0,18-49 0,-21 48 0,0 1 0,18-30 0,-22 41 0,0 0 0,0 0 0,-1-1 0,4-19 0,2-2 0,-5 18 0,2 0 0,-1 1 0,12-16 0,-1 0 0,-12 20 0,0 1 0,1 0 0,10-13 0,-14 20 0,1-1 0,0 1 0,0 0 0,0 0 0,0 0 0,0 0 0,1 1 0,-1 0 0,1 0 0,8-3 0,86-22 0,-88 25 0,-9 1 0,0 0 0,1 0 0,-1 1 0,0-1 0,0 1 0,0-1 0,0 1 0,1 0 0,-1 0 0,0 0 0,0 0 0,0 0 0,1 1 0,-1-1 0,0 1 0,0-1 0,0 1 0,0 0 0,0 0 0,0 0 0,0 0 0,0 0 0,3 3 0,-3-3 0,0 0 0,0 1 0,0-1 0,0 0 0,1 0 0,-1 0 0,0 0 0,1-1 0,-1 1 0,1-1 0,-1 1 0,1-1 0,-1 0 0,4 0 0,15 2 0,-14 2 0,-10 1 0,-19 5 0,12-5 0,-13 10 0,16-11 0,-1 0 0,1 1 0,1 0 0,-1 1 0,-9 10 0,6-5 0,-5 6 0,0 1 0,1 0 0,1 1 0,-21 40 0,19-28 0,10-22 0,0 1 0,1 0 0,-6 20 0,6-18 0,0 0 0,-1 0 0,-7 13 0,-6 14 0,4-5 0,2-5 0,-10 40 0,18-45-1365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48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0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8:51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51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51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0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10.425"/>
    </inkml:context>
    <inkml:brush xml:id="br0">
      <inkml:brushProperty name="width" value="0.07938" units="cm"/>
      <inkml:brushProperty name="height" value="0.07938" units="cm"/>
    </inkml:brush>
  </inkml:definitions>
  <inkml:trace contextRef="#ctx0" brushRef="#br0">0 0 24575,'2'0'0,"-1"1"0,0-1 0,0 0 0,0 0 0,0 1 0,0-1 0,0 1 0,0-1 0,0 1 0,0-1 0,0 1 0,-1-1 0,1 1 0,0 0 0,0 0 0,0-1 0,-1 1 0,1 0 0,0 0 0,-1 0 0,1 0 0,0 2 0,10 26 0,-6-16 0,5 17 0,-9-23 0,1-1 0,0 1 0,1-1 0,4 9 0,2 4 0,0 0 0,10 37 0,-6-1 0,-11-42 0,1-1 0,0 1 0,1 0 0,9 20 0,-3-10 0,10 31 0,5 10 0,32 75 0,-21-59 0,-11-14 0,24 61 0,-33-87-1365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57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24575,'0'-1'0,"0"-1"0,1 1 0,-1 0 0,0-1 0,1 1 0,-1 0 0,1 0 0,0 0 0,-1-1 0,1 1 0,0 0 0,0 0 0,0 0 0,0 0 0,0 0 0,0 0 0,0 0 0,0 1 0,0-1 0,2 0 0,27-15 0,-23 13 0,3-1 0,1 0 0,-1 1 0,0 1 0,1-1 0,14 0 0,54-1 0,-27 3 0,-5 0 0,52 5 0,-44 6 0,-39-6 0,0-1 0,0-1 0,19 1 0,-31-3 0,75-4 0,-69 3 0,-1-1 0,1 0 0,-1-1 0,0 0 0,0 0 0,10-6 0,7-2 0,-1 1 0,1 2 0,1 1 0,-1 0 0,31-2 0,-26 6 0,0 2 0,0 0 0,-1 2 0,33 5 0,-40-3 0,132 23 0,-138-22 0,9-1 0,0 0 0,0-2 0,42-3 0,-7-5 0,-34 7 0,0 2 0,0 0 0,0 2 0,-1 1 0,1 2 0,33 12 0,-37-12 0,1-1 0,-1-1 0,1-1 0,1-1 0,-1-1 0,0-1 0,47-4 0,-52 0 0,28-8 0,14-1 0,20-4 0,-35 6 0,-33 6 0,0 1 0,25-2 0,102 1 0,-132 4 0,-1-1 0,0 1 0,0 1 0,0-1 0,1 1 0,-1 1 0,0-1 0,0 1 0,0 0 0,0 1 0,-1-1 0,1 2 0,8 4 0,9 4-1365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36:59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24575,'6'-2'0,"0"0"0,0 0 0,0 1 0,0 0 0,12-1 0,19-5 0,53-18 0,-34 13 0,-16 4 0,-31 6-1365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38.9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39.9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0.8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1.5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2.0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2.9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4.0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5.0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47.3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0.0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1.3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24575,'0'1'0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1.9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2.6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3.4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4.1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4.9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5.8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6.9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0:59.0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0.1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1.0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2.0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3.0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3.8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04.9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2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1172 24575,'1'-8'0,"-1"-1"0,-1 0 0,0 0 0,0 1 0,0-1 0,-5-11 0,3 7 0,1 0 0,0 0 0,1 0 0,0 0 0,1-1 0,2-18 0,-1-8 0,-1 17 0,-1 16 0,1 0 0,-1 0 0,1 0 0,1 0 0,0 0 0,0 1 0,0-1 0,1 0 0,0 0 0,0 1 0,4-8 0,2-3 0,0 0 0,0 0 0,-2-1 0,0 0 0,-1 0 0,3-27 0,-3 20 0,0 0 0,2 0 0,1 1 0,21-45 0,-23 55 0,-1 0 0,0 0 0,-1 0 0,0-1 0,3-28 0,-7 42 0,1-1 0,-1 1 0,0 0 0,0 0 0,0 0 0,0-1 0,0 1 0,0 0 0,0 0 0,-1 0 0,1 0 0,0-1 0,0 1 0,-1 0 0,1 0 0,-1 0 0,0-2 0,-1 2 0,0 0 0,0 0 0,1 0 0,-1 0 0,0 1 0,0-1 0,0 1 0,0-1 0,-3 0 0,4 1 0,-18-4 0,-1 1 0,1 1 0,-26 1 0,43 1 0,0 0 0,0-1 0,0 1 0,0 0 0,0 0 0,0-1 0,0 0 0,0 1 0,0-1 0,0 0 0,0 0 0,0 0 0,1 0 0,-1 0 0,0 0 0,1 0 0,-1-1 0,1 1 0,-1 0 0,1-1 0,0 0 0,0 1 0,-1-1 0,1 0 0,0 1 0,0-1 0,1 0 0,-2-3 0,1 1 0,0-1 0,0 1 0,0-1 0,1 1 0,-1-1 0,1 1 0,0-1 0,1 1 0,-1-1 0,1 1 0,0 0 0,2-6 0,11-22 0,-11 28 0,-1 0 0,0 0 0,0 0 0,0-1 0,-1 1 0,1-1 0,-1 1 0,0-1 0,0 1 0,0-10 0,-1 6 0,2 1 0,-1 0 0,1 0 0,0 0 0,0 0 0,1 0 0,0 0 0,7-12 0,8-19 0,-17 34 0,1-1 0,-1 1 0,0-1 0,0 1 0,-1-1 0,1 0 0,-1 0 0,0 1 0,-1-1 0,-1-9 0,2 14 0,0 0 0,1 0 0,-1 0 0,0 0 0,0-1 0,0 1 0,-1 0 0,1 0 0,0 0 0,0 0 0,0 0 0,0-1 0,0 1 0,0 0 0,0 0 0,0 0 0,0 0 0,0 0 0,0-1 0,0 1 0,0 0 0,-1 0 0,1 0 0,0 0 0,0 0 0,0 0 0,0 0 0,0 0 0,0-1 0,-1 1 0,1 0 0,0 0 0,0 0 0,0 0 0,0 0 0,0 0 0,-1 0 0,1 0 0,0 0 0,0 0 0,0 0 0,0 0 0,0 0 0,-1 0 0,1 0 0,0 0 0,0 0 0,0 0 0,-6 9 0,-1 11 0,-22 117 0,12-79 0,14-39 0,-2 0 0,0 0 0,0-1 0,-2 0 0,-9 19 0,4-8 0,33-74 0,-18 42 0,2-6 0,2 0 0,-1 0 0,1 1 0,1 0 0,-1 0 0,11-7 0,-18 14-31,0 1 0,1 0 0,-1 0 0,0-1 0,1 1 0,-1 0 0,0 0 0,1 0 0,-1 0 0,0-1 0,1 1 0,-1 0 0,0 0 0,1 0 0,-1 0 0,1 0 0,-1 0 0,0 0 0,1 0 0,-1 0 0,1 0 0,-1 0 0,0 0 0,1 0-1,-1 0 1,1 1 0,-1-1 0,0 0 0,1 0 0,-1 0 0,0 1 0,1-1 0,-1 0 0,0 0 0,1 1 0,-1-1 0,0 0 0,0 0 0,1 1 0,-1-1 0,0 0 0,0 1 0,1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5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5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28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24575,'53'7'0,"-23"-7"-1365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36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250 752 24575,'-2'-4'0,"0"0"0,0 0 0,0 0 0,0-1 0,1 1 0,0 0 0,0-1 0,-1-8 0,0 5 0,2 7 0,0-2 0,0-1 0,-1 0 0,0 0 0,0 0 0,0 1 0,0-1 0,0 0 0,-1 1 0,0-1 0,0 1 0,0 0 0,0-1 0,0 1 0,0 0 0,-1 0 0,0 1 0,-5-6 0,6 6 0,0-1 0,0 0 0,0 0 0,0 0 0,0 0 0,1 0 0,0 0 0,-1-1 0,1 1 0,0 0 0,0-1 0,1 1 0,-1-1 0,1 1 0,0-5 0,-3-12 0,-6-35 0,7 34 0,-8-26 0,-34-87 0,39 102 0,-4-7 0,1 6 0,7 27 0,0-1 0,-1 1 0,0-1 0,0 1 0,-5-10 0,-20-43 42,23 47-276,-1 0-1,-1 1 1,0-1-1,0 1 0,-14-18 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1:38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24575,'1'8'0,"1"-1"0,-1 0 0,1 1 0,1-1 0,0 0 0,0 0 0,5 8 0,0 3 0,34 81 0,-3 2 0,-1-2-1365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2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177 315 24575,'-1'-1'0,"-1"1"0,1-1 0,-1 0 0,1 1 0,-1-1 0,1 0 0,-1 0 0,1 0 0,0 0 0,0 0 0,-1 0 0,1 0 0,0-1 0,0 1 0,-1-2 0,-14-22 0,-49-126 0,51 117 0,7 18 0,1 0 0,-7-24 0,9 30 0,0 10 0,4 1 0,-1 0 0,1 0 0,-1 0 0,1 1 0,-1-1 0,1 0 0,0 0 0,-1 0 0,1 0 0,0 1 0,0-1 0,0 2 0,0-2 0,0 7 0,0 1 0,0-1 0,1 0 0,0 0 0,0 0 0,1 0 0,0 0 0,1 0 0,5 13 0,-4-13 0,-2-1 0,1 1 0,-1 0 0,2 13 0,-1-3 0,0-11 0,-1 1 0,1-1 0,0 0 0,1 1 0,0-2 0,5 8 0,11 22 0,-11-15 0,0 1 0,5 24 0,-9-26 0,1 0 0,0 0 0,14 28 0,-33-91 0,-25-43 0,34 75 0,0-1 0,0 1 0,2 0 0,-4-21 0,-4-20 0,-23-31 0,31 79 0,-5-11 0,6 12 0,-1 0 0,1 0 0,-1 0 0,1 0 0,0 0 0,0 0 0,1 0 0,-1 0 0,1-1 0,-1 1 0,1-5 0,1 5 0,-1 0 0,0 0 0,0 0 0,0 0 0,-1 0 0,1 0 0,-1 0 0,1 0 0,-1 0 0,0 1 0,0-1 0,0 0 0,-1 0 0,1 1 0,-1-1 0,1 1 0,-1-1 0,0 1 0,0 0 0,0-1 0,0 1 0,0 0 0,-1 0 0,1 1 0,-3-3 0,-3-2-1365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2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3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24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2:51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5 24575,'2'-1'0,"0"0"0,0 0 0,0 1 0,0-1 0,1 1 0,-1 0 0,0 0 0,0 0 0,0 0 0,1 0 0,-1 0 0,0 0 0,0 1 0,2 0 0,2 0 0,91 11 0,-96-11 0,0-1 0,0 0 0,0 1 0,0-1 0,0 1 0,0 0 0,0-1 0,0 1 0,0 0 0,0 0 0,0-1 0,0 1 0,0 0 0,-1 0 0,1 0 0,0 0 0,-1 0 0,1 0 0,-1 0 0,1 0 0,0 2 0,8 31 0,-5-19 0,17 42 0,1-10 0,-16-31 0,0 1 0,0 0 0,-2 0 0,3 19 0,-4-16 0,10 31 0,-5-18 0,-8-32 0,1-1 0,-1 1 0,0-1 0,0 1 0,0-1 0,0 1 0,0-1 0,0 1 0,0-1 0,0 1 0,0-1 0,0 1 0,0-1 0,0 1 0,0-1 0,-1 1 0,1-1 0,0 1 0,0-1 0,0 1 0,-1-1 0,1 1 0,0-1 0,-1 1 0,1-1 0,0 0 0,-1 1 0,1-1 0,-1 0 0,1 1 0,0-1 0,-1 0 0,1 0 0,-1 1 0,1-1 0,-1 0 0,1 0 0,-1 0 0,1 1 0,-1-1 0,1 0 0,-1 0 0,1 0 0,-1 0 0,0 0 0,1 0 0,-1 0 0,1 0 0,-1 0 0,1-1 0,-1 1 0,1 0 0,-1 0 0,0-1 0,-1 1 0,-1-1 0,1 1 0,0-1 0,-1 0 0,1 0 0,0 0 0,0 0 0,0 0 0,0-1 0,0 1 0,-3-3 0,-1-5 0,0 0 0,1-1 0,0 0 0,1 1 0,0-2 0,-4-18 0,-9-19 0,11 37 0,0-1 0,-1 1 0,-9-12 0,-15-25 0,23 35 0,0-1 0,-19-22 0,17 24 0,1 0 0,8 9 0,-1 0 0,-1 1 0,1-1 0,0 0 0,0 1 0,-1-1 0,0 1 0,1 0 0,-1-1 0,0 1 0,0 1 0,0-1 0,0 0 0,-1 1 0,-3-2 0,-7-2 0,12 4 0,-1-1 0,0 1 0,0 0 0,0 0 0,0 1 0,-5-2 0,7 2 0,1 1 0,-1-1 0,1 0 0,-1 0 0,0 0 0,1 0 0,-1 1 0,1-1 0,-1 0 0,1 0 0,-1 1 0,1-1 0,-1 0 0,1 1 0,-1-1 0,1 1 0,0-1 0,-1 1 0,1-1 0,-1 1 0,1-1 0,0 1 0,0-1 0,-1 1 0,1-1 0,0 1 0,0-1 0,0 1 0,-1-1 0,1 1 0,0 0 0,0-1 0,0 1 0,0-1 0,0 1 0,0 0 0,0-1 0,0 1 0,1 0 0,-2 25 0,0-16 0,1-1 0,0 0 0,0 0 0,3 17 0,-1-21 0,1 0 0,-1 1 0,1-1 0,0 0 0,0-1 0,6 8 0,11 16 0,-6 0 0,0-3 0,13 32 0,-23-45 0,41 94 0,-30-74 0,-3-6 0,19 29 0,-10-20 0,-12-20 0,0 0 0,12 14 0,-2 1 0,-18-27 0,0 0 0,1 0 0,-1 0 0,1 0 0,0 0 0,0-1 0,0 1 0,0 0 0,0-1 0,0 0 0,1 0 0,-1 0 0,1 0 0,0 0 0,-1 0 0,1 0 0,4 1 0,31 9-1365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24575,'1'-1'0,"-1"1"0,0-1 0,1 1 0,-1 0 0,0-1 0,1 1 0,-1 0 0,1 0 0,-1-1 0,0 1 0,1 0 0,-1 0 0,1 0 0,-1-1 0,1 1 0,-1 0 0,1 0 0,-1 0 0,1 0 0,-1 0 0,1 0 0,-1 0 0,1 0 0,-1 0 0,1 0 0,-1 0 0,1 0 0,-1 0 0,0 1 0,1-1 0,-1 0 0,1 0 0,-1 0 0,1 1 0,-1-1 0,0 0 0,1 1 0,-1-1 0,1 0 0,-1 1 0,0-1 0,0 0 0,1 1 0,-1-1 0,0 0 0,0 1 0,1-1 0,-1 1 0,0-1 0,0 1 0,0-1 0,0 1 0,1 0 0,6 27 0,-7-27 0,3 17 0,-1 35 0,0-7 0,-2-42-1365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5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24575,'6'47'0,"-4"-35"0,0 0 0,0 15 0,-3 26-1365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6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8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8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1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0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24575,'2'0'0,"0"0"0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0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24575,'0'-1'0,"1"0"0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24575,'0'-1'0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2:44:21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4DF1-7407-D080-6067-FC07DE164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E4E6E-66D4-207B-68C1-8D59E470E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3B09D-3BEC-DBCC-4890-780FFF4F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DC75D-5363-4ECF-BFAD-2616053D81B2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2DC03-915D-6ECF-CECB-886264DF4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DC7F0-F48D-3236-D8B3-BDF582CF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F6B79-A8F8-48B4-8294-693986DAC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404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6F74-8AF8-E122-7888-7E43E0EB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DC1F3-7468-C52B-57F4-167CDF944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6CAC8-867D-1BAD-7976-9B5404207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DC75D-5363-4ECF-BFAD-2616053D81B2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5CE8A-7439-87B4-C942-CE5995B30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A90E9-E0E4-58E9-64F5-4C224EBB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F6B79-A8F8-48B4-8294-693986DAC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899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3F414-2751-815A-4F92-BDC26B060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05CE2-8120-AA55-B3AB-0162070E7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45AA3-3236-CED7-FF70-0808C0F41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DC75D-5363-4ECF-BFAD-2616053D81B2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A4D9B-31F3-99A9-27CF-B690F0F6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3D3D2-A439-3E62-553F-4D59D2BB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F6B79-A8F8-48B4-8294-693986DAC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067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8EC3-3461-ABC9-1A82-20C9C8D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F8A55-1523-7D4C-2E7F-C9AFCF0CE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734741-F670-AC45-DB31-615DB59B4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5B7EB-F46D-8642-7450-DC700A7CA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DC75D-5363-4ECF-BFAD-2616053D81B2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A45B2-7725-D1F1-BF97-B0B61AD81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0A206-29F5-966C-4B6A-D10C2C387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F6B79-A8F8-48B4-8294-693986DAC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851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338A-8214-CAC2-22CF-78151AB0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735FF-9C98-7040-403B-E3D01EEB6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19F02-6BFC-3B6D-804A-062C0A1D3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59B185-A78F-524F-EC8B-512F7271E3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C5E2AA-A090-3C2C-B94B-FE91FE7D6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EFBF2-C2CA-ACBD-FEFA-BF6E7FA1B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DC75D-5363-4ECF-BFAD-2616053D81B2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B79F8A-C744-88FE-6022-050EA595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EAFA4-44D6-3DB0-8121-35628A32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F6B79-A8F8-48B4-8294-693986DAC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283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85FF-8C7E-9ADC-95E9-EC0DCE3CB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499859-5814-46F7-43FF-9680AA53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DC75D-5363-4ECF-BFAD-2616053D81B2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FDA3E-A216-E450-A51F-678C7B139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52283-22E3-3416-4FEE-52E2FB970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F6B79-A8F8-48B4-8294-693986DAC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01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D6582-5E66-86C9-E5B7-1A34A774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DC75D-5363-4ECF-BFAD-2616053D81B2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C9E495-A50F-D04D-8948-9C701C3CA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20C86-D263-872F-737A-47BE86E3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F6B79-A8F8-48B4-8294-693986DAC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74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9F8C-ED04-E66E-C7A6-763ADD6CB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45FE0-1563-A582-B051-0B1F997CB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AA74D-AF1D-B986-9314-DA7AB719A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77587-1AB0-E891-1EEF-F91588EE8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DC75D-5363-4ECF-BFAD-2616053D81B2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9BE2E-C284-9CCD-1C96-41749BD18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6BC76-CC9F-0171-03AE-9204598CF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F6B79-A8F8-48B4-8294-693986DAC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486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AECDA-3CC1-90B5-92F5-AF605C6F2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9CF67B-94C4-5E6F-94F9-027094D75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A816D-BA9C-00CE-6929-CE513B10D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87E41-AC3E-15D7-BB72-A76629E15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DC75D-5363-4ECF-BFAD-2616053D81B2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7D917-1994-F4E1-AF04-B2B770D44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92076-BFA4-A85C-8044-E7A96426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F6B79-A8F8-48B4-8294-693986DAC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000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538B-4EB6-3480-F239-235F71652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2300C-CB81-4C23-93E0-A704E966E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B5B1F-9953-127C-EAF7-EA3A726A0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DC75D-5363-4ECF-BFAD-2616053D81B2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61E27-AA83-D844-F9D0-8AF6CF24A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BDFC1-A9C2-3987-F744-CF3F9A77C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F6B79-A8F8-48B4-8294-693986DAC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495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E4837-1BC8-8BC8-FA62-869512356A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F1A17-5C60-B483-D72D-0E60B6B4D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A0BB8-4A18-6288-D353-1CD50F3A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DC75D-5363-4ECF-BFAD-2616053D81B2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1810E-5F12-D084-4C0C-835B7C54C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0A995-25DC-3C41-B150-31EF88A8B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F6B79-A8F8-48B4-8294-693986DAC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675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898CDF-3AF9-197C-7E57-ED69FC6F5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A8B47-EAE0-FAB2-DCB3-CCF75997B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C29F0-2928-9ED1-887A-BDE22B213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DC75D-5363-4ECF-BFAD-2616053D81B2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44F6-1F6E-2519-6A45-A22963CD7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030F0-403B-3C48-DBBD-76CEB7B07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F6B79-A8F8-48B4-8294-693986DAC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31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3.png"/><Relationship Id="rId42" Type="http://schemas.openxmlformats.org/officeDocument/2006/relationships/image" Target="../media/image20.png"/><Relationship Id="rId47" Type="http://schemas.openxmlformats.org/officeDocument/2006/relationships/customXml" Target="../ink/ink26.xml"/><Relationship Id="rId63" Type="http://schemas.openxmlformats.org/officeDocument/2006/relationships/customXml" Target="../ink/ink41.xml"/><Relationship Id="rId68" Type="http://schemas.openxmlformats.org/officeDocument/2006/relationships/customXml" Target="../ink/ink46.xml"/><Relationship Id="rId84" Type="http://schemas.openxmlformats.org/officeDocument/2006/relationships/image" Target="../media/image28.png"/><Relationship Id="rId89" Type="http://schemas.openxmlformats.org/officeDocument/2006/relationships/image" Target="../media/image29.png"/><Relationship Id="rId16" Type="http://schemas.openxmlformats.org/officeDocument/2006/relationships/customXml" Target="../ink/ink7.xml"/><Relationship Id="rId11" Type="http://schemas.openxmlformats.org/officeDocument/2006/relationships/image" Target="../media/image8.png"/><Relationship Id="rId32" Type="http://schemas.openxmlformats.org/officeDocument/2006/relationships/customXml" Target="../ink/ink15.xml"/><Relationship Id="rId37" Type="http://schemas.openxmlformats.org/officeDocument/2006/relationships/customXml" Target="../ink/ink19.xml"/><Relationship Id="rId53" Type="http://schemas.openxmlformats.org/officeDocument/2006/relationships/customXml" Target="../ink/ink31.xml"/><Relationship Id="rId58" Type="http://schemas.openxmlformats.org/officeDocument/2006/relationships/customXml" Target="../ink/ink36.xml"/><Relationship Id="rId74" Type="http://schemas.openxmlformats.org/officeDocument/2006/relationships/image" Target="../media/image24.png"/><Relationship Id="rId79" Type="http://schemas.openxmlformats.org/officeDocument/2006/relationships/customXml" Target="../ink/ink55.xml"/><Relationship Id="rId102" Type="http://schemas.openxmlformats.org/officeDocument/2006/relationships/customXml" Target="../ink/ink72.xml"/><Relationship Id="rId5" Type="http://schemas.openxmlformats.org/officeDocument/2006/relationships/image" Target="../media/image5.png"/><Relationship Id="rId90" Type="http://schemas.openxmlformats.org/officeDocument/2006/relationships/customXml" Target="../ink/ink62.xml"/><Relationship Id="rId95" Type="http://schemas.openxmlformats.org/officeDocument/2006/relationships/customXml" Target="../ink/ink65.xml"/><Relationship Id="rId22" Type="http://schemas.openxmlformats.org/officeDocument/2006/relationships/customXml" Target="../ink/ink10.xml"/><Relationship Id="rId27" Type="http://schemas.openxmlformats.org/officeDocument/2006/relationships/image" Target="../media/image16.png"/><Relationship Id="rId43" Type="http://schemas.openxmlformats.org/officeDocument/2006/relationships/customXml" Target="../ink/ink24.xml"/><Relationship Id="rId48" Type="http://schemas.openxmlformats.org/officeDocument/2006/relationships/image" Target="../media/image23.png"/><Relationship Id="rId64" Type="http://schemas.openxmlformats.org/officeDocument/2006/relationships/customXml" Target="../ink/ink42.xml"/><Relationship Id="rId69" Type="http://schemas.openxmlformats.org/officeDocument/2006/relationships/customXml" Target="../ink/ink47.xml"/><Relationship Id="rId80" Type="http://schemas.openxmlformats.org/officeDocument/2006/relationships/image" Target="../media/image26.png"/><Relationship Id="rId85" Type="http://schemas.openxmlformats.org/officeDocument/2006/relationships/customXml" Target="../ink/ink58.xml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image" Target="../media/image19.png"/><Relationship Id="rId38" Type="http://schemas.openxmlformats.org/officeDocument/2006/relationships/customXml" Target="../ink/ink20.xml"/><Relationship Id="rId46" Type="http://schemas.openxmlformats.org/officeDocument/2006/relationships/image" Target="../media/image22.png"/><Relationship Id="rId59" Type="http://schemas.openxmlformats.org/officeDocument/2006/relationships/customXml" Target="../ink/ink37.xml"/><Relationship Id="rId67" Type="http://schemas.openxmlformats.org/officeDocument/2006/relationships/customXml" Target="../ink/ink45.xml"/><Relationship Id="rId20" Type="http://schemas.openxmlformats.org/officeDocument/2006/relationships/customXml" Target="../ink/ink9.xml"/><Relationship Id="rId41" Type="http://schemas.openxmlformats.org/officeDocument/2006/relationships/customXml" Target="../ink/ink23.xml"/><Relationship Id="rId54" Type="http://schemas.openxmlformats.org/officeDocument/2006/relationships/customXml" Target="../ink/ink32.xml"/><Relationship Id="rId62" Type="http://schemas.openxmlformats.org/officeDocument/2006/relationships/customXml" Target="../ink/ink40.xml"/><Relationship Id="rId70" Type="http://schemas.openxmlformats.org/officeDocument/2006/relationships/customXml" Target="../ink/ink48.xml"/><Relationship Id="rId75" Type="http://schemas.openxmlformats.org/officeDocument/2006/relationships/customXml" Target="../ink/ink52.xml"/><Relationship Id="rId83" Type="http://schemas.openxmlformats.org/officeDocument/2006/relationships/customXml" Target="../ink/ink57.xml"/><Relationship Id="rId88" Type="http://schemas.openxmlformats.org/officeDocument/2006/relationships/customXml" Target="../ink/ink61.xml"/><Relationship Id="rId91" Type="http://schemas.openxmlformats.org/officeDocument/2006/relationships/image" Target="../media/image30.png"/><Relationship Id="rId96" Type="http://schemas.openxmlformats.org/officeDocument/2006/relationships/customXml" Target="../ink/ink6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3.xml"/><Relationship Id="rId36" Type="http://schemas.openxmlformats.org/officeDocument/2006/relationships/customXml" Target="../ink/ink18.xml"/><Relationship Id="rId49" Type="http://schemas.openxmlformats.org/officeDocument/2006/relationships/customXml" Target="../ink/ink27.xml"/><Relationship Id="rId57" Type="http://schemas.openxmlformats.org/officeDocument/2006/relationships/customXml" Target="../ink/ink35.xml"/><Relationship Id="rId10" Type="http://schemas.openxmlformats.org/officeDocument/2006/relationships/customXml" Target="../ink/ink4.xml"/><Relationship Id="rId31" Type="http://schemas.openxmlformats.org/officeDocument/2006/relationships/image" Target="../media/image18.png"/><Relationship Id="rId44" Type="http://schemas.openxmlformats.org/officeDocument/2006/relationships/image" Target="../media/image21.png"/><Relationship Id="rId52" Type="http://schemas.openxmlformats.org/officeDocument/2006/relationships/customXml" Target="../ink/ink30.xml"/><Relationship Id="rId60" Type="http://schemas.openxmlformats.org/officeDocument/2006/relationships/customXml" Target="../ink/ink38.xml"/><Relationship Id="rId65" Type="http://schemas.openxmlformats.org/officeDocument/2006/relationships/customXml" Target="../ink/ink43.xml"/><Relationship Id="rId73" Type="http://schemas.openxmlformats.org/officeDocument/2006/relationships/customXml" Target="../ink/ink51.xml"/><Relationship Id="rId78" Type="http://schemas.openxmlformats.org/officeDocument/2006/relationships/image" Target="../media/image25.png"/><Relationship Id="rId81" Type="http://schemas.openxmlformats.org/officeDocument/2006/relationships/customXml" Target="../ink/ink56.xml"/><Relationship Id="rId86" Type="http://schemas.openxmlformats.org/officeDocument/2006/relationships/customXml" Target="../ink/ink59.xml"/><Relationship Id="rId94" Type="http://schemas.openxmlformats.org/officeDocument/2006/relationships/customXml" Target="../ink/ink64.xml"/><Relationship Id="rId99" Type="http://schemas.openxmlformats.org/officeDocument/2006/relationships/customXml" Target="../ink/ink69.xml"/><Relationship Id="rId101" Type="http://schemas.openxmlformats.org/officeDocument/2006/relationships/customXml" Target="../ink/ink71.xml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3" Type="http://schemas.openxmlformats.org/officeDocument/2006/relationships/image" Target="../media/image9.png"/><Relationship Id="rId18" Type="http://schemas.openxmlformats.org/officeDocument/2006/relationships/customXml" Target="../ink/ink8.xml"/><Relationship Id="rId39" Type="http://schemas.openxmlformats.org/officeDocument/2006/relationships/customXml" Target="../ink/ink21.xml"/><Relationship Id="rId34" Type="http://schemas.openxmlformats.org/officeDocument/2006/relationships/customXml" Target="../ink/ink16.xml"/><Relationship Id="rId50" Type="http://schemas.openxmlformats.org/officeDocument/2006/relationships/customXml" Target="../ink/ink28.xml"/><Relationship Id="rId55" Type="http://schemas.openxmlformats.org/officeDocument/2006/relationships/customXml" Target="../ink/ink33.xml"/><Relationship Id="rId76" Type="http://schemas.openxmlformats.org/officeDocument/2006/relationships/customXml" Target="../ink/ink53.xml"/><Relationship Id="rId97" Type="http://schemas.openxmlformats.org/officeDocument/2006/relationships/customXml" Target="../ink/ink67.xml"/><Relationship Id="rId7" Type="http://schemas.openxmlformats.org/officeDocument/2006/relationships/image" Target="../media/image6.png"/><Relationship Id="rId71" Type="http://schemas.openxmlformats.org/officeDocument/2006/relationships/customXml" Target="../ink/ink49.xml"/><Relationship Id="rId92" Type="http://schemas.openxmlformats.org/officeDocument/2006/relationships/customXml" Target="../ink/ink63.xml"/><Relationship Id="rId2" Type="http://schemas.openxmlformats.org/officeDocument/2006/relationships/image" Target="../media/image3.png"/><Relationship Id="rId29" Type="http://schemas.openxmlformats.org/officeDocument/2006/relationships/image" Target="../media/image17.png"/><Relationship Id="rId24" Type="http://schemas.openxmlformats.org/officeDocument/2006/relationships/customXml" Target="../ink/ink11.xml"/><Relationship Id="rId40" Type="http://schemas.openxmlformats.org/officeDocument/2006/relationships/customXml" Target="../ink/ink22.xml"/><Relationship Id="rId45" Type="http://schemas.openxmlformats.org/officeDocument/2006/relationships/customXml" Target="../ink/ink25.xml"/><Relationship Id="rId66" Type="http://schemas.openxmlformats.org/officeDocument/2006/relationships/customXml" Target="../ink/ink44.xml"/><Relationship Id="rId87" Type="http://schemas.openxmlformats.org/officeDocument/2006/relationships/customXml" Target="../ink/ink60.xml"/><Relationship Id="rId61" Type="http://schemas.openxmlformats.org/officeDocument/2006/relationships/customXml" Target="../ink/ink39.xml"/><Relationship Id="rId82" Type="http://schemas.openxmlformats.org/officeDocument/2006/relationships/image" Target="../media/image27.png"/><Relationship Id="rId19" Type="http://schemas.openxmlformats.org/officeDocument/2006/relationships/image" Target="../media/image12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customXml" Target="../ink/ink17.xml"/><Relationship Id="rId56" Type="http://schemas.openxmlformats.org/officeDocument/2006/relationships/customXml" Target="../ink/ink34.xml"/><Relationship Id="rId77" Type="http://schemas.openxmlformats.org/officeDocument/2006/relationships/customXml" Target="../ink/ink54.xml"/><Relationship Id="rId100" Type="http://schemas.openxmlformats.org/officeDocument/2006/relationships/customXml" Target="../ink/ink70.xml"/><Relationship Id="rId8" Type="http://schemas.openxmlformats.org/officeDocument/2006/relationships/customXml" Target="../ink/ink3.xml"/><Relationship Id="rId51" Type="http://schemas.openxmlformats.org/officeDocument/2006/relationships/customXml" Target="../ink/ink29.xml"/><Relationship Id="rId72" Type="http://schemas.openxmlformats.org/officeDocument/2006/relationships/customXml" Target="../ink/ink50.xml"/><Relationship Id="rId93" Type="http://schemas.openxmlformats.org/officeDocument/2006/relationships/image" Target="../media/image31.png"/><Relationship Id="rId98" Type="http://schemas.openxmlformats.org/officeDocument/2006/relationships/customXml" Target="../ink/ink68.xml"/><Relationship Id="rId3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4.xml"/><Relationship Id="rId21" Type="http://schemas.openxmlformats.org/officeDocument/2006/relationships/image" Target="../media/image39.png"/><Relationship Id="rId42" Type="http://schemas.openxmlformats.org/officeDocument/2006/relationships/image" Target="../media/image45.png"/><Relationship Id="rId47" Type="http://schemas.openxmlformats.org/officeDocument/2006/relationships/customXml" Target="../ink/ink98.xml"/><Relationship Id="rId63" Type="http://schemas.openxmlformats.org/officeDocument/2006/relationships/customXml" Target="../ink/ink113.xml"/><Relationship Id="rId68" Type="http://schemas.openxmlformats.org/officeDocument/2006/relationships/customXml" Target="../ink/ink118.xml"/><Relationship Id="rId84" Type="http://schemas.openxmlformats.org/officeDocument/2006/relationships/image" Target="../media/image28.png"/><Relationship Id="rId89" Type="http://schemas.openxmlformats.org/officeDocument/2006/relationships/image" Target="../media/image49.png"/><Relationship Id="rId16" Type="http://schemas.openxmlformats.org/officeDocument/2006/relationships/customXml" Target="../ink/ink79.xml"/><Relationship Id="rId11" Type="http://schemas.openxmlformats.org/officeDocument/2006/relationships/image" Target="../media/image34.png"/><Relationship Id="rId32" Type="http://schemas.openxmlformats.org/officeDocument/2006/relationships/customXml" Target="../ink/ink87.xml"/><Relationship Id="rId37" Type="http://schemas.openxmlformats.org/officeDocument/2006/relationships/customXml" Target="../ink/ink91.xml"/><Relationship Id="rId53" Type="http://schemas.openxmlformats.org/officeDocument/2006/relationships/customXml" Target="../ink/ink103.xml"/><Relationship Id="rId58" Type="http://schemas.openxmlformats.org/officeDocument/2006/relationships/customXml" Target="../ink/ink108.xml"/><Relationship Id="rId74" Type="http://schemas.openxmlformats.org/officeDocument/2006/relationships/image" Target="../media/image47.png"/><Relationship Id="rId79" Type="http://schemas.openxmlformats.org/officeDocument/2006/relationships/customXml" Target="../ink/ink127.xml"/><Relationship Id="rId102" Type="http://schemas.openxmlformats.org/officeDocument/2006/relationships/customXml" Target="../ink/ink144.xml"/><Relationship Id="rId5" Type="http://schemas.openxmlformats.org/officeDocument/2006/relationships/image" Target="../media/image5.png"/><Relationship Id="rId90" Type="http://schemas.openxmlformats.org/officeDocument/2006/relationships/customXml" Target="../ink/ink134.xml"/><Relationship Id="rId95" Type="http://schemas.openxmlformats.org/officeDocument/2006/relationships/customXml" Target="../ink/ink137.xml"/><Relationship Id="rId22" Type="http://schemas.openxmlformats.org/officeDocument/2006/relationships/customXml" Target="../ink/ink82.xml"/><Relationship Id="rId27" Type="http://schemas.openxmlformats.org/officeDocument/2006/relationships/image" Target="../media/image42.png"/><Relationship Id="rId43" Type="http://schemas.openxmlformats.org/officeDocument/2006/relationships/customXml" Target="../ink/ink96.xml"/><Relationship Id="rId48" Type="http://schemas.openxmlformats.org/officeDocument/2006/relationships/image" Target="../media/image23.png"/><Relationship Id="rId64" Type="http://schemas.openxmlformats.org/officeDocument/2006/relationships/customXml" Target="../ink/ink114.xml"/><Relationship Id="rId69" Type="http://schemas.openxmlformats.org/officeDocument/2006/relationships/customXml" Target="../ink/ink119.xml"/><Relationship Id="rId80" Type="http://schemas.openxmlformats.org/officeDocument/2006/relationships/image" Target="../media/image48.png"/><Relationship Id="rId85" Type="http://schemas.openxmlformats.org/officeDocument/2006/relationships/customXml" Target="../ink/ink130.xml"/><Relationship Id="rId12" Type="http://schemas.openxmlformats.org/officeDocument/2006/relationships/customXml" Target="../ink/ink77.xml"/><Relationship Id="rId17" Type="http://schemas.openxmlformats.org/officeDocument/2006/relationships/image" Target="../media/image37.png"/><Relationship Id="rId25" Type="http://schemas.openxmlformats.org/officeDocument/2006/relationships/image" Target="../media/image41.png"/><Relationship Id="rId33" Type="http://schemas.openxmlformats.org/officeDocument/2006/relationships/image" Target="../media/image44.png"/><Relationship Id="rId38" Type="http://schemas.openxmlformats.org/officeDocument/2006/relationships/customXml" Target="../ink/ink92.xml"/><Relationship Id="rId46" Type="http://schemas.openxmlformats.org/officeDocument/2006/relationships/image" Target="../media/image22.png"/><Relationship Id="rId59" Type="http://schemas.openxmlformats.org/officeDocument/2006/relationships/customXml" Target="../ink/ink109.xml"/><Relationship Id="rId67" Type="http://schemas.openxmlformats.org/officeDocument/2006/relationships/customXml" Target="../ink/ink117.xml"/><Relationship Id="rId20" Type="http://schemas.openxmlformats.org/officeDocument/2006/relationships/customXml" Target="../ink/ink81.xml"/><Relationship Id="rId41" Type="http://schemas.openxmlformats.org/officeDocument/2006/relationships/customXml" Target="../ink/ink95.xml"/><Relationship Id="rId54" Type="http://schemas.openxmlformats.org/officeDocument/2006/relationships/customXml" Target="../ink/ink104.xml"/><Relationship Id="rId62" Type="http://schemas.openxmlformats.org/officeDocument/2006/relationships/customXml" Target="../ink/ink112.xml"/><Relationship Id="rId70" Type="http://schemas.openxmlformats.org/officeDocument/2006/relationships/customXml" Target="../ink/ink120.xml"/><Relationship Id="rId75" Type="http://schemas.openxmlformats.org/officeDocument/2006/relationships/customXml" Target="../ink/ink124.xml"/><Relationship Id="rId83" Type="http://schemas.openxmlformats.org/officeDocument/2006/relationships/customXml" Target="../ink/ink129.xml"/><Relationship Id="rId88" Type="http://schemas.openxmlformats.org/officeDocument/2006/relationships/customXml" Target="../ink/ink133.xml"/><Relationship Id="rId91" Type="http://schemas.openxmlformats.org/officeDocument/2006/relationships/image" Target="../media/image30.png"/><Relationship Id="rId96" Type="http://schemas.openxmlformats.org/officeDocument/2006/relationships/customXml" Target="../ink/ink13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4.xml"/><Relationship Id="rId15" Type="http://schemas.openxmlformats.org/officeDocument/2006/relationships/image" Target="../media/image36.png"/><Relationship Id="rId23" Type="http://schemas.openxmlformats.org/officeDocument/2006/relationships/image" Target="../media/image40.png"/><Relationship Id="rId28" Type="http://schemas.openxmlformats.org/officeDocument/2006/relationships/customXml" Target="../ink/ink85.xml"/><Relationship Id="rId36" Type="http://schemas.openxmlformats.org/officeDocument/2006/relationships/customXml" Target="../ink/ink90.xml"/><Relationship Id="rId49" Type="http://schemas.openxmlformats.org/officeDocument/2006/relationships/customXml" Target="../ink/ink99.xml"/><Relationship Id="rId57" Type="http://schemas.openxmlformats.org/officeDocument/2006/relationships/customXml" Target="../ink/ink107.xml"/><Relationship Id="rId10" Type="http://schemas.openxmlformats.org/officeDocument/2006/relationships/customXml" Target="../ink/ink76.xml"/><Relationship Id="rId31" Type="http://schemas.openxmlformats.org/officeDocument/2006/relationships/image" Target="../media/image18.png"/><Relationship Id="rId44" Type="http://schemas.openxmlformats.org/officeDocument/2006/relationships/image" Target="../media/image46.png"/><Relationship Id="rId52" Type="http://schemas.openxmlformats.org/officeDocument/2006/relationships/customXml" Target="../ink/ink102.xml"/><Relationship Id="rId60" Type="http://schemas.openxmlformats.org/officeDocument/2006/relationships/customXml" Target="../ink/ink110.xml"/><Relationship Id="rId65" Type="http://schemas.openxmlformats.org/officeDocument/2006/relationships/customXml" Target="../ink/ink115.xml"/><Relationship Id="rId73" Type="http://schemas.openxmlformats.org/officeDocument/2006/relationships/customXml" Target="../ink/ink123.xml"/><Relationship Id="rId78" Type="http://schemas.openxmlformats.org/officeDocument/2006/relationships/image" Target="../media/image25.png"/><Relationship Id="rId81" Type="http://schemas.openxmlformats.org/officeDocument/2006/relationships/customXml" Target="../ink/ink128.xml"/><Relationship Id="rId86" Type="http://schemas.openxmlformats.org/officeDocument/2006/relationships/customXml" Target="../ink/ink131.xml"/><Relationship Id="rId94" Type="http://schemas.openxmlformats.org/officeDocument/2006/relationships/customXml" Target="../ink/ink136.xml"/><Relationship Id="rId99" Type="http://schemas.openxmlformats.org/officeDocument/2006/relationships/customXml" Target="../ink/ink141.xml"/><Relationship Id="rId101" Type="http://schemas.openxmlformats.org/officeDocument/2006/relationships/customXml" Target="../ink/ink143.xml"/><Relationship Id="rId4" Type="http://schemas.openxmlformats.org/officeDocument/2006/relationships/customXml" Target="../ink/ink73.xml"/><Relationship Id="rId9" Type="http://schemas.openxmlformats.org/officeDocument/2006/relationships/image" Target="../media/image33.png"/><Relationship Id="rId13" Type="http://schemas.openxmlformats.org/officeDocument/2006/relationships/image" Target="../media/image35.png"/><Relationship Id="rId18" Type="http://schemas.openxmlformats.org/officeDocument/2006/relationships/customXml" Target="../ink/ink80.xml"/><Relationship Id="rId39" Type="http://schemas.openxmlformats.org/officeDocument/2006/relationships/customXml" Target="../ink/ink93.xml"/><Relationship Id="rId34" Type="http://schemas.openxmlformats.org/officeDocument/2006/relationships/customXml" Target="../ink/ink88.xml"/><Relationship Id="rId50" Type="http://schemas.openxmlformats.org/officeDocument/2006/relationships/customXml" Target="../ink/ink100.xml"/><Relationship Id="rId55" Type="http://schemas.openxmlformats.org/officeDocument/2006/relationships/customXml" Target="../ink/ink105.xml"/><Relationship Id="rId76" Type="http://schemas.openxmlformats.org/officeDocument/2006/relationships/customXml" Target="../ink/ink125.xml"/><Relationship Id="rId97" Type="http://schemas.openxmlformats.org/officeDocument/2006/relationships/customXml" Target="../ink/ink139.xml"/><Relationship Id="rId7" Type="http://schemas.openxmlformats.org/officeDocument/2006/relationships/image" Target="../media/image32.png"/><Relationship Id="rId71" Type="http://schemas.openxmlformats.org/officeDocument/2006/relationships/customXml" Target="../ink/ink121.xml"/><Relationship Id="rId92" Type="http://schemas.openxmlformats.org/officeDocument/2006/relationships/customXml" Target="../ink/ink135.xml"/><Relationship Id="rId2" Type="http://schemas.openxmlformats.org/officeDocument/2006/relationships/image" Target="../media/image3.png"/><Relationship Id="rId29" Type="http://schemas.openxmlformats.org/officeDocument/2006/relationships/image" Target="../media/image43.png"/><Relationship Id="rId24" Type="http://schemas.openxmlformats.org/officeDocument/2006/relationships/customXml" Target="../ink/ink83.xml"/><Relationship Id="rId40" Type="http://schemas.openxmlformats.org/officeDocument/2006/relationships/customXml" Target="../ink/ink94.xml"/><Relationship Id="rId45" Type="http://schemas.openxmlformats.org/officeDocument/2006/relationships/customXml" Target="../ink/ink97.xml"/><Relationship Id="rId66" Type="http://schemas.openxmlformats.org/officeDocument/2006/relationships/customXml" Target="../ink/ink116.xml"/><Relationship Id="rId87" Type="http://schemas.openxmlformats.org/officeDocument/2006/relationships/customXml" Target="../ink/ink132.xml"/><Relationship Id="rId61" Type="http://schemas.openxmlformats.org/officeDocument/2006/relationships/customXml" Target="../ink/ink111.xml"/><Relationship Id="rId82" Type="http://schemas.openxmlformats.org/officeDocument/2006/relationships/image" Target="../media/image27.png"/><Relationship Id="rId19" Type="http://schemas.openxmlformats.org/officeDocument/2006/relationships/image" Target="../media/image38.png"/><Relationship Id="rId14" Type="http://schemas.openxmlformats.org/officeDocument/2006/relationships/customXml" Target="../ink/ink78.xml"/><Relationship Id="rId30" Type="http://schemas.openxmlformats.org/officeDocument/2006/relationships/customXml" Target="../ink/ink86.xml"/><Relationship Id="rId35" Type="http://schemas.openxmlformats.org/officeDocument/2006/relationships/customXml" Target="../ink/ink89.xml"/><Relationship Id="rId56" Type="http://schemas.openxmlformats.org/officeDocument/2006/relationships/customXml" Target="../ink/ink106.xml"/><Relationship Id="rId77" Type="http://schemas.openxmlformats.org/officeDocument/2006/relationships/customXml" Target="../ink/ink126.xml"/><Relationship Id="rId100" Type="http://schemas.openxmlformats.org/officeDocument/2006/relationships/customXml" Target="../ink/ink142.xml"/><Relationship Id="rId8" Type="http://schemas.openxmlformats.org/officeDocument/2006/relationships/customXml" Target="../ink/ink75.xml"/><Relationship Id="rId51" Type="http://schemas.openxmlformats.org/officeDocument/2006/relationships/customXml" Target="../ink/ink101.xml"/><Relationship Id="rId72" Type="http://schemas.openxmlformats.org/officeDocument/2006/relationships/customXml" Target="../ink/ink122.xml"/><Relationship Id="rId93" Type="http://schemas.openxmlformats.org/officeDocument/2006/relationships/image" Target="../media/image31.png"/><Relationship Id="rId98" Type="http://schemas.openxmlformats.org/officeDocument/2006/relationships/customXml" Target="../ink/ink140.xml"/><Relationship Id="rId3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6.xml"/><Relationship Id="rId21" Type="http://schemas.openxmlformats.org/officeDocument/2006/relationships/image" Target="../media/image58.png"/><Relationship Id="rId42" Type="http://schemas.openxmlformats.org/officeDocument/2006/relationships/image" Target="../media/image65.png"/><Relationship Id="rId47" Type="http://schemas.openxmlformats.org/officeDocument/2006/relationships/customXml" Target="../ink/ink170.xml"/><Relationship Id="rId63" Type="http://schemas.openxmlformats.org/officeDocument/2006/relationships/customXml" Target="../ink/ink185.xml"/><Relationship Id="rId68" Type="http://schemas.openxmlformats.org/officeDocument/2006/relationships/customXml" Target="../ink/ink190.xml"/><Relationship Id="rId84" Type="http://schemas.openxmlformats.org/officeDocument/2006/relationships/image" Target="../media/image73.png"/><Relationship Id="rId89" Type="http://schemas.openxmlformats.org/officeDocument/2006/relationships/image" Target="../media/image74.png"/><Relationship Id="rId16" Type="http://schemas.openxmlformats.org/officeDocument/2006/relationships/customXml" Target="../ink/ink151.xml"/><Relationship Id="rId11" Type="http://schemas.openxmlformats.org/officeDocument/2006/relationships/image" Target="../media/image53.png"/><Relationship Id="rId32" Type="http://schemas.openxmlformats.org/officeDocument/2006/relationships/customXml" Target="../ink/ink159.xml"/><Relationship Id="rId37" Type="http://schemas.openxmlformats.org/officeDocument/2006/relationships/customXml" Target="../ink/ink163.xml"/><Relationship Id="rId53" Type="http://schemas.openxmlformats.org/officeDocument/2006/relationships/customXml" Target="../ink/ink175.xml"/><Relationship Id="rId58" Type="http://schemas.openxmlformats.org/officeDocument/2006/relationships/customXml" Target="../ink/ink180.xml"/><Relationship Id="rId74" Type="http://schemas.openxmlformats.org/officeDocument/2006/relationships/image" Target="../media/image69.png"/><Relationship Id="rId79" Type="http://schemas.openxmlformats.org/officeDocument/2006/relationships/customXml" Target="../ink/ink199.xml"/><Relationship Id="rId102" Type="http://schemas.openxmlformats.org/officeDocument/2006/relationships/customXml" Target="../ink/ink216.xml"/><Relationship Id="rId5" Type="http://schemas.openxmlformats.org/officeDocument/2006/relationships/image" Target="../media/image50.png"/><Relationship Id="rId90" Type="http://schemas.openxmlformats.org/officeDocument/2006/relationships/customXml" Target="../ink/ink206.xml"/><Relationship Id="rId95" Type="http://schemas.openxmlformats.org/officeDocument/2006/relationships/customXml" Target="../ink/ink209.xml"/><Relationship Id="rId22" Type="http://schemas.openxmlformats.org/officeDocument/2006/relationships/customXml" Target="../ink/ink154.xml"/><Relationship Id="rId27" Type="http://schemas.openxmlformats.org/officeDocument/2006/relationships/image" Target="../media/image61.png"/><Relationship Id="rId43" Type="http://schemas.openxmlformats.org/officeDocument/2006/relationships/customXml" Target="../ink/ink168.xml"/><Relationship Id="rId48" Type="http://schemas.openxmlformats.org/officeDocument/2006/relationships/image" Target="../media/image68.png"/><Relationship Id="rId64" Type="http://schemas.openxmlformats.org/officeDocument/2006/relationships/customXml" Target="../ink/ink186.xml"/><Relationship Id="rId69" Type="http://schemas.openxmlformats.org/officeDocument/2006/relationships/customXml" Target="../ink/ink191.xml"/><Relationship Id="rId80" Type="http://schemas.openxmlformats.org/officeDocument/2006/relationships/image" Target="../media/image71.png"/><Relationship Id="rId85" Type="http://schemas.openxmlformats.org/officeDocument/2006/relationships/customXml" Target="../ink/ink202.xml"/><Relationship Id="rId12" Type="http://schemas.openxmlformats.org/officeDocument/2006/relationships/customXml" Target="../ink/ink149.xml"/><Relationship Id="rId17" Type="http://schemas.openxmlformats.org/officeDocument/2006/relationships/image" Target="../media/image56.png"/><Relationship Id="rId25" Type="http://schemas.openxmlformats.org/officeDocument/2006/relationships/image" Target="../media/image60.png"/><Relationship Id="rId33" Type="http://schemas.openxmlformats.org/officeDocument/2006/relationships/image" Target="../media/image64.png"/><Relationship Id="rId38" Type="http://schemas.openxmlformats.org/officeDocument/2006/relationships/customXml" Target="../ink/ink164.xml"/><Relationship Id="rId46" Type="http://schemas.openxmlformats.org/officeDocument/2006/relationships/image" Target="../media/image67.png"/><Relationship Id="rId59" Type="http://schemas.openxmlformats.org/officeDocument/2006/relationships/customXml" Target="../ink/ink181.xml"/><Relationship Id="rId67" Type="http://schemas.openxmlformats.org/officeDocument/2006/relationships/customXml" Target="../ink/ink189.xml"/><Relationship Id="rId20" Type="http://schemas.openxmlformats.org/officeDocument/2006/relationships/customXml" Target="../ink/ink153.xml"/><Relationship Id="rId41" Type="http://schemas.openxmlformats.org/officeDocument/2006/relationships/customXml" Target="../ink/ink167.xml"/><Relationship Id="rId54" Type="http://schemas.openxmlformats.org/officeDocument/2006/relationships/customXml" Target="../ink/ink176.xml"/><Relationship Id="rId62" Type="http://schemas.openxmlformats.org/officeDocument/2006/relationships/customXml" Target="../ink/ink184.xml"/><Relationship Id="rId70" Type="http://schemas.openxmlformats.org/officeDocument/2006/relationships/customXml" Target="../ink/ink192.xml"/><Relationship Id="rId75" Type="http://schemas.openxmlformats.org/officeDocument/2006/relationships/customXml" Target="../ink/ink196.xml"/><Relationship Id="rId83" Type="http://schemas.openxmlformats.org/officeDocument/2006/relationships/customXml" Target="../ink/ink201.xml"/><Relationship Id="rId88" Type="http://schemas.openxmlformats.org/officeDocument/2006/relationships/customXml" Target="../ink/ink205.xml"/><Relationship Id="rId91" Type="http://schemas.openxmlformats.org/officeDocument/2006/relationships/image" Target="../media/image75.png"/><Relationship Id="rId96" Type="http://schemas.openxmlformats.org/officeDocument/2006/relationships/customXml" Target="../ink/ink2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6.xml"/><Relationship Id="rId15" Type="http://schemas.openxmlformats.org/officeDocument/2006/relationships/image" Target="../media/image55.png"/><Relationship Id="rId23" Type="http://schemas.openxmlformats.org/officeDocument/2006/relationships/image" Target="../media/image59.png"/><Relationship Id="rId28" Type="http://schemas.openxmlformats.org/officeDocument/2006/relationships/customXml" Target="../ink/ink157.xml"/><Relationship Id="rId36" Type="http://schemas.openxmlformats.org/officeDocument/2006/relationships/customXml" Target="../ink/ink162.xml"/><Relationship Id="rId49" Type="http://schemas.openxmlformats.org/officeDocument/2006/relationships/customXml" Target="../ink/ink171.xml"/><Relationship Id="rId57" Type="http://schemas.openxmlformats.org/officeDocument/2006/relationships/customXml" Target="../ink/ink179.xml"/><Relationship Id="rId10" Type="http://schemas.openxmlformats.org/officeDocument/2006/relationships/customXml" Target="../ink/ink148.xml"/><Relationship Id="rId31" Type="http://schemas.openxmlformats.org/officeDocument/2006/relationships/image" Target="../media/image63.png"/><Relationship Id="rId44" Type="http://schemas.openxmlformats.org/officeDocument/2006/relationships/image" Target="../media/image66.png"/><Relationship Id="rId52" Type="http://schemas.openxmlformats.org/officeDocument/2006/relationships/customXml" Target="../ink/ink174.xml"/><Relationship Id="rId60" Type="http://schemas.openxmlformats.org/officeDocument/2006/relationships/customXml" Target="../ink/ink182.xml"/><Relationship Id="rId65" Type="http://schemas.openxmlformats.org/officeDocument/2006/relationships/customXml" Target="../ink/ink187.xml"/><Relationship Id="rId73" Type="http://schemas.openxmlformats.org/officeDocument/2006/relationships/customXml" Target="../ink/ink195.xml"/><Relationship Id="rId78" Type="http://schemas.openxmlformats.org/officeDocument/2006/relationships/image" Target="../media/image70.png"/><Relationship Id="rId81" Type="http://schemas.openxmlformats.org/officeDocument/2006/relationships/customXml" Target="../ink/ink200.xml"/><Relationship Id="rId86" Type="http://schemas.openxmlformats.org/officeDocument/2006/relationships/customXml" Target="../ink/ink203.xml"/><Relationship Id="rId94" Type="http://schemas.openxmlformats.org/officeDocument/2006/relationships/customXml" Target="../ink/ink208.xml"/><Relationship Id="rId99" Type="http://schemas.openxmlformats.org/officeDocument/2006/relationships/customXml" Target="../ink/ink213.xml"/><Relationship Id="rId101" Type="http://schemas.openxmlformats.org/officeDocument/2006/relationships/customXml" Target="../ink/ink215.xml"/><Relationship Id="rId4" Type="http://schemas.openxmlformats.org/officeDocument/2006/relationships/customXml" Target="../ink/ink145.xml"/><Relationship Id="rId9" Type="http://schemas.openxmlformats.org/officeDocument/2006/relationships/image" Target="../media/image52.png"/><Relationship Id="rId13" Type="http://schemas.openxmlformats.org/officeDocument/2006/relationships/image" Target="../media/image54.png"/><Relationship Id="rId18" Type="http://schemas.openxmlformats.org/officeDocument/2006/relationships/customXml" Target="../ink/ink152.xml"/><Relationship Id="rId39" Type="http://schemas.openxmlformats.org/officeDocument/2006/relationships/customXml" Target="../ink/ink165.xml"/><Relationship Id="rId34" Type="http://schemas.openxmlformats.org/officeDocument/2006/relationships/customXml" Target="../ink/ink160.xml"/><Relationship Id="rId50" Type="http://schemas.openxmlformats.org/officeDocument/2006/relationships/customXml" Target="../ink/ink172.xml"/><Relationship Id="rId55" Type="http://schemas.openxmlformats.org/officeDocument/2006/relationships/customXml" Target="../ink/ink177.xml"/><Relationship Id="rId76" Type="http://schemas.openxmlformats.org/officeDocument/2006/relationships/customXml" Target="../ink/ink197.xml"/><Relationship Id="rId97" Type="http://schemas.openxmlformats.org/officeDocument/2006/relationships/customXml" Target="../ink/ink211.xml"/><Relationship Id="rId7" Type="http://schemas.openxmlformats.org/officeDocument/2006/relationships/image" Target="../media/image51.png"/><Relationship Id="rId71" Type="http://schemas.openxmlformats.org/officeDocument/2006/relationships/customXml" Target="../ink/ink193.xml"/><Relationship Id="rId92" Type="http://schemas.openxmlformats.org/officeDocument/2006/relationships/customXml" Target="../ink/ink207.xml"/><Relationship Id="rId2" Type="http://schemas.openxmlformats.org/officeDocument/2006/relationships/image" Target="../media/image3.png"/><Relationship Id="rId29" Type="http://schemas.openxmlformats.org/officeDocument/2006/relationships/image" Target="../media/image62.png"/><Relationship Id="rId24" Type="http://schemas.openxmlformats.org/officeDocument/2006/relationships/customXml" Target="../ink/ink155.xml"/><Relationship Id="rId40" Type="http://schemas.openxmlformats.org/officeDocument/2006/relationships/customXml" Target="../ink/ink166.xml"/><Relationship Id="rId45" Type="http://schemas.openxmlformats.org/officeDocument/2006/relationships/customXml" Target="../ink/ink169.xml"/><Relationship Id="rId66" Type="http://schemas.openxmlformats.org/officeDocument/2006/relationships/customXml" Target="../ink/ink188.xml"/><Relationship Id="rId87" Type="http://schemas.openxmlformats.org/officeDocument/2006/relationships/customXml" Target="../ink/ink204.xml"/><Relationship Id="rId61" Type="http://schemas.openxmlformats.org/officeDocument/2006/relationships/customXml" Target="../ink/ink183.xml"/><Relationship Id="rId82" Type="http://schemas.openxmlformats.org/officeDocument/2006/relationships/image" Target="../media/image72.png"/><Relationship Id="rId19" Type="http://schemas.openxmlformats.org/officeDocument/2006/relationships/image" Target="../media/image57.png"/><Relationship Id="rId14" Type="http://schemas.openxmlformats.org/officeDocument/2006/relationships/customXml" Target="../ink/ink150.xml"/><Relationship Id="rId30" Type="http://schemas.openxmlformats.org/officeDocument/2006/relationships/customXml" Target="../ink/ink158.xml"/><Relationship Id="rId35" Type="http://schemas.openxmlformats.org/officeDocument/2006/relationships/customXml" Target="../ink/ink161.xml"/><Relationship Id="rId56" Type="http://schemas.openxmlformats.org/officeDocument/2006/relationships/customXml" Target="../ink/ink178.xml"/><Relationship Id="rId77" Type="http://schemas.openxmlformats.org/officeDocument/2006/relationships/customXml" Target="../ink/ink198.xml"/><Relationship Id="rId100" Type="http://schemas.openxmlformats.org/officeDocument/2006/relationships/customXml" Target="../ink/ink214.xml"/><Relationship Id="rId8" Type="http://schemas.openxmlformats.org/officeDocument/2006/relationships/customXml" Target="../ink/ink147.xml"/><Relationship Id="rId51" Type="http://schemas.openxmlformats.org/officeDocument/2006/relationships/customXml" Target="../ink/ink173.xml"/><Relationship Id="rId72" Type="http://schemas.openxmlformats.org/officeDocument/2006/relationships/customXml" Target="../ink/ink194.xml"/><Relationship Id="rId93" Type="http://schemas.openxmlformats.org/officeDocument/2006/relationships/image" Target="../media/image76.png"/><Relationship Id="rId98" Type="http://schemas.openxmlformats.org/officeDocument/2006/relationships/customXml" Target="../ink/ink212.xml"/><Relationship Id="rId3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22.xml"/><Relationship Id="rId18" Type="http://schemas.openxmlformats.org/officeDocument/2006/relationships/customXml" Target="../ink/ink226.xml"/><Relationship Id="rId26" Type="http://schemas.openxmlformats.org/officeDocument/2006/relationships/customXml" Target="../ink/ink233.xml"/><Relationship Id="rId39" Type="http://schemas.openxmlformats.org/officeDocument/2006/relationships/customXml" Target="../ink/ink242.xml"/><Relationship Id="rId21" Type="http://schemas.openxmlformats.org/officeDocument/2006/relationships/customXml" Target="../ink/ink228.xml"/><Relationship Id="rId34" Type="http://schemas.openxmlformats.org/officeDocument/2006/relationships/customXml" Target="../ink/ink238.xml"/><Relationship Id="rId42" Type="http://schemas.openxmlformats.org/officeDocument/2006/relationships/customXml" Target="../ink/ink245.xml"/><Relationship Id="rId7" Type="http://schemas.openxmlformats.org/officeDocument/2006/relationships/image" Target="../media/image60.png"/><Relationship Id="rId2" Type="http://schemas.openxmlformats.org/officeDocument/2006/relationships/image" Target="../media/image1.png"/><Relationship Id="rId16" Type="http://schemas.openxmlformats.org/officeDocument/2006/relationships/customXml" Target="../ink/ink224.xml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8.xml"/><Relationship Id="rId11" Type="http://schemas.openxmlformats.org/officeDocument/2006/relationships/customXml" Target="../ink/ink221.xml"/><Relationship Id="rId24" Type="http://schemas.openxmlformats.org/officeDocument/2006/relationships/customXml" Target="../ink/ink231.xml"/><Relationship Id="rId32" Type="http://schemas.openxmlformats.org/officeDocument/2006/relationships/customXml" Target="../ink/ink236.xml"/><Relationship Id="rId37" Type="http://schemas.openxmlformats.org/officeDocument/2006/relationships/customXml" Target="../ink/ink240.xml"/><Relationship Id="rId40" Type="http://schemas.openxmlformats.org/officeDocument/2006/relationships/customXml" Target="../ink/ink243.xml"/><Relationship Id="rId45" Type="http://schemas.openxmlformats.org/officeDocument/2006/relationships/customXml" Target="../ink/ink248.xml"/><Relationship Id="rId5" Type="http://schemas.openxmlformats.org/officeDocument/2006/relationships/image" Target="../media/image50.png"/><Relationship Id="rId15" Type="http://schemas.openxmlformats.org/officeDocument/2006/relationships/customXml" Target="../ink/ink223.xml"/><Relationship Id="rId23" Type="http://schemas.openxmlformats.org/officeDocument/2006/relationships/customXml" Target="../ink/ink230.xml"/><Relationship Id="rId28" Type="http://schemas.openxmlformats.org/officeDocument/2006/relationships/customXml" Target="../ink/ink234.xml"/><Relationship Id="rId36" Type="http://schemas.openxmlformats.org/officeDocument/2006/relationships/customXml" Target="../ink/ink239.xml"/><Relationship Id="rId10" Type="http://schemas.openxmlformats.org/officeDocument/2006/relationships/customXml" Target="../ink/ink220.xml"/><Relationship Id="rId19" Type="http://schemas.openxmlformats.org/officeDocument/2006/relationships/image" Target="../media/image78.png"/><Relationship Id="rId31" Type="http://schemas.openxmlformats.org/officeDocument/2006/relationships/image" Target="../media/image81.png"/><Relationship Id="rId44" Type="http://schemas.openxmlformats.org/officeDocument/2006/relationships/customXml" Target="../ink/ink247.xml"/><Relationship Id="rId4" Type="http://schemas.openxmlformats.org/officeDocument/2006/relationships/customXml" Target="../ink/ink217.xml"/><Relationship Id="rId9" Type="http://schemas.openxmlformats.org/officeDocument/2006/relationships/image" Target="../media/image61.png"/><Relationship Id="rId14" Type="http://schemas.openxmlformats.org/officeDocument/2006/relationships/image" Target="../media/image77.png"/><Relationship Id="rId22" Type="http://schemas.openxmlformats.org/officeDocument/2006/relationships/customXml" Target="../ink/ink229.xml"/><Relationship Id="rId27" Type="http://schemas.openxmlformats.org/officeDocument/2006/relationships/image" Target="../media/image79.png"/><Relationship Id="rId30" Type="http://schemas.openxmlformats.org/officeDocument/2006/relationships/customXml" Target="../ink/ink235.xml"/><Relationship Id="rId35" Type="http://schemas.openxmlformats.org/officeDocument/2006/relationships/image" Target="../media/image82.png"/><Relationship Id="rId43" Type="http://schemas.openxmlformats.org/officeDocument/2006/relationships/customXml" Target="../ink/ink246.xml"/><Relationship Id="rId8" Type="http://schemas.openxmlformats.org/officeDocument/2006/relationships/customXml" Target="../ink/ink219.xml"/><Relationship Id="rId3" Type="http://schemas.openxmlformats.org/officeDocument/2006/relationships/image" Target="../media/image2.png"/><Relationship Id="rId12" Type="http://schemas.openxmlformats.org/officeDocument/2006/relationships/image" Target="../media/image65.png"/><Relationship Id="rId17" Type="http://schemas.openxmlformats.org/officeDocument/2006/relationships/customXml" Target="../ink/ink225.xml"/><Relationship Id="rId25" Type="http://schemas.openxmlformats.org/officeDocument/2006/relationships/customXml" Target="../ink/ink232.xml"/><Relationship Id="rId33" Type="http://schemas.openxmlformats.org/officeDocument/2006/relationships/customXml" Target="../ink/ink237.xml"/><Relationship Id="rId38" Type="http://schemas.openxmlformats.org/officeDocument/2006/relationships/customXml" Target="../ink/ink241.xml"/><Relationship Id="rId46" Type="http://schemas.openxmlformats.org/officeDocument/2006/relationships/customXml" Target="../ink/ink249.xml"/><Relationship Id="rId20" Type="http://schemas.openxmlformats.org/officeDocument/2006/relationships/customXml" Target="../ink/ink227.xml"/><Relationship Id="rId41" Type="http://schemas.openxmlformats.org/officeDocument/2006/relationships/customXml" Target="../ink/ink244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61.xml"/><Relationship Id="rId21" Type="http://schemas.openxmlformats.org/officeDocument/2006/relationships/image" Target="../media/image39.png"/><Relationship Id="rId42" Type="http://schemas.openxmlformats.org/officeDocument/2006/relationships/image" Target="../media/image45.png"/><Relationship Id="rId47" Type="http://schemas.openxmlformats.org/officeDocument/2006/relationships/customXml" Target="../ink/ink275.xml"/><Relationship Id="rId63" Type="http://schemas.openxmlformats.org/officeDocument/2006/relationships/customXml" Target="../ink/ink290.xml"/><Relationship Id="rId68" Type="http://schemas.openxmlformats.org/officeDocument/2006/relationships/customXml" Target="../ink/ink295.xml"/><Relationship Id="rId84" Type="http://schemas.openxmlformats.org/officeDocument/2006/relationships/image" Target="../media/image28.png"/><Relationship Id="rId89" Type="http://schemas.openxmlformats.org/officeDocument/2006/relationships/image" Target="../media/image49.png"/><Relationship Id="rId16" Type="http://schemas.openxmlformats.org/officeDocument/2006/relationships/customXml" Target="../ink/ink256.xml"/><Relationship Id="rId11" Type="http://schemas.openxmlformats.org/officeDocument/2006/relationships/image" Target="../media/image34.png"/><Relationship Id="rId32" Type="http://schemas.openxmlformats.org/officeDocument/2006/relationships/customXml" Target="../ink/ink264.xml"/><Relationship Id="rId37" Type="http://schemas.openxmlformats.org/officeDocument/2006/relationships/customXml" Target="../ink/ink268.xml"/><Relationship Id="rId53" Type="http://schemas.openxmlformats.org/officeDocument/2006/relationships/customXml" Target="../ink/ink280.xml"/><Relationship Id="rId58" Type="http://schemas.openxmlformats.org/officeDocument/2006/relationships/customXml" Target="../ink/ink285.xml"/><Relationship Id="rId74" Type="http://schemas.openxmlformats.org/officeDocument/2006/relationships/image" Target="../media/image47.png"/><Relationship Id="rId79" Type="http://schemas.openxmlformats.org/officeDocument/2006/relationships/customXml" Target="../ink/ink304.xml"/><Relationship Id="rId102" Type="http://schemas.openxmlformats.org/officeDocument/2006/relationships/customXml" Target="../ink/ink321.xml"/><Relationship Id="rId5" Type="http://schemas.openxmlformats.org/officeDocument/2006/relationships/image" Target="../media/image5.png"/><Relationship Id="rId90" Type="http://schemas.openxmlformats.org/officeDocument/2006/relationships/customXml" Target="../ink/ink311.xml"/><Relationship Id="rId95" Type="http://schemas.openxmlformats.org/officeDocument/2006/relationships/customXml" Target="../ink/ink314.xml"/><Relationship Id="rId22" Type="http://schemas.openxmlformats.org/officeDocument/2006/relationships/customXml" Target="../ink/ink259.xml"/><Relationship Id="rId27" Type="http://schemas.openxmlformats.org/officeDocument/2006/relationships/image" Target="../media/image42.png"/><Relationship Id="rId43" Type="http://schemas.openxmlformats.org/officeDocument/2006/relationships/customXml" Target="../ink/ink273.xml"/><Relationship Id="rId48" Type="http://schemas.openxmlformats.org/officeDocument/2006/relationships/image" Target="../media/image23.png"/><Relationship Id="rId64" Type="http://schemas.openxmlformats.org/officeDocument/2006/relationships/customXml" Target="../ink/ink291.xml"/><Relationship Id="rId69" Type="http://schemas.openxmlformats.org/officeDocument/2006/relationships/customXml" Target="../ink/ink296.xml"/><Relationship Id="rId80" Type="http://schemas.openxmlformats.org/officeDocument/2006/relationships/image" Target="../media/image48.png"/><Relationship Id="rId85" Type="http://schemas.openxmlformats.org/officeDocument/2006/relationships/customXml" Target="../ink/ink307.xml"/><Relationship Id="rId12" Type="http://schemas.openxmlformats.org/officeDocument/2006/relationships/customXml" Target="../ink/ink254.xml"/><Relationship Id="rId17" Type="http://schemas.openxmlformats.org/officeDocument/2006/relationships/image" Target="../media/image37.png"/><Relationship Id="rId25" Type="http://schemas.openxmlformats.org/officeDocument/2006/relationships/image" Target="../media/image41.png"/><Relationship Id="rId33" Type="http://schemas.openxmlformats.org/officeDocument/2006/relationships/image" Target="../media/image44.png"/><Relationship Id="rId38" Type="http://schemas.openxmlformats.org/officeDocument/2006/relationships/customXml" Target="../ink/ink269.xml"/><Relationship Id="rId46" Type="http://schemas.openxmlformats.org/officeDocument/2006/relationships/image" Target="../media/image22.png"/><Relationship Id="rId59" Type="http://schemas.openxmlformats.org/officeDocument/2006/relationships/customXml" Target="../ink/ink286.xml"/><Relationship Id="rId67" Type="http://schemas.openxmlformats.org/officeDocument/2006/relationships/customXml" Target="../ink/ink294.xml"/><Relationship Id="rId20" Type="http://schemas.openxmlformats.org/officeDocument/2006/relationships/customXml" Target="../ink/ink258.xml"/><Relationship Id="rId41" Type="http://schemas.openxmlformats.org/officeDocument/2006/relationships/customXml" Target="../ink/ink272.xml"/><Relationship Id="rId54" Type="http://schemas.openxmlformats.org/officeDocument/2006/relationships/customXml" Target="../ink/ink281.xml"/><Relationship Id="rId62" Type="http://schemas.openxmlformats.org/officeDocument/2006/relationships/customXml" Target="../ink/ink289.xml"/><Relationship Id="rId70" Type="http://schemas.openxmlformats.org/officeDocument/2006/relationships/customXml" Target="../ink/ink297.xml"/><Relationship Id="rId75" Type="http://schemas.openxmlformats.org/officeDocument/2006/relationships/customXml" Target="../ink/ink301.xml"/><Relationship Id="rId83" Type="http://schemas.openxmlformats.org/officeDocument/2006/relationships/customXml" Target="../ink/ink306.xml"/><Relationship Id="rId88" Type="http://schemas.openxmlformats.org/officeDocument/2006/relationships/customXml" Target="../ink/ink310.xml"/><Relationship Id="rId91" Type="http://schemas.openxmlformats.org/officeDocument/2006/relationships/image" Target="../media/image30.png"/><Relationship Id="rId96" Type="http://schemas.openxmlformats.org/officeDocument/2006/relationships/customXml" Target="../ink/ink31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1.xml"/><Relationship Id="rId15" Type="http://schemas.openxmlformats.org/officeDocument/2006/relationships/image" Target="../media/image36.png"/><Relationship Id="rId23" Type="http://schemas.openxmlformats.org/officeDocument/2006/relationships/image" Target="../media/image40.png"/><Relationship Id="rId28" Type="http://schemas.openxmlformats.org/officeDocument/2006/relationships/customXml" Target="../ink/ink262.xml"/><Relationship Id="rId36" Type="http://schemas.openxmlformats.org/officeDocument/2006/relationships/customXml" Target="../ink/ink267.xml"/><Relationship Id="rId49" Type="http://schemas.openxmlformats.org/officeDocument/2006/relationships/customXml" Target="../ink/ink276.xml"/><Relationship Id="rId57" Type="http://schemas.openxmlformats.org/officeDocument/2006/relationships/customXml" Target="../ink/ink284.xml"/><Relationship Id="rId10" Type="http://schemas.openxmlformats.org/officeDocument/2006/relationships/customXml" Target="../ink/ink253.xml"/><Relationship Id="rId31" Type="http://schemas.openxmlformats.org/officeDocument/2006/relationships/image" Target="../media/image18.png"/><Relationship Id="rId44" Type="http://schemas.openxmlformats.org/officeDocument/2006/relationships/image" Target="../media/image46.png"/><Relationship Id="rId52" Type="http://schemas.openxmlformats.org/officeDocument/2006/relationships/customXml" Target="../ink/ink279.xml"/><Relationship Id="rId60" Type="http://schemas.openxmlformats.org/officeDocument/2006/relationships/customXml" Target="../ink/ink287.xml"/><Relationship Id="rId65" Type="http://schemas.openxmlformats.org/officeDocument/2006/relationships/customXml" Target="../ink/ink292.xml"/><Relationship Id="rId73" Type="http://schemas.openxmlformats.org/officeDocument/2006/relationships/customXml" Target="../ink/ink300.xml"/><Relationship Id="rId78" Type="http://schemas.openxmlformats.org/officeDocument/2006/relationships/image" Target="../media/image25.png"/><Relationship Id="rId81" Type="http://schemas.openxmlformats.org/officeDocument/2006/relationships/customXml" Target="../ink/ink305.xml"/><Relationship Id="rId86" Type="http://schemas.openxmlformats.org/officeDocument/2006/relationships/customXml" Target="../ink/ink308.xml"/><Relationship Id="rId94" Type="http://schemas.openxmlformats.org/officeDocument/2006/relationships/customXml" Target="../ink/ink313.xml"/><Relationship Id="rId99" Type="http://schemas.openxmlformats.org/officeDocument/2006/relationships/customXml" Target="../ink/ink318.xml"/><Relationship Id="rId101" Type="http://schemas.openxmlformats.org/officeDocument/2006/relationships/customXml" Target="../ink/ink320.xml"/><Relationship Id="rId4" Type="http://schemas.openxmlformats.org/officeDocument/2006/relationships/customXml" Target="../ink/ink250.xml"/><Relationship Id="rId9" Type="http://schemas.openxmlformats.org/officeDocument/2006/relationships/image" Target="../media/image33.png"/><Relationship Id="rId13" Type="http://schemas.openxmlformats.org/officeDocument/2006/relationships/image" Target="../media/image35.png"/><Relationship Id="rId18" Type="http://schemas.openxmlformats.org/officeDocument/2006/relationships/customXml" Target="../ink/ink257.xml"/><Relationship Id="rId39" Type="http://schemas.openxmlformats.org/officeDocument/2006/relationships/customXml" Target="../ink/ink270.xml"/><Relationship Id="rId34" Type="http://schemas.openxmlformats.org/officeDocument/2006/relationships/customXml" Target="../ink/ink265.xml"/><Relationship Id="rId50" Type="http://schemas.openxmlformats.org/officeDocument/2006/relationships/customXml" Target="../ink/ink277.xml"/><Relationship Id="rId55" Type="http://schemas.openxmlformats.org/officeDocument/2006/relationships/customXml" Target="../ink/ink282.xml"/><Relationship Id="rId76" Type="http://schemas.openxmlformats.org/officeDocument/2006/relationships/customXml" Target="../ink/ink302.xml"/><Relationship Id="rId97" Type="http://schemas.openxmlformats.org/officeDocument/2006/relationships/customXml" Target="../ink/ink316.xml"/><Relationship Id="rId7" Type="http://schemas.openxmlformats.org/officeDocument/2006/relationships/image" Target="../media/image32.png"/><Relationship Id="rId71" Type="http://schemas.openxmlformats.org/officeDocument/2006/relationships/customXml" Target="../ink/ink298.xml"/><Relationship Id="rId92" Type="http://schemas.openxmlformats.org/officeDocument/2006/relationships/customXml" Target="../ink/ink312.xml"/><Relationship Id="rId2" Type="http://schemas.openxmlformats.org/officeDocument/2006/relationships/image" Target="../media/image3.png"/><Relationship Id="rId29" Type="http://schemas.openxmlformats.org/officeDocument/2006/relationships/image" Target="../media/image43.png"/><Relationship Id="rId24" Type="http://schemas.openxmlformats.org/officeDocument/2006/relationships/customXml" Target="../ink/ink260.xml"/><Relationship Id="rId40" Type="http://schemas.openxmlformats.org/officeDocument/2006/relationships/customXml" Target="../ink/ink271.xml"/><Relationship Id="rId45" Type="http://schemas.openxmlformats.org/officeDocument/2006/relationships/customXml" Target="../ink/ink274.xml"/><Relationship Id="rId66" Type="http://schemas.openxmlformats.org/officeDocument/2006/relationships/customXml" Target="../ink/ink293.xml"/><Relationship Id="rId87" Type="http://schemas.openxmlformats.org/officeDocument/2006/relationships/customXml" Target="../ink/ink309.xml"/><Relationship Id="rId61" Type="http://schemas.openxmlformats.org/officeDocument/2006/relationships/customXml" Target="../ink/ink288.xml"/><Relationship Id="rId82" Type="http://schemas.openxmlformats.org/officeDocument/2006/relationships/image" Target="../media/image27.png"/><Relationship Id="rId19" Type="http://schemas.openxmlformats.org/officeDocument/2006/relationships/image" Target="../media/image38.png"/><Relationship Id="rId14" Type="http://schemas.openxmlformats.org/officeDocument/2006/relationships/customXml" Target="../ink/ink255.xml"/><Relationship Id="rId30" Type="http://schemas.openxmlformats.org/officeDocument/2006/relationships/customXml" Target="../ink/ink263.xml"/><Relationship Id="rId35" Type="http://schemas.openxmlformats.org/officeDocument/2006/relationships/customXml" Target="../ink/ink266.xml"/><Relationship Id="rId56" Type="http://schemas.openxmlformats.org/officeDocument/2006/relationships/customXml" Target="../ink/ink283.xml"/><Relationship Id="rId77" Type="http://schemas.openxmlformats.org/officeDocument/2006/relationships/customXml" Target="../ink/ink303.xml"/><Relationship Id="rId100" Type="http://schemas.openxmlformats.org/officeDocument/2006/relationships/customXml" Target="../ink/ink319.xml"/><Relationship Id="rId8" Type="http://schemas.openxmlformats.org/officeDocument/2006/relationships/customXml" Target="../ink/ink252.xml"/><Relationship Id="rId51" Type="http://schemas.openxmlformats.org/officeDocument/2006/relationships/customXml" Target="../ink/ink278.xml"/><Relationship Id="rId72" Type="http://schemas.openxmlformats.org/officeDocument/2006/relationships/customXml" Target="../ink/ink299.xml"/><Relationship Id="rId93" Type="http://schemas.openxmlformats.org/officeDocument/2006/relationships/image" Target="../media/image31.png"/><Relationship Id="rId98" Type="http://schemas.openxmlformats.org/officeDocument/2006/relationships/customXml" Target="../ink/ink317.xml"/><Relationship Id="rId3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BF5FAA-7B72-F3CF-A8BA-F4F106D6B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866" y="184071"/>
            <a:ext cx="3044838" cy="633375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B15B7AF-FC9D-B057-CEC6-3800EDED3377}"/>
              </a:ext>
            </a:extLst>
          </p:cNvPr>
          <p:cNvSpPr/>
          <p:nvPr/>
        </p:nvSpPr>
        <p:spPr>
          <a:xfrm>
            <a:off x="2566307" y="1975757"/>
            <a:ext cx="413657" cy="919844"/>
          </a:xfrm>
          <a:custGeom>
            <a:avLst/>
            <a:gdLst>
              <a:gd name="connsiteX0" fmla="*/ 0 w 529772"/>
              <a:gd name="connsiteY0" fmla="*/ 0 h 892628"/>
              <a:gd name="connsiteX1" fmla="*/ 123372 w 529772"/>
              <a:gd name="connsiteY1" fmla="*/ 551543 h 892628"/>
              <a:gd name="connsiteX2" fmla="*/ 529772 w 529772"/>
              <a:gd name="connsiteY2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772" h="892628">
                <a:moveTo>
                  <a:pt x="0" y="0"/>
                </a:moveTo>
                <a:cubicBezTo>
                  <a:pt x="17538" y="201386"/>
                  <a:pt x="35077" y="402772"/>
                  <a:pt x="123372" y="551543"/>
                </a:cubicBezTo>
                <a:cubicBezTo>
                  <a:pt x="211667" y="700314"/>
                  <a:pt x="370719" y="796471"/>
                  <a:pt x="529772" y="89262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A0B7355-F46A-5C08-8A8C-00430FA1BFDD}"/>
              </a:ext>
            </a:extLst>
          </p:cNvPr>
          <p:cNvSpPr/>
          <p:nvPr/>
        </p:nvSpPr>
        <p:spPr>
          <a:xfrm>
            <a:off x="2945946" y="1964871"/>
            <a:ext cx="110218" cy="930731"/>
          </a:xfrm>
          <a:custGeom>
            <a:avLst/>
            <a:gdLst>
              <a:gd name="connsiteX0" fmla="*/ 27368 w 49140"/>
              <a:gd name="connsiteY0" fmla="*/ 0 h 948517"/>
              <a:gd name="connsiteX1" fmla="*/ 154 w 49140"/>
              <a:gd name="connsiteY1" fmla="*/ 474889 h 948517"/>
              <a:gd name="connsiteX2" fmla="*/ 38254 w 49140"/>
              <a:gd name="connsiteY2" fmla="*/ 918482 h 948517"/>
              <a:gd name="connsiteX3" fmla="*/ 49140 w 49140"/>
              <a:gd name="connsiteY3" fmla="*/ 908957 h 94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40" h="948517">
                <a:moveTo>
                  <a:pt x="27368" y="0"/>
                </a:moveTo>
                <a:cubicBezTo>
                  <a:pt x="12854" y="160904"/>
                  <a:pt x="-1660" y="321809"/>
                  <a:pt x="154" y="474889"/>
                </a:cubicBezTo>
                <a:cubicBezTo>
                  <a:pt x="1968" y="627969"/>
                  <a:pt x="30090" y="846137"/>
                  <a:pt x="38254" y="918482"/>
                </a:cubicBezTo>
                <a:cubicBezTo>
                  <a:pt x="46418" y="990827"/>
                  <a:pt x="39615" y="909864"/>
                  <a:pt x="49140" y="90895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7B921-BF12-EA5E-CD60-FEE4F4166F12}"/>
              </a:ext>
            </a:extLst>
          </p:cNvPr>
          <p:cNvSpPr/>
          <p:nvPr/>
        </p:nvSpPr>
        <p:spPr>
          <a:xfrm>
            <a:off x="2899682" y="2069646"/>
            <a:ext cx="257175" cy="827315"/>
          </a:xfrm>
          <a:custGeom>
            <a:avLst/>
            <a:gdLst>
              <a:gd name="connsiteX0" fmla="*/ 0 w 251732"/>
              <a:gd name="connsiteY0" fmla="*/ 0 h 775607"/>
              <a:gd name="connsiteX1" fmla="*/ 93889 w 251732"/>
              <a:gd name="connsiteY1" fmla="*/ 427264 h 775607"/>
              <a:gd name="connsiteX2" fmla="*/ 251732 w 251732"/>
              <a:gd name="connsiteY2" fmla="*/ 775607 h 77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732" h="775607">
                <a:moveTo>
                  <a:pt x="0" y="0"/>
                </a:moveTo>
                <a:cubicBezTo>
                  <a:pt x="25967" y="148998"/>
                  <a:pt x="51934" y="297996"/>
                  <a:pt x="93889" y="427264"/>
                </a:cubicBezTo>
                <a:cubicBezTo>
                  <a:pt x="135844" y="556532"/>
                  <a:pt x="193788" y="666069"/>
                  <a:pt x="251732" y="77560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5327FFA-B9AA-2680-7FA6-6AF943C78879}"/>
              </a:ext>
            </a:extLst>
          </p:cNvPr>
          <p:cNvSpPr/>
          <p:nvPr/>
        </p:nvSpPr>
        <p:spPr>
          <a:xfrm>
            <a:off x="3077708" y="1836964"/>
            <a:ext cx="110446" cy="1059997"/>
          </a:xfrm>
          <a:custGeom>
            <a:avLst/>
            <a:gdLst>
              <a:gd name="connsiteX0" fmla="*/ 87313 w 110446"/>
              <a:gd name="connsiteY0" fmla="*/ 0 h 1059997"/>
              <a:gd name="connsiteX1" fmla="*/ 228 w 110446"/>
              <a:gd name="connsiteY1" fmla="*/ 748393 h 1059997"/>
              <a:gd name="connsiteX2" fmla="*/ 110446 w 110446"/>
              <a:gd name="connsiteY2" fmla="*/ 1059997 h 10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446" h="1059997">
                <a:moveTo>
                  <a:pt x="87313" y="0"/>
                </a:moveTo>
                <a:cubicBezTo>
                  <a:pt x="41843" y="285863"/>
                  <a:pt x="-3627" y="571727"/>
                  <a:pt x="228" y="748393"/>
                </a:cubicBezTo>
                <a:cubicBezTo>
                  <a:pt x="4083" y="925059"/>
                  <a:pt x="91850" y="1009650"/>
                  <a:pt x="110446" y="1059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500812-D4A7-C461-5EF2-DFE5E915F4E5}"/>
              </a:ext>
            </a:extLst>
          </p:cNvPr>
          <p:cNvSpPr/>
          <p:nvPr/>
        </p:nvSpPr>
        <p:spPr>
          <a:xfrm>
            <a:off x="2970439" y="1545771"/>
            <a:ext cx="183469" cy="1353911"/>
          </a:xfrm>
          <a:custGeom>
            <a:avLst/>
            <a:gdLst>
              <a:gd name="connsiteX0" fmla="*/ 0 w 202747"/>
              <a:gd name="connsiteY0" fmla="*/ 9449 h 1372885"/>
              <a:gd name="connsiteX1" fmla="*/ 167368 w 202747"/>
              <a:gd name="connsiteY1" fmla="*/ 121028 h 1372885"/>
              <a:gd name="connsiteX2" fmla="*/ 91168 w 202747"/>
              <a:gd name="connsiteY2" fmla="*/ 861257 h 1372885"/>
              <a:gd name="connsiteX3" fmla="*/ 202747 w 202747"/>
              <a:gd name="connsiteY3" fmla="*/ 1372885 h 137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747" h="1372885">
                <a:moveTo>
                  <a:pt x="0" y="9449"/>
                </a:moveTo>
                <a:cubicBezTo>
                  <a:pt x="76086" y="-5746"/>
                  <a:pt x="152173" y="-20940"/>
                  <a:pt x="167368" y="121028"/>
                </a:cubicBezTo>
                <a:cubicBezTo>
                  <a:pt x="182563" y="262996"/>
                  <a:pt x="85272" y="652614"/>
                  <a:pt x="91168" y="861257"/>
                </a:cubicBezTo>
                <a:cubicBezTo>
                  <a:pt x="97064" y="1069900"/>
                  <a:pt x="149905" y="1221392"/>
                  <a:pt x="202747" y="137288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2E60DD-D3B4-4DD5-9F3A-AB16C890F7EC}"/>
              </a:ext>
            </a:extLst>
          </p:cNvPr>
          <p:cNvSpPr/>
          <p:nvPr/>
        </p:nvSpPr>
        <p:spPr>
          <a:xfrm>
            <a:off x="4205620" y="1164634"/>
            <a:ext cx="2070458" cy="21161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2F0AFE4-5546-5B66-791F-909B2F95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183" y="1491477"/>
            <a:ext cx="2259229" cy="146249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493F04-B64F-0693-5B57-B22753257BAF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899682" y="1474542"/>
            <a:ext cx="1609150" cy="14794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786ACB-4C7E-E159-AC3B-9C36C2A8AC31}"/>
              </a:ext>
            </a:extLst>
          </p:cNvPr>
          <p:cNvCxnSpPr>
            <a:cxnSpLocks/>
            <a:endCxn id="16" idx="4"/>
          </p:cNvCxnSpPr>
          <p:nvPr/>
        </p:nvCxnSpPr>
        <p:spPr>
          <a:xfrm>
            <a:off x="3077708" y="3280817"/>
            <a:ext cx="216314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567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BF5FAA-7B72-F3CF-A8BA-F4F106D6B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7223" y="177633"/>
            <a:ext cx="2765681" cy="633375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B15B7AF-FC9D-B057-CEC6-3800EDED3377}"/>
              </a:ext>
            </a:extLst>
          </p:cNvPr>
          <p:cNvSpPr/>
          <p:nvPr/>
        </p:nvSpPr>
        <p:spPr>
          <a:xfrm>
            <a:off x="2552701" y="2012633"/>
            <a:ext cx="427264" cy="882967"/>
          </a:xfrm>
          <a:custGeom>
            <a:avLst/>
            <a:gdLst>
              <a:gd name="connsiteX0" fmla="*/ 0 w 529772"/>
              <a:gd name="connsiteY0" fmla="*/ 0 h 892628"/>
              <a:gd name="connsiteX1" fmla="*/ 123372 w 529772"/>
              <a:gd name="connsiteY1" fmla="*/ 551543 h 892628"/>
              <a:gd name="connsiteX2" fmla="*/ 529772 w 529772"/>
              <a:gd name="connsiteY2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772" h="892628">
                <a:moveTo>
                  <a:pt x="0" y="0"/>
                </a:moveTo>
                <a:cubicBezTo>
                  <a:pt x="17538" y="201386"/>
                  <a:pt x="35077" y="402772"/>
                  <a:pt x="123372" y="551543"/>
                </a:cubicBezTo>
                <a:cubicBezTo>
                  <a:pt x="211667" y="700314"/>
                  <a:pt x="370719" y="796471"/>
                  <a:pt x="529772" y="89262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A0B7355-F46A-5C08-8A8C-00430FA1BFDD}"/>
              </a:ext>
            </a:extLst>
          </p:cNvPr>
          <p:cNvSpPr/>
          <p:nvPr/>
        </p:nvSpPr>
        <p:spPr>
          <a:xfrm>
            <a:off x="2932112" y="2012634"/>
            <a:ext cx="127594" cy="915624"/>
          </a:xfrm>
          <a:custGeom>
            <a:avLst/>
            <a:gdLst>
              <a:gd name="connsiteX0" fmla="*/ 27368 w 49140"/>
              <a:gd name="connsiteY0" fmla="*/ 0 h 948517"/>
              <a:gd name="connsiteX1" fmla="*/ 154 w 49140"/>
              <a:gd name="connsiteY1" fmla="*/ 474889 h 948517"/>
              <a:gd name="connsiteX2" fmla="*/ 38254 w 49140"/>
              <a:gd name="connsiteY2" fmla="*/ 918482 h 948517"/>
              <a:gd name="connsiteX3" fmla="*/ 49140 w 49140"/>
              <a:gd name="connsiteY3" fmla="*/ 908957 h 94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40" h="948517">
                <a:moveTo>
                  <a:pt x="27368" y="0"/>
                </a:moveTo>
                <a:cubicBezTo>
                  <a:pt x="12854" y="160904"/>
                  <a:pt x="-1660" y="321809"/>
                  <a:pt x="154" y="474889"/>
                </a:cubicBezTo>
                <a:cubicBezTo>
                  <a:pt x="1968" y="627969"/>
                  <a:pt x="30090" y="846137"/>
                  <a:pt x="38254" y="918482"/>
                </a:cubicBezTo>
                <a:cubicBezTo>
                  <a:pt x="46418" y="990827"/>
                  <a:pt x="39615" y="909864"/>
                  <a:pt x="49140" y="90895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7B921-BF12-EA5E-CD60-FEE4F4166F12}"/>
              </a:ext>
            </a:extLst>
          </p:cNvPr>
          <p:cNvSpPr/>
          <p:nvPr/>
        </p:nvSpPr>
        <p:spPr>
          <a:xfrm>
            <a:off x="2899682" y="2069646"/>
            <a:ext cx="257175" cy="827315"/>
          </a:xfrm>
          <a:custGeom>
            <a:avLst/>
            <a:gdLst>
              <a:gd name="connsiteX0" fmla="*/ 0 w 251732"/>
              <a:gd name="connsiteY0" fmla="*/ 0 h 775607"/>
              <a:gd name="connsiteX1" fmla="*/ 93889 w 251732"/>
              <a:gd name="connsiteY1" fmla="*/ 427264 h 775607"/>
              <a:gd name="connsiteX2" fmla="*/ 251732 w 251732"/>
              <a:gd name="connsiteY2" fmla="*/ 775607 h 77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732" h="775607">
                <a:moveTo>
                  <a:pt x="0" y="0"/>
                </a:moveTo>
                <a:cubicBezTo>
                  <a:pt x="25967" y="148998"/>
                  <a:pt x="51934" y="297996"/>
                  <a:pt x="93889" y="427264"/>
                </a:cubicBezTo>
                <a:cubicBezTo>
                  <a:pt x="135844" y="556532"/>
                  <a:pt x="193788" y="666069"/>
                  <a:pt x="251732" y="77560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5327FFA-B9AA-2680-7FA6-6AF943C78879}"/>
              </a:ext>
            </a:extLst>
          </p:cNvPr>
          <p:cNvSpPr/>
          <p:nvPr/>
        </p:nvSpPr>
        <p:spPr>
          <a:xfrm>
            <a:off x="3077708" y="1836964"/>
            <a:ext cx="110446" cy="1059997"/>
          </a:xfrm>
          <a:custGeom>
            <a:avLst/>
            <a:gdLst>
              <a:gd name="connsiteX0" fmla="*/ 87313 w 110446"/>
              <a:gd name="connsiteY0" fmla="*/ 0 h 1059997"/>
              <a:gd name="connsiteX1" fmla="*/ 228 w 110446"/>
              <a:gd name="connsiteY1" fmla="*/ 748393 h 1059997"/>
              <a:gd name="connsiteX2" fmla="*/ 110446 w 110446"/>
              <a:gd name="connsiteY2" fmla="*/ 1059997 h 10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446" h="1059997">
                <a:moveTo>
                  <a:pt x="87313" y="0"/>
                </a:moveTo>
                <a:cubicBezTo>
                  <a:pt x="41843" y="285863"/>
                  <a:pt x="-3627" y="571727"/>
                  <a:pt x="228" y="748393"/>
                </a:cubicBezTo>
                <a:cubicBezTo>
                  <a:pt x="4083" y="925059"/>
                  <a:pt x="91850" y="1009650"/>
                  <a:pt x="110446" y="1059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500812-D4A7-C461-5EF2-DFE5E915F4E5}"/>
              </a:ext>
            </a:extLst>
          </p:cNvPr>
          <p:cNvSpPr/>
          <p:nvPr/>
        </p:nvSpPr>
        <p:spPr>
          <a:xfrm>
            <a:off x="2970439" y="1545771"/>
            <a:ext cx="183469" cy="1353911"/>
          </a:xfrm>
          <a:custGeom>
            <a:avLst/>
            <a:gdLst>
              <a:gd name="connsiteX0" fmla="*/ 0 w 202747"/>
              <a:gd name="connsiteY0" fmla="*/ 9449 h 1372885"/>
              <a:gd name="connsiteX1" fmla="*/ 167368 w 202747"/>
              <a:gd name="connsiteY1" fmla="*/ 121028 h 1372885"/>
              <a:gd name="connsiteX2" fmla="*/ 91168 w 202747"/>
              <a:gd name="connsiteY2" fmla="*/ 861257 h 1372885"/>
              <a:gd name="connsiteX3" fmla="*/ 202747 w 202747"/>
              <a:gd name="connsiteY3" fmla="*/ 1372885 h 137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747" h="1372885">
                <a:moveTo>
                  <a:pt x="0" y="9449"/>
                </a:moveTo>
                <a:cubicBezTo>
                  <a:pt x="76086" y="-5746"/>
                  <a:pt x="152173" y="-20940"/>
                  <a:pt x="167368" y="121028"/>
                </a:cubicBezTo>
                <a:cubicBezTo>
                  <a:pt x="182563" y="262996"/>
                  <a:pt x="85272" y="652614"/>
                  <a:pt x="91168" y="861257"/>
                </a:cubicBezTo>
                <a:cubicBezTo>
                  <a:pt x="97064" y="1069900"/>
                  <a:pt x="149905" y="1221392"/>
                  <a:pt x="202747" y="137288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2E60DD-D3B4-4DD5-9F3A-AB16C890F7EC}"/>
              </a:ext>
            </a:extLst>
          </p:cNvPr>
          <p:cNvSpPr/>
          <p:nvPr/>
        </p:nvSpPr>
        <p:spPr>
          <a:xfrm>
            <a:off x="4205620" y="1164634"/>
            <a:ext cx="2070458" cy="21161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2F0AFE4-5546-5B66-791F-909B2F95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940" y="1355503"/>
            <a:ext cx="2163140" cy="175706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493F04-B64F-0693-5B57-B22753257BAF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899682" y="1474542"/>
            <a:ext cx="1609150" cy="14794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786ACB-4C7E-E159-AC3B-9C36C2A8AC31}"/>
              </a:ext>
            </a:extLst>
          </p:cNvPr>
          <p:cNvCxnSpPr>
            <a:cxnSpLocks/>
            <a:endCxn id="16" idx="4"/>
          </p:cNvCxnSpPr>
          <p:nvPr/>
        </p:nvCxnSpPr>
        <p:spPr>
          <a:xfrm>
            <a:off x="3077708" y="3280817"/>
            <a:ext cx="216314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265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BF5FAA-7B72-F3CF-A8BA-F4F106D6B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0476" y="524248"/>
            <a:ext cx="2765681" cy="633375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B15B7AF-FC9D-B057-CEC6-3800EDED3377}"/>
              </a:ext>
            </a:extLst>
          </p:cNvPr>
          <p:cNvSpPr/>
          <p:nvPr/>
        </p:nvSpPr>
        <p:spPr>
          <a:xfrm>
            <a:off x="2592076" y="2363645"/>
            <a:ext cx="456971" cy="911996"/>
          </a:xfrm>
          <a:custGeom>
            <a:avLst/>
            <a:gdLst>
              <a:gd name="connsiteX0" fmla="*/ 0 w 529772"/>
              <a:gd name="connsiteY0" fmla="*/ 0 h 892628"/>
              <a:gd name="connsiteX1" fmla="*/ 123372 w 529772"/>
              <a:gd name="connsiteY1" fmla="*/ 551543 h 892628"/>
              <a:gd name="connsiteX2" fmla="*/ 529772 w 529772"/>
              <a:gd name="connsiteY2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772" h="892628">
                <a:moveTo>
                  <a:pt x="0" y="0"/>
                </a:moveTo>
                <a:cubicBezTo>
                  <a:pt x="17538" y="201386"/>
                  <a:pt x="35077" y="402772"/>
                  <a:pt x="123372" y="551543"/>
                </a:cubicBezTo>
                <a:cubicBezTo>
                  <a:pt x="211667" y="700314"/>
                  <a:pt x="370719" y="796471"/>
                  <a:pt x="529772" y="89262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A0B7355-F46A-5C08-8A8C-00430FA1BFDD}"/>
              </a:ext>
            </a:extLst>
          </p:cNvPr>
          <p:cNvSpPr/>
          <p:nvPr/>
        </p:nvSpPr>
        <p:spPr>
          <a:xfrm>
            <a:off x="2938459" y="2355305"/>
            <a:ext cx="142647" cy="941339"/>
          </a:xfrm>
          <a:custGeom>
            <a:avLst/>
            <a:gdLst>
              <a:gd name="connsiteX0" fmla="*/ 27368 w 49140"/>
              <a:gd name="connsiteY0" fmla="*/ 0 h 948517"/>
              <a:gd name="connsiteX1" fmla="*/ 154 w 49140"/>
              <a:gd name="connsiteY1" fmla="*/ 474889 h 948517"/>
              <a:gd name="connsiteX2" fmla="*/ 38254 w 49140"/>
              <a:gd name="connsiteY2" fmla="*/ 918482 h 948517"/>
              <a:gd name="connsiteX3" fmla="*/ 49140 w 49140"/>
              <a:gd name="connsiteY3" fmla="*/ 908957 h 94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40" h="948517">
                <a:moveTo>
                  <a:pt x="27368" y="0"/>
                </a:moveTo>
                <a:cubicBezTo>
                  <a:pt x="12854" y="160904"/>
                  <a:pt x="-1660" y="321809"/>
                  <a:pt x="154" y="474889"/>
                </a:cubicBezTo>
                <a:cubicBezTo>
                  <a:pt x="1968" y="627969"/>
                  <a:pt x="30090" y="846137"/>
                  <a:pt x="38254" y="918482"/>
                </a:cubicBezTo>
                <a:cubicBezTo>
                  <a:pt x="46418" y="990827"/>
                  <a:pt x="39615" y="909864"/>
                  <a:pt x="49140" y="90895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7B921-BF12-EA5E-CD60-FEE4F4166F12}"/>
              </a:ext>
            </a:extLst>
          </p:cNvPr>
          <p:cNvSpPr/>
          <p:nvPr/>
        </p:nvSpPr>
        <p:spPr>
          <a:xfrm>
            <a:off x="2930979" y="2456666"/>
            <a:ext cx="257175" cy="827315"/>
          </a:xfrm>
          <a:custGeom>
            <a:avLst/>
            <a:gdLst>
              <a:gd name="connsiteX0" fmla="*/ 0 w 251732"/>
              <a:gd name="connsiteY0" fmla="*/ 0 h 775607"/>
              <a:gd name="connsiteX1" fmla="*/ 93889 w 251732"/>
              <a:gd name="connsiteY1" fmla="*/ 427264 h 775607"/>
              <a:gd name="connsiteX2" fmla="*/ 251732 w 251732"/>
              <a:gd name="connsiteY2" fmla="*/ 775607 h 77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732" h="775607">
                <a:moveTo>
                  <a:pt x="0" y="0"/>
                </a:moveTo>
                <a:cubicBezTo>
                  <a:pt x="25967" y="148998"/>
                  <a:pt x="51934" y="297996"/>
                  <a:pt x="93889" y="427264"/>
                </a:cubicBezTo>
                <a:cubicBezTo>
                  <a:pt x="135844" y="556532"/>
                  <a:pt x="193788" y="666069"/>
                  <a:pt x="251732" y="77560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5327FFA-B9AA-2680-7FA6-6AF943C78879}"/>
              </a:ext>
            </a:extLst>
          </p:cNvPr>
          <p:cNvSpPr/>
          <p:nvPr/>
        </p:nvSpPr>
        <p:spPr>
          <a:xfrm>
            <a:off x="3098712" y="2235122"/>
            <a:ext cx="110446" cy="1059997"/>
          </a:xfrm>
          <a:custGeom>
            <a:avLst/>
            <a:gdLst>
              <a:gd name="connsiteX0" fmla="*/ 87313 w 110446"/>
              <a:gd name="connsiteY0" fmla="*/ 0 h 1059997"/>
              <a:gd name="connsiteX1" fmla="*/ 228 w 110446"/>
              <a:gd name="connsiteY1" fmla="*/ 748393 h 1059997"/>
              <a:gd name="connsiteX2" fmla="*/ 110446 w 110446"/>
              <a:gd name="connsiteY2" fmla="*/ 1059997 h 10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446" h="1059997">
                <a:moveTo>
                  <a:pt x="87313" y="0"/>
                </a:moveTo>
                <a:cubicBezTo>
                  <a:pt x="41843" y="285863"/>
                  <a:pt x="-3627" y="571727"/>
                  <a:pt x="228" y="748393"/>
                </a:cubicBezTo>
                <a:cubicBezTo>
                  <a:pt x="4083" y="925059"/>
                  <a:pt x="91850" y="1009650"/>
                  <a:pt x="110446" y="1059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500812-D4A7-C461-5EF2-DFE5E915F4E5}"/>
              </a:ext>
            </a:extLst>
          </p:cNvPr>
          <p:cNvSpPr/>
          <p:nvPr/>
        </p:nvSpPr>
        <p:spPr>
          <a:xfrm>
            <a:off x="3020404" y="1942326"/>
            <a:ext cx="183469" cy="1353911"/>
          </a:xfrm>
          <a:custGeom>
            <a:avLst/>
            <a:gdLst>
              <a:gd name="connsiteX0" fmla="*/ 0 w 202747"/>
              <a:gd name="connsiteY0" fmla="*/ 9449 h 1372885"/>
              <a:gd name="connsiteX1" fmla="*/ 167368 w 202747"/>
              <a:gd name="connsiteY1" fmla="*/ 121028 h 1372885"/>
              <a:gd name="connsiteX2" fmla="*/ 91168 w 202747"/>
              <a:gd name="connsiteY2" fmla="*/ 861257 h 1372885"/>
              <a:gd name="connsiteX3" fmla="*/ 202747 w 202747"/>
              <a:gd name="connsiteY3" fmla="*/ 1372885 h 137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747" h="1372885">
                <a:moveTo>
                  <a:pt x="0" y="9449"/>
                </a:moveTo>
                <a:cubicBezTo>
                  <a:pt x="76086" y="-5746"/>
                  <a:pt x="152173" y="-20940"/>
                  <a:pt x="167368" y="121028"/>
                </a:cubicBezTo>
                <a:cubicBezTo>
                  <a:pt x="182563" y="262996"/>
                  <a:pt x="85272" y="652614"/>
                  <a:pt x="91168" y="861257"/>
                </a:cubicBezTo>
                <a:cubicBezTo>
                  <a:pt x="97064" y="1069900"/>
                  <a:pt x="149905" y="1221392"/>
                  <a:pt x="202747" y="137288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2E60DD-D3B4-4DD5-9F3A-AB16C890F7EC}"/>
              </a:ext>
            </a:extLst>
          </p:cNvPr>
          <p:cNvSpPr/>
          <p:nvPr/>
        </p:nvSpPr>
        <p:spPr>
          <a:xfrm>
            <a:off x="4295371" y="1507305"/>
            <a:ext cx="2070458" cy="21161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2F0AFE4-5546-5B66-791F-909B2F95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2689" y="1686014"/>
            <a:ext cx="2163140" cy="175706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493F04-B64F-0693-5B57-B22753257BAF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989433" y="1817213"/>
            <a:ext cx="1609150" cy="14794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786ACB-4C7E-E159-AC3B-9C36C2A8AC31}"/>
              </a:ext>
            </a:extLst>
          </p:cNvPr>
          <p:cNvCxnSpPr>
            <a:cxnSpLocks/>
          </p:cNvCxnSpPr>
          <p:nvPr/>
        </p:nvCxnSpPr>
        <p:spPr>
          <a:xfrm>
            <a:off x="3098712" y="3600132"/>
            <a:ext cx="216314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E3A4187-E558-3FB9-12F2-4D177A0D4EC6}"/>
              </a:ext>
            </a:extLst>
          </p:cNvPr>
          <p:cNvCxnSpPr>
            <a:cxnSpLocks/>
          </p:cNvCxnSpPr>
          <p:nvPr/>
        </p:nvCxnSpPr>
        <p:spPr>
          <a:xfrm flipH="1">
            <a:off x="2989433" y="521489"/>
            <a:ext cx="2218277" cy="1397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738522-1C0B-1B08-2F31-3400D06B410D}"/>
              </a:ext>
            </a:extLst>
          </p:cNvPr>
          <p:cNvCxnSpPr>
            <a:cxnSpLocks/>
          </p:cNvCxnSpPr>
          <p:nvPr/>
        </p:nvCxnSpPr>
        <p:spPr>
          <a:xfrm>
            <a:off x="5197928" y="521489"/>
            <a:ext cx="15512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C6D9E5-1C0E-5D99-4882-C64730DFE638}"/>
              </a:ext>
            </a:extLst>
          </p:cNvPr>
          <p:cNvCxnSpPr>
            <a:cxnSpLocks/>
          </p:cNvCxnSpPr>
          <p:nvPr/>
        </p:nvCxnSpPr>
        <p:spPr>
          <a:xfrm flipH="1">
            <a:off x="3006035" y="1226765"/>
            <a:ext cx="2131300" cy="10576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165403-32CA-987E-E057-C753D49D4A28}"/>
              </a:ext>
            </a:extLst>
          </p:cNvPr>
          <p:cNvCxnSpPr>
            <a:cxnSpLocks/>
          </p:cNvCxnSpPr>
          <p:nvPr/>
        </p:nvCxnSpPr>
        <p:spPr>
          <a:xfrm>
            <a:off x="5137335" y="1226765"/>
            <a:ext cx="156826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EE6AEB2-5B5B-A285-9713-DB4E2124A517}"/>
              </a:ext>
            </a:extLst>
          </p:cNvPr>
          <p:cNvCxnSpPr>
            <a:cxnSpLocks/>
          </p:cNvCxnSpPr>
          <p:nvPr/>
        </p:nvCxnSpPr>
        <p:spPr>
          <a:xfrm flipH="1" flipV="1">
            <a:off x="3234844" y="3330046"/>
            <a:ext cx="1839432" cy="5739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6818BAF-AEC2-FAE1-6582-CE96EB870CBC}"/>
              </a:ext>
            </a:extLst>
          </p:cNvPr>
          <p:cNvCxnSpPr>
            <a:cxnSpLocks/>
          </p:cNvCxnSpPr>
          <p:nvPr/>
        </p:nvCxnSpPr>
        <p:spPr>
          <a:xfrm>
            <a:off x="5061397" y="3904028"/>
            <a:ext cx="1572085" cy="596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2414334-BD61-8550-2680-595C6D537B74}"/>
              </a:ext>
            </a:extLst>
          </p:cNvPr>
          <p:cNvCxnSpPr>
            <a:cxnSpLocks/>
          </p:cNvCxnSpPr>
          <p:nvPr/>
        </p:nvCxnSpPr>
        <p:spPr>
          <a:xfrm flipH="1" flipV="1">
            <a:off x="5406828" y="2497974"/>
            <a:ext cx="1315101" cy="481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749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BF5FAA-7B72-F3CF-A8BA-F4F106D6B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0476" y="524248"/>
            <a:ext cx="2765681" cy="633375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B15B7AF-FC9D-B057-CEC6-3800EDED3377}"/>
              </a:ext>
            </a:extLst>
          </p:cNvPr>
          <p:cNvSpPr/>
          <p:nvPr/>
        </p:nvSpPr>
        <p:spPr>
          <a:xfrm>
            <a:off x="2592076" y="2363645"/>
            <a:ext cx="456971" cy="911996"/>
          </a:xfrm>
          <a:custGeom>
            <a:avLst/>
            <a:gdLst>
              <a:gd name="connsiteX0" fmla="*/ 0 w 529772"/>
              <a:gd name="connsiteY0" fmla="*/ 0 h 892628"/>
              <a:gd name="connsiteX1" fmla="*/ 123372 w 529772"/>
              <a:gd name="connsiteY1" fmla="*/ 551543 h 892628"/>
              <a:gd name="connsiteX2" fmla="*/ 529772 w 529772"/>
              <a:gd name="connsiteY2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772" h="892628">
                <a:moveTo>
                  <a:pt x="0" y="0"/>
                </a:moveTo>
                <a:cubicBezTo>
                  <a:pt x="17538" y="201386"/>
                  <a:pt x="35077" y="402772"/>
                  <a:pt x="123372" y="551543"/>
                </a:cubicBezTo>
                <a:cubicBezTo>
                  <a:pt x="211667" y="700314"/>
                  <a:pt x="370719" y="796471"/>
                  <a:pt x="529772" y="89262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A0B7355-F46A-5C08-8A8C-00430FA1BFDD}"/>
              </a:ext>
            </a:extLst>
          </p:cNvPr>
          <p:cNvSpPr/>
          <p:nvPr/>
        </p:nvSpPr>
        <p:spPr>
          <a:xfrm>
            <a:off x="2938459" y="2355305"/>
            <a:ext cx="142647" cy="941339"/>
          </a:xfrm>
          <a:custGeom>
            <a:avLst/>
            <a:gdLst>
              <a:gd name="connsiteX0" fmla="*/ 27368 w 49140"/>
              <a:gd name="connsiteY0" fmla="*/ 0 h 948517"/>
              <a:gd name="connsiteX1" fmla="*/ 154 w 49140"/>
              <a:gd name="connsiteY1" fmla="*/ 474889 h 948517"/>
              <a:gd name="connsiteX2" fmla="*/ 38254 w 49140"/>
              <a:gd name="connsiteY2" fmla="*/ 918482 h 948517"/>
              <a:gd name="connsiteX3" fmla="*/ 49140 w 49140"/>
              <a:gd name="connsiteY3" fmla="*/ 908957 h 94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40" h="948517">
                <a:moveTo>
                  <a:pt x="27368" y="0"/>
                </a:moveTo>
                <a:cubicBezTo>
                  <a:pt x="12854" y="160904"/>
                  <a:pt x="-1660" y="321809"/>
                  <a:pt x="154" y="474889"/>
                </a:cubicBezTo>
                <a:cubicBezTo>
                  <a:pt x="1968" y="627969"/>
                  <a:pt x="30090" y="846137"/>
                  <a:pt x="38254" y="918482"/>
                </a:cubicBezTo>
                <a:cubicBezTo>
                  <a:pt x="46418" y="990827"/>
                  <a:pt x="39615" y="909864"/>
                  <a:pt x="49140" y="90895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7B921-BF12-EA5E-CD60-FEE4F4166F12}"/>
              </a:ext>
            </a:extLst>
          </p:cNvPr>
          <p:cNvSpPr/>
          <p:nvPr/>
        </p:nvSpPr>
        <p:spPr>
          <a:xfrm>
            <a:off x="2930979" y="2456666"/>
            <a:ext cx="257175" cy="827315"/>
          </a:xfrm>
          <a:custGeom>
            <a:avLst/>
            <a:gdLst>
              <a:gd name="connsiteX0" fmla="*/ 0 w 251732"/>
              <a:gd name="connsiteY0" fmla="*/ 0 h 775607"/>
              <a:gd name="connsiteX1" fmla="*/ 93889 w 251732"/>
              <a:gd name="connsiteY1" fmla="*/ 427264 h 775607"/>
              <a:gd name="connsiteX2" fmla="*/ 251732 w 251732"/>
              <a:gd name="connsiteY2" fmla="*/ 775607 h 77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732" h="775607">
                <a:moveTo>
                  <a:pt x="0" y="0"/>
                </a:moveTo>
                <a:cubicBezTo>
                  <a:pt x="25967" y="148998"/>
                  <a:pt x="51934" y="297996"/>
                  <a:pt x="93889" y="427264"/>
                </a:cubicBezTo>
                <a:cubicBezTo>
                  <a:pt x="135844" y="556532"/>
                  <a:pt x="193788" y="666069"/>
                  <a:pt x="251732" y="77560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5327FFA-B9AA-2680-7FA6-6AF943C78879}"/>
              </a:ext>
            </a:extLst>
          </p:cNvPr>
          <p:cNvSpPr/>
          <p:nvPr/>
        </p:nvSpPr>
        <p:spPr>
          <a:xfrm>
            <a:off x="3098712" y="2235122"/>
            <a:ext cx="110446" cy="1059997"/>
          </a:xfrm>
          <a:custGeom>
            <a:avLst/>
            <a:gdLst>
              <a:gd name="connsiteX0" fmla="*/ 87313 w 110446"/>
              <a:gd name="connsiteY0" fmla="*/ 0 h 1059997"/>
              <a:gd name="connsiteX1" fmla="*/ 228 w 110446"/>
              <a:gd name="connsiteY1" fmla="*/ 748393 h 1059997"/>
              <a:gd name="connsiteX2" fmla="*/ 110446 w 110446"/>
              <a:gd name="connsiteY2" fmla="*/ 1059997 h 10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446" h="1059997">
                <a:moveTo>
                  <a:pt x="87313" y="0"/>
                </a:moveTo>
                <a:cubicBezTo>
                  <a:pt x="41843" y="285863"/>
                  <a:pt x="-3627" y="571727"/>
                  <a:pt x="228" y="748393"/>
                </a:cubicBezTo>
                <a:cubicBezTo>
                  <a:pt x="4083" y="925059"/>
                  <a:pt x="91850" y="1009650"/>
                  <a:pt x="110446" y="1059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500812-D4A7-C461-5EF2-DFE5E915F4E5}"/>
              </a:ext>
            </a:extLst>
          </p:cNvPr>
          <p:cNvSpPr/>
          <p:nvPr/>
        </p:nvSpPr>
        <p:spPr>
          <a:xfrm>
            <a:off x="3020404" y="1942326"/>
            <a:ext cx="183469" cy="1353911"/>
          </a:xfrm>
          <a:custGeom>
            <a:avLst/>
            <a:gdLst>
              <a:gd name="connsiteX0" fmla="*/ 0 w 202747"/>
              <a:gd name="connsiteY0" fmla="*/ 9449 h 1372885"/>
              <a:gd name="connsiteX1" fmla="*/ 167368 w 202747"/>
              <a:gd name="connsiteY1" fmla="*/ 121028 h 1372885"/>
              <a:gd name="connsiteX2" fmla="*/ 91168 w 202747"/>
              <a:gd name="connsiteY2" fmla="*/ 861257 h 1372885"/>
              <a:gd name="connsiteX3" fmla="*/ 202747 w 202747"/>
              <a:gd name="connsiteY3" fmla="*/ 1372885 h 137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747" h="1372885">
                <a:moveTo>
                  <a:pt x="0" y="9449"/>
                </a:moveTo>
                <a:cubicBezTo>
                  <a:pt x="76086" y="-5746"/>
                  <a:pt x="152173" y="-20940"/>
                  <a:pt x="167368" y="121028"/>
                </a:cubicBezTo>
                <a:cubicBezTo>
                  <a:pt x="182563" y="262996"/>
                  <a:pt x="85272" y="652614"/>
                  <a:pt x="91168" y="861257"/>
                </a:cubicBezTo>
                <a:cubicBezTo>
                  <a:pt x="97064" y="1069900"/>
                  <a:pt x="149905" y="1221392"/>
                  <a:pt x="202747" y="137288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2E60DD-D3B4-4DD5-9F3A-AB16C890F7EC}"/>
              </a:ext>
            </a:extLst>
          </p:cNvPr>
          <p:cNvSpPr/>
          <p:nvPr/>
        </p:nvSpPr>
        <p:spPr>
          <a:xfrm>
            <a:off x="4295371" y="1507305"/>
            <a:ext cx="2070458" cy="21161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2F0AFE4-5546-5B66-791F-909B2F95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2689" y="1686014"/>
            <a:ext cx="2163140" cy="175706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493F04-B64F-0693-5B57-B22753257BAF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989433" y="1817213"/>
            <a:ext cx="1609150" cy="14794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786ACB-4C7E-E159-AC3B-9C36C2A8AC31}"/>
              </a:ext>
            </a:extLst>
          </p:cNvPr>
          <p:cNvCxnSpPr>
            <a:cxnSpLocks/>
          </p:cNvCxnSpPr>
          <p:nvPr/>
        </p:nvCxnSpPr>
        <p:spPr>
          <a:xfrm>
            <a:off x="3098712" y="3600132"/>
            <a:ext cx="216314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E3A4187-E558-3FB9-12F2-4D177A0D4EC6}"/>
              </a:ext>
            </a:extLst>
          </p:cNvPr>
          <p:cNvCxnSpPr>
            <a:cxnSpLocks/>
          </p:cNvCxnSpPr>
          <p:nvPr/>
        </p:nvCxnSpPr>
        <p:spPr>
          <a:xfrm flipH="1">
            <a:off x="2989433" y="521489"/>
            <a:ext cx="2218277" cy="1397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738522-1C0B-1B08-2F31-3400D06B410D}"/>
              </a:ext>
            </a:extLst>
          </p:cNvPr>
          <p:cNvCxnSpPr>
            <a:cxnSpLocks/>
          </p:cNvCxnSpPr>
          <p:nvPr/>
        </p:nvCxnSpPr>
        <p:spPr>
          <a:xfrm>
            <a:off x="5197928" y="521489"/>
            <a:ext cx="15512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165403-32CA-987E-E057-C753D49D4A28}"/>
              </a:ext>
            </a:extLst>
          </p:cNvPr>
          <p:cNvCxnSpPr>
            <a:cxnSpLocks/>
          </p:cNvCxnSpPr>
          <p:nvPr/>
        </p:nvCxnSpPr>
        <p:spPr>
          <a:xfrm>
            <a:off x="5126450" y="1218425"/>
            <a:ext cx="156826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EE6AEB2-5B5B-A285-9713-DB4E2124A517}"/>
              </a:ext>
            </a:extLst>
          </p:cNvPr>
          <p:cNvCxnSpPr>
            <a:cxnSpLocks/>
          </p:cNvCxnSpPr>
          <p:nvPr/>
        </p:nvCxnSpPr>
        <p:spPr>
          <a:xfrm flipH="1" flipV="1">
            <a:off x="3234844" y="3330046"/>
            <a:ext cx="1839432" cy="5739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6818BAF-AEC2-FAE1-6582-CE96EB870CBC}"/>
              </a:ext>
            </a:extLst>
          </p:cNvPr>
          <p:cNvCxnSpPr>
            <a:cxnSpLocks/>
          </p:cNvCxnSpPr>
          <p:nvPr/>
        </p:nvCxnSpPr>
        <p:spPr>
          <a:xfrm>
            <a:off x="5061397" y="3904028"/>
            <a:ext cx="1572085" cy="596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2414334-BD61-8550-2680-595C6D537B74}"/>
              </a:ext>
            </a:extLst>
          </p:cNvPr>
          <p:cNvCxnSpPr>
            <a:cxnSpLocks/>
          </p:cNvCxnSpPr>
          <p:nvPr/>
        </p:nvCxnSpPr>
        <p:spPr>
          <a:xfrm flipH="1" flipV="1">
            <a:off x="5406828" y="2497974"/>
            <a:ext cx="1315101" cy="481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BCD1A75-1E9C-3723-E065-53360EFC3E5F}"/>
              </a:ext>
            </a:extLst>
          </p:cNvPr>
          <p:cNvSpPr/>
          <p:nvPr/>
        </p:nvSpPr>
        <p:spPr>
          <a:xfrm>
            <a:off x="2209800" y="1686014"/>
            <a:ext cx="297996" cy="325122"/>
          </a:xfrm>
          <a:custGeom>
            <a:avLst/>
            <a:gdLst>
              <a:gd name="connsiteX0" fmla="*/ 0 w 287383"/>
              <a:gd name="connsiteY0" fmla="*/ 10170 h 336741"/>
              <a:gd name="connsiteX1" fmla="*/ 148046 w 287383"/>
              <a:gd name="connsiteY1" fmla="*/ 40650 h 336741"/>
              <a:gd name="connsiteX2" fmla="*/ 287383 w 287383"/>
              <a:gd name="connsiteY2" fmla="*/ 336741 h 336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7383" h="336741">
                <a:moveTo>
                  <a:pt x="0" y="10170"/>
                </a:moveTo>
                <a:cubicBezTo>
                  <a:pt x="50074" y="-1805"/>
                  <a:pt x="100149" y="-13779"/>
                  <a:pt x="148046" y="40650"/>
                </a:cubicBezTo>
                <a:cubicBezTo>
                  <a:pt x="195943" y="95079"/>
                  <a:pt x="241663" y="215910"/>
                  <a:pt x="287383" y="33674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6B05F1D-6B5D-1276-FE46-52FE6119E5AE}"/>
              </a:ext>
            </a:extLst>
          </p:cNvPr>
          <p:cNvSpPr/>
          <p:nvPr/>
        </p:nvSpPr>
        <p:spPr>
          <a:xfrm>
            <a:off x="2349954" y="1632830"/>
            <a:ext cx="255814" cy="378306"/>
          </a:xfrm>
          <a:custGeom>
            <a:avLst/>
            <a:gdLst>
              <a:gd name="connsiteX0" fmla="*/ 0 w 255814"/>
              <a:gd name="connsiteY0" fmla="*/ 27 h 378306"/>
              <a:gd name="connsiteX1" fmla="*/ 99332 w 255814"/>
              <a:gd name="connsiteY1" fmla="*/ 62620 h 378306"/>
              <a:gd name="connsiteX2" fmla="*/ 255814 w 255814"/>
              <a:gd name="connsiteY2" fmla="*/ 378306 h 37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814" h="378306">
                <a:moveTo>
                  <a:pt x="0" y="27"/>
                </a:moveTo>
                <a:cubicBezTo>
                  <a:pt x="28348" y="-200"/>
                  <a:pt x="56696" y="-426"/>
                  <a:pt x="99332" y="62620"/>
                </a:cubicBezTo>
                <a:cubicBezTo>
                  <a:pt x="141968" y="125666"/>
                  <a:pt x="233136" y="337485"/>
                  <a:pt x="255814" y="37830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F55AF0-C3B0-873F-9A06-8AA1209DEAE0}"/>
              </a:ext>
            </a:extLst>
          </p:cNvPr>
          <p:cNvSpPr/>
          <p:nvPr/>
        </p:nvSpPr>
        <p:spPr>
          <a:xfrm>
            <a:off x="2943225" y="1616529"/>
            <a:ext cx="213632" cy="389164"/>
          </a:xfrm>
          <a:custGeom>
            <a:avLst/>
            <a:gdLst>
              <a:gd name="connsiteX0" fmla="*/ 213632 w 213632"/>
              <a:gd name="connsiteY0" fmla="*/ 0 h 389164"/>
              <a:gd name="connsiteX1" fmla="*/ 141514 w 213632"/>
              <a:gd name="connsiteY1" fmla="*/ 66675 h 389164"/>
              <a:gd name="connsiteX2" fmla="*/ 0 w 213632"/>
              <a:gd name="connsiteY2" fmla="*/ 389164 h 38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3632" h="389164">
                <a:moveTo>
                  <a:pt x="213632" y="0"/>
                </a:moveTo>
                <a:cubicBezTo>
                  <a:pt x="195375" y="907"/>
                  <a:pt x="177119" y="1814"/>
                  <a:pt x="141514" y="66675"/>
                </a:cubicBezTo>
                <a:cubicBezTo>
                  <a:pt x="105909" y="131536"/>
                  <a:pt x="52954" y="260350"/>
                  <a:pt x="0" y="38916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D55DAE9-196B-C5FE-BD9A-46A4EAA62792}"/>
              </a:ext>
            </a:extLst>
          </p:cNvPr>
          <p:cNvSpPr/>
          <p:nvPr/>
        </p:nvSpPr>
        <p:spPr>
          <a:xfrm>
            <a:off x="3043918" y="1659268"/>
            <a:ext cx="219075" cy="342343"/>
          </a:xfrm>
          <a:custGeom>
            <a:avLst/>
            <a:gdLst>
              <a:gd name="connsiteX0" fmla="*/ 219075 w 219075"/>
              <a:gd name="connsiteY0" fmla="*/ 3525 h 342343"/>
              <a:gd name="connsiteX1" fmla="*/ 121103 w 219075"/>
              <a:gd name="connsiteY1" fmla="*/ 48428 h 342343"/>
              <a:gd name="connsiteX2" fmla="*/ 0 w 219075"/>
              <a:gd name="connsiteY2" fmla="*/ 342343 h 34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075" h="342343">
                <a:moveTo>
                  <a:pt x="219075" y="3525"/>
                </a:moveTo>
                <a:cubicBezTo>
                  <a:pt x="188345" y="-2259"/>
                  <a:pt x="157615" y="-8042"/>
                  <a:pt x="121103" y="48428"/>
                </a:cubicBezTo>
                <a:cubicBezTo>
                  <a:pt x="84591" y="104898"/>
                  <a:pt x="42295" y="223620"/>
                  <a:pt x="0" y="34234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CE25DAE-18E0-3A0F-2139-37C2677B18E5}"/>
              </a:ext>
            </a:extLst>
          </p:cNvPr>
          <p:cNvSpPr/>
          <p:nvPr/>
        </p:nvSpPr>
        <p:spPr>
          <a:xfrm>
            <a:off x="2733675" y="2152650"/>
            <a:ext cx="78921" cy="4082"/>
          </a:xfrm>
          <a:custGeom>
            <a:avLst/>
            <a:gdLst>
              <a:gd name="connsiteX0" fmla="*/ 0 w 78921"/>
              <a:gd name="connsiteY0" fmla="*/ 4082 h 4082"/>
              <a:gd name="connsiteX1" fmla="*/ 78921 w 78921"/>
              <a:gd name="connsiteY1" fmla="*/ 0 h 4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921" h="4082">
                <a:moveTo>
                  <a:pt x="0" y="4082"/>
                </a:moveTo>
                <a:lnTo>
                  <a:pt x="78921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A24F96-0CE2-982F-C3A5-35119E088E66}"/>
              </a:ext>
            </a:extLst>
          </p:cNvPr>
          <p:cNvSpPr/>
          <p:nvPr/>
        </p:nvSpPr>
        <p:spPr>
          <a:xfrm>
            <a:off x="2737757" y="2239736"/>
            <a:ext cx="81643" cy="2721"/>
          </a:xfrm>
          <a:custGeom>
            <a:avLst/>
            <a:gdLst>
              <a:gd name="connsiteX0" fmla="*/ 0 w 81643"/>
              <a:gd name="connsiteY0" fmla="*/ 2721 h 2721"/>
              <a:gd name="connsiteX1" fmla="*/ 81643 w 81643"/>
              <a:gd name="connsiteY1" fmla="*/ 0 h 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643" h="2721">
                <a:moveTo>
                  <a:pt x="0" y="2721"/>
                </a:moveTo>
                <a:lnTo>
                  <a:pt x="81643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EFE0B3B-E745-D9B7-0E26-2C0FB2DDC59B}"/>
              </a:ext>
            </a:extLst>
          </p:cNvPr>
          <p:cNvSpPr/>
          <p:nvPr/>
        </p:nvSpPr>
        <p:spPr>
          <a:xfrm>
            <a:off x="2279294" y="2868067"/>
            <a:ext cx="982791" cy="45719"/>
          </a:xfrm>
          <a:custGeom>
            <a:avLst/>
            <a:gdLst>
              <a:gd name="connsiteX0" fmla="*/ 0 w 965200"/>
              <a:gd name="connsiteY0" fmla="*/ 21859 h 29116"/>
              <a:gd name="connsiteX1" fmla="*/ 468086 w 965200"/>
              <a:gd name="connsiteY1" fmla="*/ 87 h 29116"/>
              <a:gd name="connsiteX2" fmla="*/ 965200 w 965200"/>
              <a:gd name="connsiteY2" fmla="*/ 29116 h 29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5200" h="29116">
                <a:moveTo>
                  <a:pt x="0" y="21859"/>
                </a:moveTo>
                <a:cubicBezTo>
                  <a:pt x="153609" y="10368"/>
                  <a:pt x="307219" y="-1122"/>
                  <a:pt x="468086" y="87"/>
                </a:cubicBezTo>
                <a:cubicBezTo>
                  <a:pt x="628953" y="1296"/>
                  <a:pt x="797076" y="15206"/>
                  <a:pt x="965200" y="2911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98A4934-8149-1146-89FC-387C360F1D1F}"/>
              </a:ext>
            </a:extLst>
          </p:cNvPr>
          <p:cNvSpPr/>
          <p:nvPr/>
        </p:nvSpPr>
        <p:spPr>
          <a:xfrm>
            <a:off x="2264229" y="3000742"/>
            <a:ext cx="997857" cy="29115"/>
          </a:xfrm>
          <a:custGeom>
            <a:avLst/>
            <a:gdLst>
              <a:gd name="connsiteX0" fmla="*/ 0 w 997857"/>
              <a:gd name="connsiteY0" fmla="*/ 21858 h 29115"/>
              <a:gd name="connsiteX1" fmla="*/ 529771 w 997857"/>
              <a:gd name="connsiteY1" fmla="*/ 87 h 29115"/>
              <a:gd name="connsiteX2" fmla="*/ 997857 w 997857"/>
              <a:gd name="connsiteY2" fmla="*/ 29115 h 29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7857" h="29115">
                <a:moveTo>
                  <a:pt x="0" y="21858"/>
                </a:moveTo>
                <a:cubicBezTo>
                  <a:pt x="181731" y="10368"/>
                  <a:pt x="363462" y="-1122"/>
                  <a:pt x="529771" y="87"/>
                </a:cubicBezTo>
                <a:cubicBezTo>
                  <a:pt x="696080" y="1296"/>
                  <a:pt x="846968" y="15205"/>
                  <a:pt x="997857" y="2911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94CDB10-CE65-B54E-3BEA-F1D35D42AA9E}"/>
              </a:ext>
            </a:extLst>
          </p:cNvPr>
          <p:cNvSpPr/>
          <p:nvPr/>
        </p:nvSpPr>
        <p:spPr>
          <a:xfrm>
            <a:off x="2622096" y="2360839"/>
            <a:ext cx="101550" cy="500743"/>
          </a:xfrm>
          <a:custGeom>
            <a:avLst/>
            <a:gdLst>
              <a:gd name="connsiteX0" fmla="*/ 70758 w 101550"/>
              <a:gd name="connsiteY0" fmla="*/ 500743 h 500743"/>
              <a:gd name="connsiteX1" fmla="*/ 97972 w 101550"/>
              <a:gd name="connsiteY1" fmla="*/ 321129 h 500743"/>
              <a:gd name="connsiteX2" fmla="*/ 0 w 101550"/>
              <a:gd name="connsiteY2" fmla="*/ 0 h 50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550" h="500743">
                <a:moveTo>
                  <a:pt x="70758" y="500743"/>
                </a:moveTo>
                <a:cubicBezTo>
                  <a:pt x="90261" y="452664"/>
                  <a:pt x="109765" y="404586"/>
                  <a:pt x="97972" y="321129"/>
                </a:cubicBezTo>
                <a:cubicBezTo>
                  <a:pt x="86179" y="237672"/>
                  <a:pt x="43089" y="118836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21B3670-8683-C0D0-F189-B03732490D40}"/>
              </a:ext>
            </a:extLst>
          </p:cNvPr>
          <p:cNvSpPr/>
          <p:nvPr/>
        </p:nvSpPr>
        <p:spPr>
          <a:xfrm>
            <a:off x="2864807" y="2343150"/>
            <a:ext cx="101550" cy="530679"/>
          </a:xfrm>
          <a:custGeom>
            <a:avLst/>
            <a:gdLst>
              <a:gd name="connsiteX0" fmla="*/ 61945 w 128620"/>
              <a:gd name="connsiteY0" fmla="*/ 530679 h 530679"/>
              <a:gd name="connsiteX1" fmla="*/ 2074 w 128620"/>
              <a:gd name="connsiteY1" fmla="*/ 348343 h 530679"/>
              <a:gd name="connsiteX2" fmla="*/ 128620 w 128620"/>
              <a:gd name="connsiteY2" fmla="*/ 0 h 530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620" h="530679">
                <a:moveTo>
                  <a:pt x="61945" y="530679"/>
                </a:moveTo>
                <a:cubicBezTo>
                  <a:pt x="26453" y="483734"/>
                  <a:pt x="-9039" y="436790"/>
                  <a:pt x="2074" y="348343"/>
                </a:cubicBezTo>
                <a:cubicBezTo>
                  <a:pt x="13187" y="259896"/>
                  <a:pt x="70903" y="129948"/>
                  <a:pt x="12862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22D597-AF9B-B208-F0AC-1971EB3D0B2D}"/>
              </a:ext>
            </a:extLst>
          </p:cNvPr>
          <p:cNvSpPr/>
          <p:nvPr/>
        </p:nvSpPr>
        <p:spPr>
          <a:xfrm>
            <a:off x="2273754" y="2888796"/>
            <a:ext cx="4082" cy="130629"/>
          </a:xfrm>
          <a:custGeom>
            <a:avLst/>
            <a:gdLst>
              <a:gd name="connsiteX0" fmla="*/ 4082 w 4082"/>
              <a:gd name="connsiteY0" fmla="*/ 0 h 130629"/>
              <a:gd name="connsiteX1" fmla="*/ 0 w 4082"/>
              <a:gd name="connsiteY1" fmla="*/ 130629 h 130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82" h="130629">
                <a:moveTo>
                  <a:pt x="4082" y="0"/>
                </a:moveTo>
                <a:lnTo>
                  <a:pt x="0" y="13062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201A1A5-EEA8-5C6F-84C0-90DAD8DA42FF}"/>
              </a:ext>
            </a:extLst>
          </p:cNvPr>
          <p:cNvSpPr/>
          <p:nvPr/>
        </p:nvSpPr>
        <p:spPr>
          <a:xfrm>
            <a:off x="3249386" y="2914650"/>
            <a:ext cx="1360" cy="115661"/>
          </a:xfrm>
          <a:custGeom>
            <a:avLst/>
            <a:gdLst>
              <a:gd name="connsiteX0" fmla="*/ 0 w 1360"/>
              <a:gd name="connsiteY0" fmla="*/ 0 h 115661"/>
              <a:gd name="connsiteX1" fmla="*/ 1360 w 1360"/>
              <a:gd name="connsiteY1" fmla="*/ 115661 h 115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60" h="115661">
                <a:moveTo>
                  <a:pt x="0" y="0"/>
                </a:moveTo>
                <a:cubicBezTo>
                  <a:pt x="453" y="38554"/>
                  <a:pt x="906" y="77107"/>
                  <a:pt x="1360" y="11566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BD3A284-D16A-C74F-C890-D28FD20B69DB}"/>
                  </a:ext>
                </a:extLst>
              </p14:cNvPr>
              <p14:cNvContentPartPr/>
              <p14:nvPr/>
            </p14:nvContentPartPr>
            <p14:xfrm>
              <a:off x="4470194" y="2819326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BD3A284-D16A-C74F-C890-D28FD20B69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61554" y="281032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CAD444C-F9E6-2C4B-9EE9-7D961045CD05}"/>
                  </a:ext>
                </a:extLst>
              </p14:cNvPr>
              <p14:cNvContentPartPr/>
              <p14:nvPr/>
            </p14:nvContentPartPr>
            <p14:xfrm>
              <a:off x="2285606" y="2898579"/>
              <a:ext cx="973440" cy="115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CAD444C-F9E6-2C4B-9EE9-7D961045CD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76606" y="2889939"/>
                <a:ext cx="99108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8EC1F03-B2CC-0529-023C-084579EC5C8B}"/>
                  </a:ext>
                </a:extLst>
              </p14:cNvPr>
              <p14:cNvContentPartPr/>
              <p14:nvPr/>
            </p14:nvContentPartPr>
            <p14:xfrm>
              <a:off x="2285966" y="2886699"/>
              <a:ext cx="828720" cy="316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8EC1F03-B2CC-0529-023C-084579EC5C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76966" y="2878059"/>
                <a:ext cx="8463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9B7A391-3A56-94E2-BECC-AD7496272085}"/>
                  </a:ext>
                </a:extLst>
              </p14:cNvPr>
              <p14:cNvContentPartPr/>
              <p14:nvPr/>
            </p14:nvContentPartPr>
            <p14:xfrm>
              <a:off x="2291366" y="2986059"/>
              <a:ext cx="929880" cy="30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9B7A391-3A56-94E2-BECC-AD749627208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82366" y="2977419"/>
                <a:ext cx="9475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4E90931-26A7-E4A8-8CA1-8F5B4CA96267}"/>
                  </a:ext>
                </a:extLst>
              </p14:cNvPr>
              <p14:cNvContentPartPr/>
              <p14:nvPr/>
            </p14:nvContentPartPr>
            <p14:xfrm>
              <a:off x="2353646" y="2919459"/>
              <a:ext cx="789840" cy="824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4E90931-26A7-E4A8-8CA1-8F5B4CA9626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45006" y="2910819"/>
                <a:ext cx="8074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000EAC0-A556-946F-6D8F-393024808DB8}"/>
                  </a:ext>
                </a:extLst>
              </p14:cNvPr>
              <p14:cNvContentPartPr/>
              <p14:nvPr/>
            </p14:nvContentPartPr>
            <p14:xfrm>
              <a:off x="2473526" y="2884179"/>
              <a:ext cx="585000" cy="352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000EAC0-A556-946F-6D8F-393024808DB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64886" y="2875179"/>
                <a:ext cx="6026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BAF8858-6F48-189E-F1E2-3E5982BEF49B}"/>
                  </a:ext>
                </a:extLst>
              </p14:cNvPr>
              <p14:cNvContentPartPr/>
              <p14:nvPr/>
            </p14:nvContentPartPr>
            <p14:xfrm>
              <a:off x="2261126" y="1640649"/>
              <a:ext cx="327960" cy="3621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BAF8858-6F48-189E-F1E2-3E5982BEF49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52486" y="1632009"/>
                <a:ext cx="34560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AA81AC0-84E6-851B-7069-6E0DEF2E2B7C}"/>
                  </a:ext>
                </a:extLst>
              </p14:cNvPr>
              <p14:cNvContentPartPr/>
              <p14:nvPr/>
            </p14:nvContentPartPr>
            <p14:xfrm>
              <a:off x="2956646" y="1989129"/>
              <a:ext cx="78120" cy="8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AA81AC0-84E6-851B-7069-6E0DEF2E2B7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47646" y="1980489"/>
                <a:ext cx="957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A2C9251-FCC6-7BFC-3DD0-8DF642385461}"/>
                  </a:ext>
                </a:extLst>
              </p14:cNvPr>
              <p14:cNvContentPartPr/>
              <p14:nvPr/>
            </p14:nvContentPartPr>
            <p14:xfrm>
              <a:off x="3013886" y="1631289"/>
              <a:ext cx="132120" cy="2271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A2C9251-FCC6-7BFC-3DD0-8DF64238546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04886" y="1622649"/>
                <a:ext cx="1497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00AD8B7-34AA-2656-8C1A-CA0C7FACF527}"/>
                  </a:ext>
                </a:extLst>
              </p14:cNvPr>
              <p14:cNvContentPartPr/>
              <p14:nvPr/>
            </p14:nvContentPartPr>
            <p14:xfrm>
              <a:off x="3159326" y="1615449"/>
              <a:ext cx="94320" cy="432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00AD8B7-34AA-2656-8C1A-CA0C7FACF52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50686" y="1606809"/>
                <a:ext cx="111960" cy="60840"/>
              </a:xfrm>
              <a:prstGeom prst="rect">
                <a:avLst/>
              </a:prstGeom>
            </p:spPr>
          </p:pic>
        </mc:Fallback>
      </mc:AlternateContent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2253FF4-960B-4C6E-12ED-5131BF70AAEB}"/>
              </a:ext>
            </a:extLst>
          </p:cNvPr>
          <p:cNvSpPr/>
          <p:nvPr/>
        </p:nvSpPr>
        <p:spPr>
          <a:xfrm>
            <a:off x="2696936" y="2349954"/>
            <a:ext cx="153760" cy="182362"/>
          </a:xfrm>
          <a:custGeom>
            <a:avLst/>
            <a:gdLst>
              <a:gd name="connsiteX0" fmla="*/ 0 w 153760"/>
              <a:gd name="connsiteY0" fmla="*/ 10885 h 182362"/>
              <a:gd name="connsiteX1" fmla="*/ 78921 w 153760"/>
              <a:gd name="connsiteY1" fmla="*/ 182335 h 182362"/>
              <a:gd name="connsiteX2" fmla="*/ 153760 w 153760"/>
              <a:gd name="connsiteY2" fmla="*/ 0 h 18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3760" h="182362">
                <a:moveTo>
                  <a:pt x="0" y="10885"/>
                </a:moveTo>
                <a:cubicBezTo>
                  <a:pt x="26647" y="97517"/>
                  <a:pt x="53294" y="184149"/>
                  <a:pt x="78921" y="182335"/>
                </a:cubicBezTo>
                <a:cubicBezTo>
                  <a:pt x="104548" y="180521"/>
                  <a:pt x="129154" y="90260"/>
                  <a:pt x="15376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E5F5FA6A-8EF5-3CBF-4736-E4FF76E12772}"/>
                  </a:ext>
                </a:extLst>
              </p14:cNvPr>
              <p14:cNvContentPartPr/>
              <p14:nvPr/>
            </p14:nvContentPartPr>
            <p14:xfrm>
              <a:off x="2774126" y="2464689"/>
              <a:ext cx="93600" cy="2912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E5F5FA6A-8EF5-3CBF-4736-E4FF76E1277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65486" y="2455689"/>
                <a:ext cx="11124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28DCC738-F096-0F41-EE10-06F926F3EBE8}"/>
                  </a:ext>
                </a:extLst>
              </p14:cNvPr>
              <p14:cNvContentPartPr/>
              <p14:nvPr/>
            </p14:nvContentPartPr>
            <p14:xfrm>
              <a:off x="2657126" y="2421849"/>
              <a:ext cx="94320" cy="2520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28DCC738-F096-0F41-EE10-06F926F3EBE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648486" y="2412849"/>
                <a:ext cx="111960" cy="26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D349D77-085B-CFE4-BD33-1E746AF64834}"/>
              </a:ext>
            </a:extLst>
          </p:cNvPr>
          <p:cNvGrpSpPr/>
          <p:nvPr/>
        </p:nvGrpSpPr>
        <p:grpSpPr>
          <a:xfrm>
            <a:off x="3005606" y="1617609"/>
            <a:ext cx="237240" cy="359640"/>
            <a:chOff x="3005606" y="1617609"/>
            <a:chExt cx="23724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91A0731-397C-F64E-FC7A-6EF8C8CECD6E}"/>
                    </a:ext>
                  </a:extLst>
                </p14:cNvPr>
                <p14:cNvContentPartPr/>
                <p14:nvPr/>
              </p14:nvContentPartPr>
              <p14:xfrm>
                <a:off x="3071126" y="1653249"/>
                <a:ext cx="106200" cy="246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91A0731-397C-F64E-FC7A-6EF8C8CECD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62126" y="1644249"/>
                  <a:ext cx="1238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85B838D-3F3C-50DB-141B-25996CD13FF4}"/>
                    </a:ext>
                  </a:extLst>
                </p14:cNvPr>
                <p14:cNvContentPartPr/>
                <p14:nvPr/>
              </p14:nvContentPartPr>
              <p14:xfrm>
                <a:off x="3062486" y="1648929"/>
                <a:ext cx="83520" cy="235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85B838D-3F3C-50DB-141B-25996CD13FF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53846" y="1639929"/>
                  <a:ext cx="1011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E2AEF69-34F4-4436-BF7E-3F2E1C76A242}"/>
                    </a:ext>
                  </a:extLst>
                </p14:cNvPr>
                <p14:cNvContentPartPr/>
                <p14:nvPr/>
              </p14:nvContentPartPr>
              <p14:xfrm>
                <a:off x="3026126" y="1635969"/>
                <a:ext cx="192600" cy="213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E2AEF69-34F4-4436-BF7E-3F2E1C76A24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17126" y="1627329"/>
                  <a:ext cx="2102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2AF4726-A444-ACAF-0A0B-595CE7E0ED7F}"/>
                    </a:ext>
                  </a:extLst>
                </p14:cNvPr>
                <p14:cNvContentPartPr/>
                <p14:nvPr/>
              </p14:nvContentPartPr>
              <p14:xfrm>
                <a:off x="3039806" y="1976889"/>
                <a:ext cx="360" cy="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2AF4726-A444-ACAF-0A0B-595CE7E0ED7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30806" y="196824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F3E2A8-F13D-96D5-13DE-A9606375A244}"/>
                    </a:ext>
                  </a:extLst>
                </p14:cNvPr>
                <p14:cNvContentPartPr/>
                <p14:nvPr/>
              </p14:nvContentPartPr>
              <p14:xfrm>
                <a:off x="3242486" y="1655769"/>
                <a:ext cx="360" cy="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F3E2A8-F13D-96D5-13DE-A9606375A2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33486" y="164712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D6D7166-07E0-D570-CB34-71D031667D65}"/>
                    </a:ext>
                  </a:extLst>
                </p14:cNvPr>
                <p14:cNvContentPartPr/>
                <p14:nvPr/>
              </p14:nvContentPartPr>
              <p14:xfrm>
                <a:off x="3152486" y="1617609"/>
                <a:ext cx="360" cy="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D6D7166-07E0-D570-CB34-71D031667D6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43846" y="160896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285AA02-B134-39C0-913B-574EC17F3A8D}"/>
                    </a:ext>
                  </a:extLst>
                </p14:cNvPr>
                <p14:cNvContentPartPr/>
                <p14:nvPr/>
              </p14:nvContentPartPr>
              <p14:xfrm>
                <a:off x="3124046" y="1634169"/>
                <a:ext cx="360" cy="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285AA02-B134-39C0-913B-574EC17F3A8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15406" y="162516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AC2C126-60F8-A745-8025-4A0EA42E3332}"/>
                    </a:ext>
                  </a:extLst>
                </p14:cNvPr>
                <p14:cNvContentPartPr/>
                <p14:nvPr/>
              </p14:nvContentPartPr>
              <p14:xfrm>
                <a:off x="3005606" y="1865289"/>
                <a:ext cx="360" cy="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AC2C126-60F8-A745-8025-4A0EA42E333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96966" y="185664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353CABA-15BD-6452-E55F-33F5A6A2FA7C}"/>
                    </a:ext>
                  </a:extLst>
                </p14:cNvPr>
                <p14:cNvContentPartPr/>
                <p14:nvPr/>
              </p14:nvContentPartPr>
              <p14:xfrm>
                <a:off x="3024686" y="1869609"/>
                <a:ext cx="360" cy="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353CABA-15BD-6452-E55F-33F5A6A2FA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16046" y="186060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7DDC6B96-1372-7D46-A5DC-5EFF1CF6C9D7}"/>
                  </a:ext>
                </a:extLst>
              </p14:cNvPr>
              <p14:cNvContentPartPr/>
              <p14:nvPr/>
            </p14:nvContentPartPr>
            <p14:xfrm>
              <a:off x="2617937" y="2366250"/>
              <a:ext cx="360" cy="3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7DDC6B96-1372-7D46-A5DC-5EFF1CF6C9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08937" y="235725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10FD0480-C0D2-F074-FADE-3C7113BA94A7}"/>
                  </a:ext>
                </a:extLst>
              </p14:cNvPr>
              <p14:cNvContentPartPr/>
              <p14:nvPr/>
            </p14:nvContentPartPr>
            <p14:xfrm>
              <a:off x="2616497" y="2371650"/>
              <a:ext cx="135360" cy="3441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10FD0480-C0D2-F074-FADE-3C7113BA94A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607497" y="2362650"/>
                <a:ext cx="153000" cy="36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E60A9BC0-3B7A-E07B-A773-673D23505A9B}"/>
              </a:ext>
            </a:extLst>
          </p:cNvPr>
          <p:cNvGrpSpPr/>
          <p:nvPr/>
        </p:nvGrpSpPr>
        <p:grpSpPr>
          <a:xfrm>
            <a:off x="2304686" y="2355090"/>
            <a:ext cx="911520" cy="599289"/>
            <a:chOff x="2304686" y="2355090"/>
            <a:chExt cx="911520" cy="59928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C5EE15D-C973-C8EF-D46D-95986B2183B8}"/>
                    </a:ext>
                  </a:extLst>
                </p14:cNvPr>
                <p14:cNvContentPartPr/>
                <p14:nvPr/>
              </p14:nvContentPartPr>
              <p14:xfrm>
                <a:off x="2306126" y="2898219"/>
                <a:ext cx="910080" cy="45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C5EE15D-C973-C8EF-D46D-95986B2183B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297486" y="2889219"/>
                  <a:ext cx="9277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FB26DE5-AE6E-6D21-6A2A-593213522414}"/>
                    </a:ext>
                  </a:extLst>
                </p14:cNvPr>
                <p14:cNvContentPartPr/>
                <p14:nvPr/>
              </p14:nvContentPartPr>
              <p14:xfrm>
                <a:off x="2304686" y="2930979"/>
                <a:ext cx="101160" cy="23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FB26DE5-AE6E-6D21-6A2A-59321352241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296046" y="2921979"/>
                  <a:ext cx="118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E9B1C04-CFC3-F2E1-3047-FB2694CD7E11}"/>
                    </a:ext>
                  </a:extLst>
                </p14:cNvPr>
                <p14:cNvContentPartPr/>
                <p14:nvPr/>
              </p14:nvContentPartPr>
              <p14:xfrm>
                <a:off x="2757926" y="2854569"/>
                <a:ext cx="360" cy="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E9B1C04-CFC3-F2E1-3047-FB2694CD7E1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2286" y="281892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50886B6-9942-70F3-B7ED-EF8C7D2DC258}"/>
                    </a:ext>
                  </a:extLst>
                </p14:cNvPr>
                <p14:cNvContentPartPr/>
                <p14:nvPr/>
              </p14:nvContentPartPr>
              <p14:xfrm>
                <a:off x="2827406" y="2861409"/>
                <a:ext cx="360" cy="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50886B6-9942-70F3-B7ED-EF8C7D2DC25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91406" y="28257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4009434-BE0A-F7A2-F99B-7357EA5CBF27}"/>
                    </a:ext>
                  </a:extLst>
                </p14:cNvPr>
                <p14:cNvContentPartPr/>
                <p14:nvPr/>
              </p14:nvContentPartPr>
              <p14:xfrm>
                <a:off x="2794646" y="2791929"/>
                <a:ext cx="360" cy="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4009434-BE0A-F7A2-F99B-7357EA5CBF2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9006" y="27562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E58EA6B-23AA-87F8-F325-68A5782AA123}"/>
                    </a:ext>
                  </a:extLst>
                </p14:cNvPr>
                <p14:cNvContentPartPr/>
                <p14:nvPr/>
              </p14:nvContentPartPr>
              <p14:xfrm>
                <a:off x="2790686" y="2721369"/>
                <a:ext cx="360" cy="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E58EA6B-23AA-87F8-F325-68A5782AA12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4686" y="2685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A40D7B5-8561-D948-5186-823B6698E7B8}"/>
                    </a:ext>
                  </a:extLst>
                </p14:cNvPr>
                <p14:cNvContentPartPr/>
                <p14:nvPr/>
              </p14:nvContentPartPr>
              <p14:xfrm>
                <a:off x="2787806" y="2649009"/>
                <a:ext cx="360" cy="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A40D7B5-8561-D948-5186-823B6698E7B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2166" y="2613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57984F2-2D1C-FCD5-C4D9-AA5EAACD3B5E}"/>
                    </a:ext>
                  </a:extLst>
                </p14:cNvPr>
                <p14:cNvContentPartPr/>
                <p14:nvPr/>
              </p14:nvContentPartPr>
              <p14:xfrm>
                <a:off x="2786366" y="2589249"/>
                <a:ext cx="360" cy="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57984F2-2D1C-FCD5-C4D9-AA5EAACD3B5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0726" y="255360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33B590A-7C27-9B8B-8CE6-BC980093EA5D}"/>
                    </a:ext>
                  </a:extLst>
                </p14:cNvPr>
                <p14:cNvContentPartPr/>
                <p14:nvPr/>
              </p14:nvContentPartPr>
              <p14:xfrm>
                <a:off x="2838206" y="2545689"/>
                <a:ext cx="360" cy="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33B590A-7C27-9B8B-8CE6-BC980093EA5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02566" y="25100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68570A3-53D9-5E00-8BAD-965002894036}"/>
                    </a:ext>
                  </a:extLst>
                </p14:cNvPr>
                <p14:cNvContentPartPr/>
                <p14:nvPr/>
              </p14:nvContentPartPr>
              <p14:xfrm>
                <a:off x="2855846" y="2514369"/>
                <a:ext cx="360" cy="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68570A3-53D9-5E00-8BAD-96500289403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20206" y="247872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7FC8267-E2B0-6864-BCE9-7F766F11A18B}"/>
                    </a:ext>
                  </a:extLst>
                </p14:cNvPr>
                <p14:cNvContentPartPr/>
                <p14:nvPr/>
              </p14:nvContentPartPr>
              <p14:xfrm>
                <a:off x="2729486" y="2540289"/>
                <a:ext cx="360" cy="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7FC8267-E2B0-6864-BCE9-7F766F11A1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93486" y="25046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5DB9B4A-3FF5-EA43-4673-FD99E5086552}"/>
                    </a:ext>
                  </a:extLst>
                </p14:cNvPr>
                <p14:cNvContentPartPr/>
                <p14:nvPr/>
              </p14:nvContentPartPr>
              <p14:xfrm>
                <a:off x="2763326" y="2604369"/>
                <a:ext cx="360" cy="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5DB9B4A-3FF5-EA43-4673-FD99E508655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7686" y="2568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3CFD10D-E059-5A0D-CB57-A849F1CFB659}"/>
                    </a:ext>
                  </a:extLst>
                </p14:cNvPr>
                <p14:cNvContentPartPr/>
                <p14:nvPr/>
              </p14:nvContentPartPr>
              <p14:xfrm>
                <a:off x="2768726" y="2651889"/>
                <a:ext cx="360" cy="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3CFD10D-E059-5A0D-CB57-A849F1CFB65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3086" y="2615889"/>
                  <a:ext cx="72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2CAA81A-07E2-15C5-D39A-9C22CBC0B9DE}"/>
                    </a:ext>
                  </a:extLst>
                </p14:cNvPr>
                <p14:cNvContentPartPr/>
                <p14:nvPr/>
              </p14:nvContentPartPr>
              <p14:xfrm>
                <a:off x="2773046" y="2691489"/>
                <a:ext cx="360" cy="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2CAA81A-07E2-15C5-D39A-9C22CBC0B9D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7046" y="26554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92CBB15-7FB4-2CCD-9962-279CACFC3F3F}"/>
                    </a:ext>
                  </a:extLst>
                </p14:cNvPr>
                <p14:cNvContentPartPr/>
                <p14:nvPr/>
              </p14:nvContentPartPr>
              <p14:xfrm>
                <a:off x="2773046" y="2729289"/>
                <a:ext cx="360" cy="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92CBB15-7FB4-2CCD-9962-279CACFC3F3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7046" y="26936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2530D5A-1BEA-A685-B158-A00BB8E0EDA0}"/>
                    </a:ext>
                  </a:extLst>
                </p14:cNvPr>
                <p14:cNvContentPartPr/>
                <p14:nvPr/>
              </p14:nvContentPartPr>
              <p14:xfrm>
                <a:off x="2777006" y="2777169"/>
                <a:ext cx="360" cy="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2530D5A-1BEA-A685-B158-A00BB8E0EDA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41006" y="27411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6E5F4F5-5F23-EE63-A56D-5A93960454F2}"/>
                    </a:ext>
                  </a:extLst>
                </p14:cNvPr>
                <p14:cNvContentPartPr/>
                <p14:nvPr/>
              </p14:nvContentPartPr>
              <p14:xfrm>
                <a:off x="2773046" y="2804169"/>
                <a:ext cx="360" cy="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6E5F4F5-5F23-EE63-A56D-5A93960454F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7046" y="276852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01768E5-C927-E883-920A-83B2FC92BF44}"/>
                    </a:ext>
                  </a:extLst>
                </p14:cNvPr>
                <p14:cNvContentPartPr/>
                <p14:nvPr/>
              </p14:nvContentPartPr>
              <p14:xfrm>
                <a:off x="2760806" y="2819289"/>
                <a:ext cx="360" cy="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01768E5-C927-E883-920A-83B2FC92BF4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4806" y="27832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492F1FD-FD80-B588-65EB-5F95CCB19171}"/>
                    </a:ext>
                  </a:extLst>
                </p14:cNvPr>
                <p14:cNvContentPartPr/>
                <p14:nvPr/>
              </p14:nvContentPartPr>
              <p14:xfrm>
                <a:off x="2741726" y="2852049"/>
                <a:ext cx="360" cy="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492F1FD-FD80-B588-65EB-5F95CCB1917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05726" y="28160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F4EB4CA-6CF1-E823-7852-3E1E21E76783}"/>
                    </a:ext>
                  </a:extLst>
                </p14:cNvPr>
                <p14:cNvContentPartPr/>
                <p14:nvPr/>
              </p14:nvContentPartPr>
              <p14:xfrm>
                <a:off x="2764766" y="2771769"/>
                <a:ext cx="360" cy="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F4EB4CA-6CF1-E823-7852-3E1E21E7678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8766" y="27357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4328ED8-02E7-1F50-4D17-651F9218D841}"/>
                    </a:ext>
                  </a:extLst>
                </p14:cNvPr>
                <p14:cNvContentPartPr/>
                <p14:nvPr/>
              </p14:nvContentPartPr>
              <p14:xfrm>
                <a:off x="2853326" y="2873649"/>
                <a:ext cx="360" cy="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4328ED8-02E7-1F50-4D17-651F9218D84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17326" y="283800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83B0FDA-9092-B3B9-E213-4E2F97D754A2}"/>
                    </a:ext>
                  </a:extLst>
                </p14:cNvPr>
                <p14:cNvContentPartPr/>
                <p14:nvPr/>
              </p14:nvContentPartPr>
              <p14:xfrm>
                <a:off x="2836766" y="2840889"/>
                <a:ext cx="360" cy="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83B0FDA-9092-B3B9-E213-4E2F97D754A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01126" y="28052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37DE2D3-67FC-31E1-326C-19D0D22475D0}"/>
                    </a:ext>
                  </a:extLst>
                </p14:cNvPr>
                <p14:cNvContentPartPr/>
                <p14:nvPr/>
              </p14:nvContentPartPr>
              <p14:xfrm>
                <a:off x="2828846" y="2805609"/>
                <a:ext cx="360" cy="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37DE2D3-67FC-31E1-326C-19D0D22475D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92846" y="27699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DCF6080-FD41-ACF1-2C1C-13531AC4BE14}"/>
                    </a:ext>
                  </a:extLst>
                </p14:cNvPr>
                <p14:cNvContentPartPr/>
                <p14:nvPr/>
              </p14:nvContentPartPr>
              <p14:xfrm>
                <a:off x="2810846" y="2759529"/>
                <a:ext cx="360" cy="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DCF6080-FD41-ACF1-2C1C-13531AC4BE1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75206" y="272352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F4DCD65-07DA-4663-55EB-9CFDD74AF0F0}"/>
                    </a:ext>
                  </a:extLst>
                </p14:cNvPr>
                <p14:cNvContentPartPr/>
                <p14:nvPr/>
              </p14:nvContentPartPr>
              <p14:xfrm>
                <a:off x="2812286" y="2718489"/>
                <a:ext cx="360" cy="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F4DCD65-07DA-4663-55EB-9CFDD74AF0F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76646" y="26828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E3EBC41-8223-97EF-FD25-A7FB172C9AE9}"/>
                    </a:ext>
                  </a:extLst>
                </p14:cNvPr>
                <p14:cNvContentPartPr/>
                <p14:nvPr/>
              </p14:nvContentPartPr>
              <p14:xfrm>
                <a:off x="2813726" y="2676369"/>
                <a:ext cx="360" cy="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E3EBC41-8223-97EF-FD25-A7FB172C9AE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78086" y="2640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6A2F3EE-1022-C728-31FD-45CD8DB681EE}"/>
                    </a:ext>
                  </a:extLst>
                </p14:cNvPr>
                <p14:cNvContentPartPr/>
                <p14:nvPr/>
              </p14:nvContentPartPr>
              <p14:xfrm>
                <a:off x="2822006" y="2623449"/>
                <a:ext cx="360" cy="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6A2F3EE-1022-C728-31FD-45CD8DB681E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86006" y="25874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5909BD1-E6A0-6BCF-F7A1-71252655A790}"/>
                    </a:ext>
                  </a:extLst>
                </p14:cNvPr>
                <p14:cNvContentPartPr/>
                <p14:nvPr/>
              </p14:nvContentPartPr>
              <p14:xfrm>
                <a:off x="2823086" y="2366049"/>
                <a:ext cx="77040" cy="422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5909BD1-E6A0-6BCF-F7A1-71252655A79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814446" y="2357049"/>
                  <a:ext cx="9468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C412460-C200-79FB-A03F-607A797F8B14}"/>
                    </a:ext>
                  </a:extLst>
                </p14:cNvPr>
                <p14:cNvContentPartPr/>
                <p14:nvPr/>
              </p14:nvContentPartPr>
              <p14:xfrm>
                <a:off x="2887166" y="2363529"/>
                <a:ext cx="360" cy="3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C412460-C200-79FB-A03F-607A797F8B1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78526" y="235452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856CFE7-C085-D845-93F5-8F515A053FAB}"/>
                    </a:ext>
                  </a:extLst>
                </p14:cNvPr>
                <p14:cNvContentPartPr/>
                <p14:nvPr/>
              </p14:nvContentPartPr>
              <p14:xfrm>
                <a:off x="2869526" y="2362089"/>
                <a:ext cx="360" cy="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856CFE7-C085-D845-93F5-8F515A053FA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60526" y="235308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F3B04CD-E94D-F9E5-6893-5CFB6ED841C4}"/>
                    </a:ext>
                  </a:extLst>
                </p14:cNvPr>
                <p14:cNvContentPartPr/>
                <p14:nvPr/>
              </p14:nvContentPartPr>
              <p14:xfrm>
                <a:off x="2862686" y="2360649"/>
                <a:ext cx="30240" cy="3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F3B04CD-E94D-F9E5-6893-5CFB6ED841C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854046" y="2352009"/>
                  <a:ext cx="478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7B52B95-801D-A9FE-EC42-987F573A426D}"/>
                    </a:ext>
                  </a:extLst>
                </p14:cNvPr>
                <p14:cNvContentPartPr/>
                <p14:nvPr/>
              </p14:nvContentPartPr>
              <p14:xfrm>
                <a:off x="2651726" y="2381169"/>
                <a:ext cx="90360" cy="271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7B52B95-801D-A9FE-EC42-987F573A426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642726" y="2372169"/>
                  <a:ext cx="1080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8FB0393-9152-8A50-081A-DAA167DE4454}"/>
                    </a:ext>
                  </a:extLst>
                </p14:cNvPr>
                <p14:cNvContentPartPr/>
                <p14:nvPr/>
              </p14:nvContentPartPr>
              <p14:xfrm>
                <a:off x="2674766" y="2375769"/>
                <a:ext cx="54360" cy="138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8FB0393-9152-8A50-081A-DAA167DE445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666126" y="2366769"/>
                  <a:ext cx="720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E6D42B4-3162-F5E1-202D-5B9103331415}"/>
                    </a:ext>
                  </a:extLst>
                </p14:cNvPr>
                <p14:cNvContentPartPr/>
                <p14:nvPr/>
              </p14:nvContentPartPr>
              <p14:xfrm>
                <a:off x="2613977" y="2367330"/>
                <a:ext cx="64080" cy="172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E6D42B4-3162-F5E1-202D-5B910333141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604977" y="2358690"/>
                  <a:ext cx="81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3295C9E-9799-4F95-301D-391617EB2980}"/>
                    </a:ext>
                  </a:extLst>
                </p14:cNvPr>
                <p14:cNvContentPartPr/>
                <p14:nvPr/>
              </p14:nvContentPartPr>
              <p14:xfrm>
                <a:off x="2592017" y="2355090"/>
                <a:ext cx="360" cy="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3295C9E-9799-4F95-301D-391617EB298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83017" y="23464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F9E0C3C-3D6F-B5DC-44D8-15AE9F0D0930}"/>
                    </a:ext>
                  </a:extLst>
                </p14:cNvPr>
                <p14:cNvContentPartPr/>
                <p14:nvPr/>
              </p14:nvContentPartPr>
              <p14:xfrm>
                <a:off x="2570057" y="2355090"/>
                <a:ext cx="360" cy="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F9E0C3C-3D6F-B5DC-44D8-15AE9F0D09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61417" y="23464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48A7B89-5BC8-00C3-E33F-D91F6322E1E9}"/>
                    </a:ext>
                  </a:extLst>
                </p14:cNvPr>
                <p14:cNvContentPartPr/>
                <p14:nvPr/>
              </p14:nvContentPartPr>
              <p14:xfrm>
                <a:off x="2592017" y="2359410"/>
                <a:ext cx="360" cy="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48A7B89-5BC8-00C3-E33F-D91F6322E1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83017" y="23504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8F46081-FE64-BC66-E8A4-C76231396F94}"/>
                    </a:ext>
                  </a:extLst>
                </p14:cNvPr>
                <p14:cNvContentPartPr/>
                <p14:nvPr/>
              </p14:nvContentPartPr>
              <p14:xfrm>
                <a:off x="2615417" y="2367330"/>
                <a:ext cx="133200" cy="2584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8F46081-FE64-BC66-E8A4-C76231396F9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06777" y="2358690"/>
                  <a:ext cx="150840" cy="276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43B66FAE-20C0-14D4-C398-EA06CC9F6ED1}"/>
              </a:ext>
            </a:extLst>
          </p:cNvPr>
          <p:cNvSpPr/>
          <p:nvPr/>
        </p:nvSpPr>
        <p:spPr>
          <a:xfrm>
            <a:off x="2801163" y="2004617"/>
            <a:ext cx="315478" cy="3437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6193E9C-D449-D644-2681-A5094C73D911}"/>
              </a:ext>
            </a:extLst>
          </p:cNvPr>
          <p:cNvGrpSpPr/>
          <p:nvPr/>
        </p:nvGrpSpPr>
        <p:grpSpPr>
          <a:xfrm>
            <a:off x="2743031" y="2164761"/>
            <a:ext cx="41040" cy="68400"/>
            <a:chOff x="2743031" y="2164761"/>
            <a:chExt cx="41040" cy="6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1D77D34-6A65-BAAE-460E-EEF6E9BD048A}"/>
                    </a:ext>
                  </a:extLst>
                </p14:cNvPr>
                <p14:cNvContentPartPr/>
                <p14:nvPr/>
              </p14:nvContentPartPr>
              <p14:xfrm>
                <a:off x="2743031" y="2168361"/>
                <a:ext cx="12960" cy="57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1D77D34-6A65-BAAE-460E-EEF6E9BD048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34031" y="2159721"/>
                  <a:ext cx="30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D5521B0-EB36-CEFE-C9ED-2E4F62539D0A}"/>
                    </a:ext>
                  </a:extLst>
                </p14:cNvPr>
                <p14:cNvContentPartPr/>
                <p14:nvPr/>
              </p14:nvContentPartPr>
              <p14:xfrm>
                <a:off x="2770031" y="2170161"/>
                <a:ext cx="4680" cy="54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D5521B0-EB36-CEFE-C9ED-2E4F62539D0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61391" y="2161521"/>
                  <a:ext cx="22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40749AB-9923-38B1-6FCE-E353AD7624FB}"/>
                    </a:ext>
                  </a:extLst>
                </p14:cNvPr>
                <p14:cNvContentPartPr/>
                <p14:nvPr/>
              </p14:nvContentPartPr>
              <p14:xfrm>
                <a:off x="2783711" y="2171601"/>
                <a:ext cx="360" cy="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40749AB-9923-38B1-6FCE-E353AD7624F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75071" y="216260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2D45422-0D77-8537-FFD7-D8785B90C926}"/>
                    </a:ext>
                  </a:extLst>
                </p14:cNvPr>
                <p14:cNvContentPartPr/>
                <p14:nvPr/>
              </p14:nvContentPartPr>
              <p14:xfrm>
                <a:off x="2755271" y="2164761"/>
                <a:ext cx="360" cy="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2D45422-0D77-8537-FFD7-D8785B90C92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46271" y="21557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63860FC-0284-EC52-2500-D72FB789731A}"/>
                    </a:ext>
                  </a:extLst>
                </p14:cNvPr>
                <p14:cNvContentPartPr/>
                <p14:nvPr/>
              </p14:nvContentPartPr>
              <p14:xfrm>
                <a:off x="2749871" y="2217681"/>
                <a:ext cx="360" cy="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63860FC-0284-EC52-2500-D72FB789731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40871" y="220904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2DDB6C1-C681-7C08-0B5F-9937033F1889}"/>
                    </a:ext>
                  </a:extLst>
                </p14:cNvPr>
                <p14:cNvContentPartPr/>
                <p14:nvPr/>
              </p14:nvContentPartPr>
              <p14:xfrm>
                <a:off x="2745551" y="2231361"/>
                <a:ext cx="360" cy="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2DDB6C1-C681-7C08-0B5F-9937033F188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36911" y="222272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153BA37-60D5-0227-9CBC-6B3F4AA86FC6}"/>
                    </a:ext>
                  </a:extLst>
                </p14:cNvPr>
                <p14:cNvContentPartPr/>
                <p14:nvPr/>
              </p14:nvContentPartPr>
              <p14:xfrm>
                <a:off x="2745551" y="2204361"/>
                <a:ext cx="360" cy="3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153BA37-60D5-0227-9CBC-6B3F4AA86FC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36911" y="21953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93D6A4D-C92E-F627-36DD-202B027B0E04}"/>
                    </a:ext>
                  </a:extLst>
                </p14:cNvPr>
                <p14:cNvContentPartPr/>
                <p14:nvPr/>
              </p14:nvContentPartPr>
              <p14:xfrm>
                <a:off x="2763551" y="2232801"/>
                <a:ext cx="1800" cy="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93D6A4D-C92E-F627-36DD-202B027B0E0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54551" y="2223801"/>
                  <a:ext cx="19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EFFD3E6-A08C-A1B4-A4B3-DDCBFDE141D0}"/>
                    </a:ext>
                  </a:extLst>
                </p14:cNvPr>
                <p14:cNvContentPartPr/>
                <p14:nvPr/>
              </p14:nvContentPartPr>
              <p14:xfrm>
                <a:off x="2778311" y="2227761"/>
                <a:ext cx="720" cy="1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EFFD3E6-A08C-A1B4-A4B3-DDCBFDE141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69671" y="2219121"/>
                  <a:ext cx="183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73A04B8-E01B-78E1-8436-8E3955ACD6EA}"/>
                    </a:ext>
                  </a:extLst>
                </p14:cNvPr>
                <p14:cNvContentPartPr/>
                <p14:nvPr/>
              </p14:nvContentPartPr>
              <p14:xfrm>
                <a:off x="2779751" y="2188881"/>
                <a:ext cx="360" cy="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73A04B8-E01B-78E1-8436-8E3955ACD6E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70751" y="2179881"/>
                  <a:ext cx="180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0CDEE69-232C-4258-F715-7F645B6EEF06}"/>
                    </a:ext>
                  </a:extLst>
                </p14:cNvPr>
                <p14:cNvContentPartPr/>
                <p14:nvPr/>
              </p14:nvContentPartPr>
              <p14:xfrm>
                <a:off x="2748431" y="2186361"/>
                <a:ext cx="360" cy="3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0CDEE69-232C-4258-F715-7F645B6EEF0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39431" y="217772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66C3F478-1731-3D6D-0D5B-18FB144DE7FA}"/>
              </a:ext>
            </a:extLst>
          </p:cNvPr>
          <p:cNvCxnSpPr>
            <a:cxnSpLocks/>
          </p:cNvCxnSpPr>
          <p:nvPr/>
        </p:nvCxnSpPr>
        <p:spPr>
          <a:xfrm flipH="1">
            <a:off x="2992399" y="1218425"/>
            <a:ext cx="2144936" cy="9463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776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BF5FAA-7B72-F3CF-A8BA-F4F106D6B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0476" y="524248"/>
            <a:ext cx="2765681" cy="633375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B15B7AF-FC9D-B057-CEC6-3800EDED3377}"/>
              </a:ext>
            </a:extLst>
          </p:cNvPr>
          <p:cNvSpPr/>
          <p:nvPr/>
        </p:nvSpPr>
        <p:spPr>
          <a:xfrm>
            <a:off x="2592076" y="2363645"/>
            <a:ext cx="456971" cy="911996"/>
          </a:xfrm>
          <a:custGeom>
            <a:avLst/>
            <a:gdLst>
              <a:gd name="connsiteX0" fmla="*/ 0 w 529772"/>
              <a:gd name="connsiteY0" fmla="*/ 0 h 892628"/>
              <a:gd name="connsiteX1" fmla="*/ 123372 w 529772"/>
              <a:gd name="connsiteY1" fmla="*/ 551543 h 892628"/>
              <a:gd name="connsiteX2" fmla="*/ 529772 w 529772"/>
              <a:gd name="connsiteY2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772" h="892628">
                <a:moveTo>
                  <a:pt x="0" y="0"/>
                </a:moveTo>
                <a:cubicBezTo>
                  <a:pt x="17538" y="201386"/>
                  <a:pt x="35077" y="402772"/>
                  <a:pt x="123372" y="551543"/>
                </a:cubicBezTo>
                <a:cubicBezTo>
                  <a:pt x="211667" y="700314"/>
                  <a:pt x="370719" y="796471"/>
                  <a:pt x="529772" y="892628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A0B7355-F46A-5C08-8A8C-00430FA1BFDD}"/>
              </a:ext>
            </a:extLst>
          </p:cNvPr>
          <p:cNvSpPr/>
          <p:nvPr/>
        </p:nvSpPr>
        <p:spPr>
          <a:xfrm>
            <a:off x="2938459" y="2355305"/>
            <a:ext cx="142647" cy="941339"/>
          </a:xfrm>
          <a:custGeom>
            <a:avLst/>
            <a:gdLst>
              <a:gd name="connsiteX0" fmla="*/ 27368 w 49140"/>
              <a:gd name="connsiteY0" fmla="*/ 0 h 948517"/>
              <a:gd name="connsiteX1" fmla="*/ 154 w 49140"/>
              <a:gd name="connsiteY1" fmla="*/ 474889 h 948517"/>
              <a:gd name="connsiteX2" fmla="*/ 38254 w 49140"/>
              <a:gd name="connsiteY2" fmla="*/ 918482 h 948517"/>
              <a:gd name="connsiteX3" fmla="*/ 49140 w 49140"/>
              <a:gd name="connsiteY3" fmla="*/ 908957 h 94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40" h="948517">
                <a:moveTo>
                  <a:pt x="27368" y="0"/>
                </a:moveTo>
                <a:cubicBezTo>
                  <a:pt x="12854" y="160904"/>
                  <a:pt x="-1660" y="321809"/>
                  <a:pt x="154" y="474889"/>
                </a:cubicBezTo>
                <a:cubicBezTo>
                  <a:pt x="1968" y="627969"/>
                  <a:pt x="30090" y="846137"/>
                  <a:pt x="38254" y="918482"/>
                </a:cubicBezTo>
                <a:cubicBezTo>
                  <a:pt x="46418" y="990827"/>
                  <a:pt x="39615" y="909864"/>
                  <a:pt x="49140" y="908957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7B921-BF12-EA5E-CD60-FEE4F4166F12}"/>
              </a:ext>
            </a:extLst>
          </p:cNvPr>
          <p:cNvSpPr/>
          <p:nvPr/>
        </p:nvSpPr>
        <p:spPr>
          <a:xfrm>
            <a:off x="2930979" y="2456666"/>
            <a:ext cx="257175" cy="827315"/>
          </a:xfrm>
          <a:custGeom>
            <a:avLst/>
            <a:gdLst>
              <a:gd name="connsiteX0" fmla="*/ 0 w 251732"/>
              <a:gd name="connsiteY0" fmla="*/ 0 h 775607"/>
              <a:gd name="connsiteX1" fmla="*/ 93889 w 251732"/>
              <a:gd name="connsiteY1" fmla="*/ 427264 h 775607"/>
              <a:gd name="connsiteX2" fmla="*/ 251732 w 251732"/>
              <a:gd name="connsiteY2" fmla="*/ 775607 h 77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732" h="775607">
                <a:moveTo>
                  <a:pt x="0" y="0"/>
                </a:moveTo>
                <a:cubicBezTo>
                  <a:pt x="25967" y="148998"/>
                  <a:pt x="51934" y="297996"/>
                  <a:pt x="93889" y="427264"/>
                </a:cubicBezTo>
                <a:cubicBezTo>
                  <a:pt x="135844" y="556532"/>
                  <a:pt x="193788" y="666069"/>
                  <a:pt x="251732" y="775607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5327FFA-B9AA-2680-7FA6-6AF943C78879}"/>
              </a:ext>
            </a:extLst>
          </p:cNvPr>
          <p:cNvSpPr/>
          <p:nvPr/>
        </p:nvSpPr>
        <p:spPr>
          <a:xfrm>
            <a:off x="3098712" y="2235122"/>
            <a:ext cx="110446" cy="1059997"/>
          </a:xfrm>
          <a:custGeom>
            <a:avLst/>
            <a:gdLst>
              <a:gd name="connsiteX0" fmla="*/ 87313 w 110446"/>
              <a:gd name="connsiteY0" fmla="*/ 0 h 1059997"/>
              <a:gd name="connsiteX1" fmla="*/ 228 w 110446"/>
              <a:gd name="connsiteY1" fmla="*/ 748393 h 1059997"/>
              <a:gd name="connsiteX2" fmla="*/ 110446 w 110446"/>
              <a:gd name="connsiteY2" fmla="*/ 1059997 h 10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446" h="1059997">
                <a:moveTo>
                  <a:pt x="87313" y="0"/>
                </a:moveTo>
                <a:cubicBezTo>
                  <a:pt x="41843" y="285863"/>
                  <a:pt x="-3627" y="571727"/>
                  <a:pt x="228" y="748393"/>
                </a:cubicBezTo>
                <a:cubicBezTo>
                  <a:pt x="4083" y="925059"/>
                  <a:pt x="91850" y="1009650"/>
                  <a:pt x="110446" y="1059997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500812-D4A7-C461-5EF2-DFE5E915F4E5}"/>
              </a:ext>
            </a:extLst>
          </p:cNvPr>
          <p:cNvSpPr/>
          <p:nvPr/>
        </p:nvSpPr>
        <p:spPr>
          <a:xfrm>
            <a:off x="3020404" y="1942326"/>
            <a:ext cx="183469" cy="1353911"/>
          </a:xfrm>
          <a:custGeom>
            <a:avLst/>
            <a:gdLst>
              <a:gd name="connsiteX0" fmla="*/ 0 w 202747"/>
              <a:gd name="connsiteY0" fmla="*/ 9449 h 1372885"/>
              <a:gd name="connsiteX1" fmla="*/ 167368 w 202747"/>
              <a:gd name="connsiteY1" fmla="*/ 121028 h 1372885"/>
              <a:gd name="connsiteX2" fmla="*/ 91168 w 202747"/>
              <a:gd name="connsiteY2" fmla="*/ 861257 h 1372885"/>
              <a:gd name="connsiteX3" fmla="*/ 202747 w 202747"/>
              <a:gd name="connsiteY3" fmla="*/ 1372885 h 137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747" h="1372885">
                <a:moveTo>
                  <a:pt x="0" y="9449"/>
                </a:moveTo>
                <a:cubicBezTo>
                  <a:pt x="76086" y="-5746"/>
                  <a:pt x="152173" y="-20940"/>
                  <a:pt x="167368" y="121028"/>
                </a:cubicBezTo>
                <a:cubicBezTo>
                  <a:pt x="182563" y="262996"/>
                  <a:pt x="85272" y="652614"/>
                  <a:pt x="91168" y="861257"/>
                </a:cubicBezTo>
                <a:cubicBezTo>
                  <a:pt x="97064" y="1069900"/>
                  <a:pt x="149905" y="1221392"/>
                  <a:pt x="202747" y="1372885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2E60DD-D3B4-4DD5-9F3A-AB16C890F7EC}"/>
              </a:ext>
            </a:extLst>
          </p:cNvPr>
          <p:cNvSpPr/>
          <p:nvPr/>
        </p:nvSpPr>
        <p:spPr>
          <a:xfrm>
            <a:off x="4295371" y="1507305"/>
            <a:ext cx="2070458" cy="2116183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2F0AFE4-5546-5B66-791F-909B2F95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2689" y="1686014"/>
            <a:ext cx="2163140" cy="175706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493F04-B64F-0693-5B57-B22753257BAF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989433" y="1817213"/>
            <a:ext cx="1609150" cy="14794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786ACB-4C7E-E159-AC3B-9C36C2A8AC31}"/>
              </a:ext>
            </a:extLst>
          </p:cNvPr>
          <p:cNvCxnSpPr>
            <a:cxnSpLocks/>
            <a:endCxn id="16" idx="4"/>
          </p:cNvCxnSpPr>
          <p:nvPr/>
        </p:nvCxnSpPr>
        <p:spPr>
          <a:xfrm>
            <a:off x="3098712" y="3600132"/>
            <a:ext cx="2231888" cy="233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E3A4187-E558-3FB9-12F2-4D177A0D4EC6}"/>
              </a:ext>
            </a:extLst>
          </p:cNvPr>
          <p:cNvCxnSpPr>
            <a:cxnSpLocks/>
          </p:cNvCxnSpPr>
          <p:nvPr/>
        </p:nvCxnSpPr>
        <p:spPr>
          <a:xfrm flipH="1">
            <a:off x="2989433" y="521489"/>
            <a:ext cx="2218277" cy="1397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738522-1C0B-1B08-2F31-3400D06B410D}"/>
              </a:ext>
            </a:extLst>
          </p:cNvPr>
          <p:cNvCxnSpPr>
            <a:cxnSpLocks/>
          </p:cNvCxnSpPr>
          <p:nvPr/>
        </p:nvCxnSpPr>
        <p:spPr>
          <a:xfrm>
            <a:off x="5197928" y="521489"/>
            <a:ext cx="15512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165403-32CA-987E-E057-C753D49D4A28}"/>
              </a:ext>
            </a:extLst>
          </p:cNvPr>
          <p:cNvCxnSpPr>
            <a:cxnSpLocks/>
          </p:cNvCxnSpPr>
          <p:nvPr/>
        </p:nvCxnSpPr>
        <p:spPr>
          <a:xfrm>
            <a:off x="5188602" y="1415185"/>
            <a:ext cx="156054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EE6AEB2-5B5B-A285-9713-DB4E2124A517}"/>
              </a:ext>
            </a:extLst>
          </p:cNvPr>
          <p:cNvCxnSpPr>
            <a:cxnSpLocks/>
          </p:cNvCxnSpPr>
          <p:nvPr/>
        </p:nvCxnSpPr>
        <p:spPr>
          <a:xfrm flipH="1" flipV="1">
            <a:off x="3234844" y="3330046"/>
            <a:ext cx="1834063" cy="5064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6818BAF-AEC2-FAE1-6582-CE96EB870CBC}"/>
              </a:ext>
            </a:extLst>
          </p:cNvPr>
          <p:cNvCxnSpPr>
            <a:cxnSpLocks/>
            <a:endCxn id="78" idx="2"/>
          </p:cNvCxnSpPr>
          <p:nvPr/>
        </p:nvCxnSpPr>
        <p:spPr>
          <a:xfrm flipV="1">
            <a:off x="5061397" y="3836467"/>
            <a:ext cx="1607464" cy="37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2414334-BD61-8550-2680-595C6D537B74}"/>
              </a:ext>
            </a:extLst>
          </p:cNvPr>
          <p:cNvCxnSpPr>
            <a:cxnSpLocks/>
          </p:cNvCxnSpPr>
          <p:nvPr/>
        </p:nvCxnSpPr>
        <p:spPr>
          <a:xfrm flipH="1" flipV="1">
            <a:off x="5406828" y="2497974"/>
            <a:ext cx="1315101" cy="481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BCD1A75-1E9C-3723-E065-53360EFC3E5F}"/>
              </a:ext>
            </a:extLst>
          </p:cNvPr>
          <p:cNvSpPr/>
          <p:nvPr/>
        </p:nvSpPr>
        <p:spPr>
          <a:xfrm>
            <a:off x="2209800" y="1686014"/>
            <a:ext cx="297996" cy="325122"/>
          </a:xfrm>
          <a:custGeom>
            <a:avLst/>
            <a:gdLst>
              <a:gd name="connsiteX0" fmla="*/ 0 w 287383"/>
              <a:gd name="connsiteY0" fmla="*/ 10170 h 336741"/>
              <a:gd name="connsiteX1" fmla="*/ 148046 w 287383"/>
              <a:gd name="connsiteY1" fmla="*/ 40650 h 336741"/>
              <a:gd name="connsiteX2" fmla="*/ 287383 w 287383"/>
              <a:gd name="connsiteY2" fmla="*/ 336741 h 336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7383" h="336741">
                <a:moveTo>
                  <a:pt x="0" y="10170"/>
                </a:moveTo>
                <a:cubicBezTo>
                  <a:pt x="50074" y="-1805"/>
                  <a:pt x="100149" y="-13779"/>
                  <a:pt x="148046" y="40650"/>
                </a:cubicBezTo>
                <a:cubicBezTo>
                  <a:pt x="195943" y="95079"/>
                  <a:pt x="241663" y="215910"/>
                  <a:pt x="287383" y="33674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6B05F1D-6B5D-1276-FE46-52FE6119E5AE}"/>
              </a:ext>
            </a:extLst>
          </p:cNvPr>
          <p:cNvSpPr/>
          <p:nvPr/>
        </p:nvSpPr>
        <p:spPr>
          <a:xfrm>
            <a:off x="2349954" y="1632830"/>
            <a:ext cx="255814" cy="378306"/>
          </a:xfrm>
          <a:custGeom>
            <a:avLst/>
            <a:gdLst>
              <a:gd name="connsiteX0" fmla="*/ 0 w 255814"/>
              <a:gd name="connsiteY0" fmla="*/ 27 h 378306"/>
              <a:gd name="connsiteX1" fmla="*/ 99332 w 255814"/>
              <a:gd name="connsiteY1" fmla="*/ 62620 h 378306"/>
              <a:gd name="connsiteX2" fmla="*/ 255814 w 255814"/>
              <a:gd name="connsiteY2" fmla="*/ 378306 h 37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814" h="378306">
                <a:moveTo>
                  <a:pt x="0" y="27"/>
                </a:moveTo>
                <a:cubicBezTo>
                  <a:pt x="28348" y="-200"/>
                  <a:pt x="56696" y="-426"/>
                  <a:pt x="99332" y="62620"/>
                </a:cubicBezTo>
                <a:cubicBezTo>
                  <a:pt x="141968" y="125666"/>
                  <a:pt x="233136" y="337485"/>
                  <a:pt x="255814" y="37830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F55AF0-C3B0-873F-9A06-8AA1209DEAE0}"/>
              </a:ext>
            </a:extLst>
          </p:cNvPr>
          <p:cNvSpPr/>
          <p:nvPr/>
        </p:nvSpPr>
        <p:spPr>
          <a:xfrm>
            <a:off x="2943225" y="1616529"/>
            <a:ext cx="213632" cy="389164"/>
          </a:xfrm>
          <a:custGeom>
            <a:avLst/>
            <a:gdLst>
              <a:gd name="connsiteX0" fmla="*/ 213632 w 213632"/>
              <a:gd name="connsiteY0" fmla="*/ 0 h 389164"/>
              <a:gd name="connsiteX1" fmla="*/ 141514 w 213632"/>
              <a:gd name="connsiteY1" fmla="*/ 66675 h 389164"/>
              <a:gd name="connsiteX2" fmla="*/ 0 w 213632"/>
              <a:gd name="connsiteY2" fmla="*/ 389164 h 38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3632" h="389164">
                <a:moveTo>
                  <a:pt x="213632" y="0"/>
                </a:moveTo>
                <a:cubicBezTo>
                  <a:pt x="195375" y="907"/>
                  <a:pt x="177119" y="1814"/>
                  <a:pt x="141514" y="66675"/>
                </a:cubicBezTo>
                <a:cubicBezTo>
                  <a:pt x="105909" y="131536"/>
                  <a:pt x="52954" y="260350"/>
                  <a:pt x="0" y="38916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D55DAE9-196B-C5FE-BD9A-46A4EAA62792}"/>
              </a:ext>
            </a:extLst>
          </p:cNvPr>
          <p:cNvSpPr/>
          <p:nvPr/>
        </p:nvSpPr>
        <p:spPr>
          <a:xfrm>
            <a:off x="3043918" y="1659268"/>
            <a:ext cx="219075" cy="342343"/>
          </a:xfrm>
          <a:custGeom>
            <a:avLst/>
            <a:gdLst>
              <a:gd name="connsiteX0" fmla="*/ 219075 w 219075"/>
              <a:gd name="connsiteY0" fmla="*/ 3525 h 342343"/>
              <a:gd name="connsiteX1" fmla="*/ 121103 w 219075"/>
              <a:gd name="connsiteY1" fmla="*/ 48428 h 342343"/>
              <a:gd name="connsiteX2" fmla="*/ 0 w 219075"/>
              <a:gd name="connsiteY2" fmla="*/ 342343 h 34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075" h="342343">
                <a:moveTo>
                  <a:pt x="219075" y="3525"/>
                </a:moveTo>
                <a:cubicBezTo>
                  <a:pt x="188345" y="-2259"/>
                  <a:pt x="157615" y="-8042"/>
                  <a:pt x="121103" y="48428"/>
                </a:cubicBezTo>
                <a:cubicBezTo>
                  <a:pt x="84591" y="104898"/>
                  <a:pt x="42295" y="223620"/>
                  <a:pt x="0" y="34234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CE25DAE-18E0-3A0F-2139-37C2677B18E5}"/>
              </a:ext>
            </a:extLst>
          </p:cNvPr>
          <p:cNvSpPr/>
          <p:nvPr/>
        </p:nvSpPr>
        <p:spPr>
          <a:xfrm>
            <a:off x="2733675" y="2152650"/>
            <a:ext cx="78921" cy="4082"/>
          </a:xfrm>
          <a:custGeom>
            <a:avLst/>
            <a:gdLst>
              <a:gd name="connsiteX0" fmla="*/ 0 w 78921"/>
              <a:gd name="connsiteY0" fmla="*/ 4082 h 4082"/>
              <a:gd name="connsiteX1" fmla="*/ 78921 w 78921"/>
              <a:gd name="connsiteY1" fmla="*/ 0 h 4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921" h="4082">
                <a:moveTo>
                  <a:pt x="0" y="4082"/>
                </a:moveTo>
                <a:lnTo>
                  <a:pt x="78921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A24F96-0CE2-982F-C3A5-35119E088E66}"/>
              </a:ext>
            </a:extLst>
          </p:cNvPr>
          <p:cNvSpPr/>
          <p:nvPr/>
        </p:nvSpPr>
        <p:spPr>
          <a:xfrm>
            <a:off x="2737757" y="2239736"/>
            <a:ext cx="81643" cy="2721"/>
          </a:xfrm>
          <a:custGeom>
            <a:avLst/>
            <a:gdLst>
              <a:gd name="connsiteX0" fmla="*/ 0 w 81643"/>
              <a:gd name="connsiteY0" fmla="*/ 2721 h 2721"/>
              <a:gd name="connsiteX1" fmla="*/ 81643 w 81643"/>
              <a:gd name="connsiteY1" fmla="*/ 0 h 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643" h="2721">
                <a:moveTo>
                  <a:pt x="0" y="2721"/>
                </a:moveTo>
                <a:lnTo>
                  <a:pt x="81643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EFE0B3B-E745-D9B7-0E26-2C0FB2DDC59B}"/>
              </a:ext>
            </a:extLst>
          </p:cNvPr>
          <p:cNvSpPr/>
          <p:nvPr/>
        </p:nvSpPr>
        <p:spPr>
          <a:xfrm>
            <a:off x="2279294" y="2868067"/>
            <a:ext cx="982791" cy="45719"/>
          </a:xfrm>
          <a:custGeom>
            <a:avLst/>
            <a:gdLst>
              <a:gd name="connsiteX0" fmla="*/ 0 w 965200"/>
              <a:gd name="connsiteY0" fmla="*/ 21859 h 29116"/>
              <a:gd name="connsiteX1" fmla="*/ 468086 w 965200"/>
              <a:gd name="connsiteY1" fmla="*/ 87 h 29116"/>
              <a:gd name="connsiteX2" fmla="*/ 965200 w 965200"/>
              <a:gd name="connsiteY2" fmla="*/ 29116 h 29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5200" h="29116">
                <a:moveTo>
                  <a:pt x="0" y="21859"/>
                </a:moveTo>
                <a:cubicBezTo>
                  <a:pt x="153609" y="10368"/>
                  <a:pt x="307219" y="-1122"/>
                  <a:pt x="468086" y="87"/>
                </a:cubicBezTo>
                <a:cubicBezTo>
                  <a:pt x="628953" y="1296"/>
                  <a:pt x="797076" y="15206"/>
                  <a:pt x="965200" y="2911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98A4934-8149-1146-89FC-387C360F1D1F}"/>
              </a:ext>
            </a:extLst>
          </p:cNvPr>
          <p:cNvSpPr/>
          <p:nvPr/>
        </p:nvSpPr>
        <p:spPr>
          <a:xfrm>
            <a:off x="2264229" y="3000742"/>
            <a:ext cx="997857" cy="29115"/>
          </a:xfrm>
          <a:custGeom>
            <a:avLst/>
            <a:gdLst>
              <a:gd name="connsiteX0" fmla="*/ 0 w 997857"/>
              <a:gd name="connsiteY0" fmla="*/ 21858 h 29115"/>
              <a:gd name="connsiteX1" fmla="*/ 529771 w 997857"/>
              <a:gd name="connsiteY1" fmla="*/ 87 h 29115"/>
              <a:gd name="connsiteX2" fmla="*/ 997857 w 997857"/>
              <a:gd name="connsiteY2" fmla="*/ 29115 h 29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7857" h="29115">
                <a:moveTo>
                  <a:pt x="0" y="21858"/>
                </a:moveTo>
                <a:cubicBezTo>
                  <a:pt x="181731" y="10368"/>
                  <a:pt x="363462" y="-1122"/>
                  <a:pt x="529771" y="87"/>
                </a:cubicBezTo>
                <a:cubicBezTo>
                  <a:pt x="696080" y="1296"/>
                  <a:pt x="846968" y="15205"/>
                  <a:pt x="997857" y="2911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94CDB10-CE65-B54E-3BEA-F1D35D42AA9E}"/>
              </a:ext>
            </a:extLst>
          </p:cNvPr>
          <p:cNvSpPr/>
          <p:nvPr/>
        </p:nvSpPr>
        <p:spPr>
          <a:xfrm>
            <a:off x="2622096" y="2360839"/>
            <a:ext cx="101550" cy="500743"/>
          </a:xfrm>
          <a:custGeom>
            <a:avLst/>
            <a:gdLst>
              <a:gd name="connsiteX0" fmla="*/ 70758 w 101550"/>
              <a:gd name="connsiteY0" fmla="*/ 500743 h 500743"/>
              <a:gd name="connsiteX1" fmla="*/ 97972 w 101550"/>
              <a:gd name="connsiteY1" fmla="*/ 321129 h 500743"/>
              <a:gd name="connsiteX2" fmla="*/ 0 w 101550"/>
              <a:gd name="connsiteY2" fmla="*/ 0 h 50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550" h="500743">
                <a:moveTo>
                  <a:pt x="70758" y="500743"/>
                </a:moveTo>
                <a:cubicBezTo>
                  <a:pt x="90261" y="452664"/>
                  <a:pt x="109765" y="404586"/>
                  <a:pt x="97972" y="321129"/>
                </a:cubicBezTo>
                <a:cubicBezTo>
                  <a:pt x="86179" y="237672"/>
                  <a:pt x="43089" y="118836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21B3670-8683-C0D0-F189-B03732490D40}"/>
              </a:ext>
            </a:extLst>
          </p:cNvPr>
          <p:cNvSpPr/>
          <p:nvPr/>
        </p:nvSpPr>
        <p:spPr>
          <a:xfrm>
            <a:off x="2864807" y="2343150"/>
            <a:ext cx="101550" cy="530679"/>
          </a:xfrm>
          <a:custGeom>
            <a:avLst/>
            <a:gdLst>
              <a:gd name="connsiteX0" fmla="*/ 61945 w 128620"/>
              <a:gd name="connsiteY0" fmla="*/ 530679 h 530679"/>
              <a:gd name="connsiteX1" fmla="*/ 2074 w 128620"/>
              <a:gd name="connsiteY1" fmla="*/ 348343 h 530679"/>
              <a:gd name="connsiteX2" fmla="*/ 128620 w 128620"/>
              <a:gd name="connsiteY2" fmla="*/ 0 h 530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620" h="530679">
                <a:moveTo>
                  <a:pt x="61945" y="530679"/>
                </a:moveTo>
                <a:cubicBezTo>
                  <a:pt x="26453" y="483734"/>
                  <a:pt x="-9039" y="436790"/>
                  <a:pt x="2074" y="348343"/>
                </a:cubicBezTo>
                <a:cubicBezTo>
                  <a:pt x="13187" y="259896"/>
                  <a:pt x="70903" y="129948"/>
                  <a:pt x="12862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22D597-AF9B-B208-F0AC-1971EB3D0B2D}"/>
              </a:ext>
            </a:extLst>
          </p:cNvPr>
          <p:cNvSpPr/>
          <p:nvPr/>
        </p:nvSpPr>
        <p:spPr>
          <a:xfrm>
            <a:off x="2273754" y="2888796"/>
            <a:ext cx="4082" cy="130629"/>
          </a:xfrm>
          <a:custGeom>
            <a:avLst/>
            <a:gdLst>
              <a:gd name="connsiteX0" fmla="*/ 4082 w 4082"/>
              <a:gd name="connsiteY0" fmla="*/ 0 h 130629"/>
              <a:gd name="connsiteX1" fmla="*/ 0 w 4082"/>
              <a:gd name="connsiteY1" fmla="*/ 130629 h 130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82" h="130629">
                <a:moveTo>
                  <a:pt x="4082" y="0"/>
                </a:moveTo>
                <a:lnTo>
                  <a:pt x="0" y="13062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201A1A5-EEA8-5C6F-84C0-90DAD8DA42FF}"/>
              </a:ext>
            </a:extLst>
          </p:cNvPr>
          <p:cNvSpPr/>
          <p:nvPr/>
        </p:nvSpPr>
        <p:spPr>
          <a:xfrm>
            <a:off x="3249386" y="2914650"/>
            <a:ext cx="1360" cy="115661"/>
          </a:xfrm>
          <a:custGeom>
            <a:avLst/>
            <a:gdLst>
              <a:gd name="connsiteX0" fmla="*/ 0 w 1360"/>
              <a:gd name="connsiteY0" fmla="*/ 0 h 115661"/>
              <a:gd name="connsiteX1" fmla="*/ 1360 w 1360"/>
              <a:gd name="connsiteY1" fmla="*/ 115661 h 115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60" h="115661">
                <a:moveTo>
                  <a:pt x="0" y="0"/>
                </a:moveTo>
                <a:cubicBezTo>
                  <a:pt x="453" y="38554"/>
                  <a:pt x="906" y="77107"/>
                  <a:pt x="1360" y="11566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BD3A284-D16A-C74F-C890-D28FD20B69DB}"/>
                  </a:ext>
                </a:extLst>
              </p14:cNvPr>
              <p14:cNvContentPartPr/>
              <p14:nvPr/>
            </p14:nvContentPartPr>
            <p14:xfrm>
              <a:off x="4470194" y="2819326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BD3A284-D16A-C74F-C890-D28FD20B69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61194" y="281032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CAD444C-F9E6-2C4B-9EE9-7D961045CD05}"/>
                  </a:ext>
                </a:extLst>
              </p14:cNvPr>
              <p14:cNvContentPartPr/>
              <p14:nvPr/>
            </p14:nvContentPartPr>
            <p14:xfrm>
              <a:off x="2285606" y="2898579"/>
              <a:ext cx="973440" cy="115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CAD444C-F9E6-2C4B-9EE9-7D961045CD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76609" y="2889579"/>
                <a:ext cx="991073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8EC1F03-B2CC-0529-023C-084579EC5C8B}"/>
                  </a:ext>
                </a:extLst>
              </p14:cNvPr>
              <p14:cNvContentPartPr/>
              <p14:nvPr/>
            </p14:nvContentPartPr>
            <p14:xfrm>
              <a:off x="2285966" y="2886699"/>
              <a:ext cx="828720" cy="316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8EC1F03-B2CC-0529-023C-084579EC5C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76966" y="2877596"/>
                <a:ext cx="846360" cy="495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9B7A391-3A56-94E2-BECC-AD7496272085}"/>
                  </a:ext>
                </a:extLst>
              </p14:cNvPr>
              <p14:cNvContentPartPr/>
              <p14:nvPr/>
            </p14:nvContentPartPr>
            <p14:xfrm>
              <a:off x="2291366" y="2986059"/>
              <a:ext cx="929880" cy="30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9B7A391-3A56-94E2-BECC-AD749627208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82366" y="2977059"/>
                <a:ext cx="9475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4E90931-26A7-E4A8-8CA1-8F5B4CA96267}"/>
                  </a:ext>
                </a:extLst>
              </p14:cNvPr>
              <p14:cNvContentPartPr/>
              <p14:nvPr/>
            </p14:nvContentPartPr>
            <p14:xfrm>
              <a:off x="2353646" y="2919459"/>
              <a:ext cx="789840" cy="824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4E90931-26A7-E4A8-8CA1-8F5B4CA9626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44646" y="2910459"/>
                <a:ext cx="8074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000EAC0-A556-946F-6D8F-393024808DB8}"/>
                  </a:ext>
                </a:extLst>
              </p14:cNvPr>
              <p14:cNvContentPartPr/>
              <p14:nvPr/>
            </p14:nvContentPartPr>
            <p14:xfrm>
              <a:off x="2473526" y="2884179"/>
              <a:ext cx="585000" cy="352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000EAC0-A556-946F-6D8F-393024808DB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64526" y="2875179"/>
                <a:ext cx="6026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BAF8858-6F48-189E-F1E2-3E5982BEF49B}"/>
                  </a:ext>
                </a:extLst>
              </p14:cNvPr>
              <p14:cNvContentPartPr/>
              <p14:nvPr/>
            </p14:nvContentPartPr>
            <p14:xfrm>
              <a:off x="2261126" y="1640649"/>
              <a:ext cx="327960" cy="3621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BAF8858-6F48-189E-F1E2-3E5982BEF49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52126" y="1631649"/>
                <a:ext cx="34560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AA81AC0-84E6-851B-7069-6E0DEF2E2B7C}"/>
                  </a:ext>
                </a:extLst>
              </p14:cNvPr>
              <p14:cNvContentPartPr/>
              <p14:nvPr/>
            </p14:nvContentPartPr>
            <p14:xfrm>
              <a:off x="2956646" y="1989129"/>
              <a:ext cx="78120" cy="8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AA81AC0-84E6-851B-7069-6E0DEF2E2B7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47646" y="1979738"/>
                <a:ext cx="95760" cy="270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A2C9251-FCC6-7BFC-3DD0-8DF642385461}"/>
                  </a:ext>
                </a:extLst>
              </p14:cNvPr>
              <p14:cNvContentPartPr/>
              <p14:nvPr/>
            </p14:nvContentPartPr>
            <p14:xfrm>
              <a:off x="3013886" y="1631289"/>
              <a:ext cx="132120" cy="2271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A2C9251-FCC6-7BFC-3DD0-8DF64238546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04886" y="1622289"/>
                <a:ext cx="1497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00AD8B7-34AA-2656-8C1A-CA0C7FACF527}"/>
                  </a:ext>
                </a:extLst>
              </p14:cNvPr>
              <p14:cNvContentPartPr/>
              <p14:nvPr/>
            </p14:nvContentPartPr>
            <p14:xfrm>
              <a:off x="3159326" y="1615449"/>
              <a:ext cx="94320" cy="432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00AD8B7-34AA-2656-8C1A-CA0C7FACF52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50326" y="1606449"/>
                <a:ext cx="111960" cy="60840"/>
              </a:xfrm>
              <a:prstGeom prst="rect">
                <a:avLst/>
              </a:prstGeom>
            </p:spPr>
          </p:pic>
        </mc:Fallback>
      </mc:AlternateContent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2253FF4-960B-4C6E-12ED-5131BF70AAEB}"/>
              </a:ext>
            </a:extLst>
          </p:cNvPr>
          <p:cNvSpPr/>
          <p:nvPr/>
        </p:nvSpPr>
        <p:spPr>
          <a:xfrm>
            <a:off x="2696936" y="2349954"/>
            <a:ext cx="153760" cy="182362"/>
          </a:xfrm>
          <a:custGeom>
            <a:avLst/>
            <a:gdLst>
              <a:gd name="connsiteX0" fmla="*/ 0 w 153760"/>
              <a:gd name="connsiteY0" fmla="*/ 10885 h 182362"/>
              <a:gd name="connsiteX1" fmla="*/ 78921 w 153760"/>
              <a:gd name="connsiteY1" fmla="*/ 182335 h 182362"/>
              <a:gd name="connsiteX2" fmla="*/ 153760 w 153760"/>
              <a:gd name="connsiteY2" fmla="*/ 0 h 18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3760" h="182362">
                <a:moveTo>
                  <a:pt x="0" y="10885"/>
                </a:moveTo>
                <a:cubicBezTo>
                  <a:pt x="26647" y="97517"/>
                  <a:pt x="53294" y="184149"/>
                  <a:pt x="78921" y="182335"/>
                </a:cubicBezTo>
                <a:cubicBezTo>
                  <a:pt x="104548" y="180521"/>
                  <a:pt x="129154" y="90260"/>
                  <a:pt x="15376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E5F5FA6A-8EF5-3CBF-4736-E4FF76E12772}"/>
                  </a:ext>
                </a:extLst>
              </p14:cNvPr>
              <p14:cNvContentPartPr/>
              <p14:nvPr/>
            </p14:nvContentPartPr>
            <p14:xfrm>
              <a:off x="2774126" y="2464689"/>
              <a:ext cx="93600" cy="2912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E5F5FA6A-8EF5-3CBF-4736-E4FF76E1277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65126" y="2455689"/>
                <a:ext cx="11124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28DCC738-F096-0F41-EE10-06F926F3EBE8}"/>
                  </a:ext>
                </a:extLst>
              </p14:cNvPr>
              <p14:cNvContentPartPr/>
              <p14:nvPr/>
            </p14:nvContentPartPr>
            <p14:xfrm>
              <a:off x="2657126" y="2421849"/>
              <a:ext cx="94320" cy="2520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28DCC738-F096-0F41-EE10-06F926F3EBE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648126" y="2412862"/>
                <a:ext cx="111960" cy="269615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D349D77-085B-CFE4-BD33-1E746AF64834}"/>
              </a:ext>
            </a:extLst>
          </p:cNvPr>
          <p:cNvGrpSpPr/>
          <p:nvPr/>
        </p:nvGrpSpPr>
        <p:grpSpPr>
          <a:xfrm>
            <a:off x="3005606" y="1617609"/>
            <a:ext cx="237240" cy="359640"/>
            <a:chOff x="3005606" y="1617609"/>
            <a:chExt cx="23724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91A0731-397C-F64E-FC7A-6EF8C8CECD6E}"/>
                    </a:ext>
                  </a:extLst>
                </p14:cNvPr>
                <p14:cNvContentPartPr/>
                <p14:nvPr/>
              </p14:nvContentPartPr>
              <p14:xfrm>
                <a:off x="3071126" y="1653249"/>
                <a:ext cx="106200" cy="246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91A0731-397C-F64E-FC7A-6EF8C8CECD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62126" y="1644249"/>
                  <a:ext cx="1238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85B838D-3F3C-50DB-141B-25996CD13FF4}"/>
                    </a:ext>
                  </a:extLst>
                </p14:cNvPr>
                <p14:cNvContentPartPr/>
                <p14:nvPr/>
              </p14:nvContentPartPr>
              <p14:xfrm>
                <a:off x="3062486" y="1648929"/>
                <a:ext cx="83520" cy="235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85B838D-3F3C-50DB-141B-25996CD13FF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53486" y="1639943"/>
                  <a:ext cx="101160" cy="2534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E2AEF69-34F4-4436-BF7E-3F2E1C76A242}"/>
                    </a:ext>
                  </a:extLst>
                </p14:cNvPr>
                <p14:cNvContentPartPr/>
                <p14:nvPr/>
              </p14:nvContentPartPr>
              <p14:xfrm>
                <a:off x="3026126" y="1635969"/>
                <a:ext cx="192600" cy="213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E2AEF69-34F4-4436-BF7E-3F2E1C76A24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17126" y="1626969"/>
                  <a:ext cx="2102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2AF4726-A444-ACAF-0A0B-595CE7E0ED7F}"/>
                    </a:ext>
                  </a:extLst>
                </p14:cNvPr>
                <p14:cNvContentPartPr/>
                <p14:nvPr/>
              </p14:nvContentPartPr>
              <p14:xfrm>
                <a:off x="3039806" y="1976889"/>
                <a:ext cx="360" cy="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2AF4726-A444-ACAF-0A0B-595CE7E0ED7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30806" y="196788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F3E2A8-F13D-96D5-13DE-A9606375A244}"/>
                    </a:ext>
                  </a:extLst>
                </p14:cNvPr>
                <p14:cNvContentPartPr/>
                <p14:nvPr/>
              </p14:nvContentPartPr>
              <p14:xfrm>
                <a:off x="3242486" y="1655769"/>
                <a:ext cx="360" cy="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F3E2A8-F13D-96D5-13DE-A9606375A2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33486" y="164676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D6D7166-07E0-D570-CB34-71D031667D65}"/>
                    </a:ext>
                  </a:extLst>
                </p14:cNvPr>
                <p14:cNvContentPartPr/>
                <p14:nvPr/>
              </p14:nvContentPartPr>
              <p14:xfrm>
                <a:off x="3152486" y="1617609"/>
                <a:ext cx="360" cy="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D6D7166-07E0-D570-CB34-71D031667D6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43486" y="160860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285AA02-B134-39C0-913B-574EC17F3A8D}"/>
                    </a:ext>
                  </a:extLst>
                </p14:cNvPr>
                <p14:cNvContentPartPr/>
                <p14:nvPr/>
              </p14:nvContentPartPr>
              <p14:xfrm>
                <a:off x="3124046" y="1634169"/>
                <a:ext cx="360" cy="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285AA02-B134-39C0-913B-574EC17F3A8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15046" y="162516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AC2C126-60F8-A745-8025-4A0EA42E3332}"/>
                    </a:ext>
                  </a:extLst>
                </p14:cNvPr>
                <p14:cNvContentPartPr/>
                <p14:nvPr/>
              </p14:nvContentPartPr>
              <p14:xfrm>
                <a:off x="3005606" y="1865289"/>
                <a:ext cx="360" cy="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AC2C126-60F8-A745-8025-4A0EA42E333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96606" y="185628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353CABA-15BD-6452-E55F-33F5A6A2FA7C}"/>
                    </a:ext>
                  </a:extLst>
                </p14:cNvPr>
                <p14:cNvContentPartPr/>
                <p14:nvPr/>
              </p14:nvContentPartPr>
              <p14:xfrm>
                <a:off x="3024686" y="1869609"/>
                <a:ext cx="360" cy="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353CABA-15BD-6452-E55F-33F5A6A2FA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15686" y="186060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7DDC6B96-1372-7D46-A5DC-5EFF1CF6C9D7}"/>
                  </a:ext>
                </a:extLst>
              </p14:cNvPr>
              <p14:cNvContentPartPr/>
              <p14:nvPr/>
            </p14:nvContentPartPr>
            <p14:xfrm>
              <a:off x="2617937" y="2366250"/>
              <a:ext cx="360" cy="3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7DDC6B96-1372-7D46-A5DC-5EFF1CF6C9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08937" y="235725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10FD0480-C0D2-F074-FADE-3C7113BA94A7}"/>
                  </a:ext>
                </a:extLst>
              </p14:cNvPr>
              <p14:cNvContentPartPr/>
              <p14:nvPr/>
            </p14:nvContentPartPr>
            <p14:xfrm>
              <a:off x="2616497" y="2371650"/>
              <a:ext cx="135360" cy="3441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10FD0480-C0D2-F074-FADE-3C7113BA94A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602097" y="2357250"/>
                <a:ext cx="163440" cy="37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E60A9BC0-3B7A-E07B-A773-673D23505A9B}"/>
              </a:ext>
            </a:extLst>
          </p:cNvPr>
          <p:cNvGrpSpPr/>
          <p:nvPr/>
        </p:nvGrpSpPr>
        <p:grpSpPr>
          <a:xfrm>
            <a:off x="2304686" y="2355090"/>
            <a:ext cx="911520" cy="599289"/>
            <a:chOff x="2304686" y="2355090"/>
            <a:chExt cx="911520" cy="59928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C5EE15D-C973-C8EF-D46D-95986B2183B8}"/>
                    </a:ext>
                  </a:extLst>
                </p14:cNvPr>
                <p14:cNvContentPartPr/>
                <p14:nvPr/>
              </p14:nvContentPartPr>
              <p14:xfrm>
                <a:off x="2306126" y="2898219"/>
                <a:ext cx="910080" cy="45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C5EE15D-C973-C8EF-D46D-95986B2183B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297126" y="2889219"/>
                  <a:ext cx="9277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FB26DE5-AE6E-6D21-6A2A-593213522414}"/>
                    </a:ext>
                  </a:extLst>
                </p14:cNvPr>
                <p14:cNvContentPartPr/>
                <p14:nvPr/>
              </p14:nvContentPartPr>
              <p14:xfrm>
                <a:off x="2304686" y="2930979"/>
                <a:ext cx="101160" cy="23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FB26DE5-AE6E-6D21-6A2A-59321352241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295686" y="2921979"/>
                  <a:ext cx="118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E9B1C04-CFC3-F2E1-3047-FB2694CD7E11}"/>
                    </a:ext>
                  </a:extLst>
                </p14:cNvPr>
                <p14:cNvContentPartPr/>
                <p14:nvPr/>
              </p14:nvContentPartPr>
              <p14:xfrm>
                <a:off x="2757926" y="2854569"/>
                <a:ext cx="360" cy="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E9B1C04-CFC3-F2E1-3047-FB2694CD7E1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1926" y="28185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50886B6-9942-70F3-B7ED-EF8C7D2DC258}"/>
                    </a:ext>
                  </a:extLst>
                </p14:cNvPr>
                <p14:cNvContentPartPr/>
                <p14:nvPr/>
              </p14:nvContentPartPr>
              <p14:xfrm>
                <a:off x="2827406" y="2861409"/>
                <a:ext cx="360" cy="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50886B6-9942-70F3-B7ED-EF8C7D2DC25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91406" y="282540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4009434-BE0A-F7A2-F99B-7357EA5CBF27}"/>
                    </a:ext>
                  </a:extLst>
                </p14:cNvPr>
                <p14:cNvContentPartPr/>
                <p14:nvPr/>
              </p14:nvContentPartPr>
              <p14:xfrm>
                <a:off x="2794646" y="2791929"/>
                <a:ext cx="360" cy="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4009434-BE0A-F7A2-F99B-7357EA5CBF2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8646" y="275592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E58EA6B-23AA-87F8-F325-68A5782AA123}"/>
                    </a:ext>
                  </a:extLst>
                </p14:cNvPr>
                <p14:cNvContentPartPr/>
                <p14:nvPr/>
              </p14:nvContentPartPr>
              <p14:xfrm>
                <a:off x="2790686" y="2721369"/>
                <a:ext cx="360" cy="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E58EA6B-23AA-87F8-F325-68A5782AA12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4686" y="2685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A40D7B5-8561-D948-5186-823B6698E7B8}"/>
                    </a:ext>
                  </a:extLst>
                </p14:cNvPr>
                <p14:cNvContentPartPr/>
                <p14:nvPr/>
              </p14:nvContentPartPr>
              <p14:xfrm>
                <a:off x="2787806" y="2649009"/>
                <a:ext cx="360" cy="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A40D7B5-8561-D948-5186-823B6698E7B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1806" y="261300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57984F2-2D1C-FCD5-C4D9-AA5EAACD3B5E}"/>
                    </a:ext>
                  </a:extLst>
                </p14:cNvPr>
                <p14:cNvContentPartPr/>
                <p14:nvPr/>
              </p14:nvContentPartPr>
              <p14:xfrm>
                <a:off x="2786366" y="2589249"/>
                <a:ext cx="360" cy="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57984F2-2D1C-FCD5-C4D9-AA5EAACD3B5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0366" y="25532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33B590A-7C27-9B8B-8CE6-BC980093EA5D}"/>
                    </a:ext>
                  </a:extLst>
                </p14:cNvPr>
                <p14:cNvContentPartPr/>
                <p14:nvPr/>
              </p14:nvContentPartPr>
              <p14:xfrm>
                <a:off x="2838206" y="2545689"/>
                <a:ext cx="360" cy="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33B590A-7C27-9B8B-8CE6-BC980093EA5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02206" y="25096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68570A3-53D9-5E00-8BAD-965002894036}"/>
                    </a:ext>
                  </a:extLst>
                </p14:cNvPr>
                <p14:cNvContentPartPr/>
                <p14:nvPr/>
              </p14:nvContentPartPr>
              <p14:xfrm>
                <a:off x="2855846" y="2514369"/>
                <a:ext cx="360" cy="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68570A3-53D9-5E00-8BAD-96500289403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19846" y="2478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7FC8267-E2B0-6864-BCE9-7F766F11A18B}"/>
                    </a:ext>
                  </a:extLst>
                </p14:cNvPr>
                <p14:cNvContentPartPr/>
                <p14:nvPr/>
              </p14:nvContentPartPr>
              <p14:xfrm>
                <a:off x="2729486" y="2540289"/>
                <a:ext cx="360" cy="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7FC8267-E2B0-6864-BCE9-7F766F11A1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93486" y="25042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5DB9B4A-3FF5-EA43-4673-FD99E5086552}"/>
                    </a:ext>
                  </a:extLst>
                </p14:cNvPr>
                <p14:cNvContentPartPr/>
                <p14:nvPr/>
              </p14:nvContentPartPr>
              <p14:xfrm>
                <a:off x="2763326" y="2604369"/>
                <a:ext cx="360" cy="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5DB9B4A-3FF5-EA43-4673-FD99E508655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7326" y="2568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3CFD10D-E059-5A0D-CB57-A849F1CFB659}"/>
                    </a:ext>
                  </a:extLst>
                </p14:cNvPr>
                <p14:cNvContentPartPr/>
                <p14:nvPr/>
              </p14:nvContentPartPr>
              <p14:xfrm>
                <a:off x="2768726" y="2651889"/>
                <a:ext cx="360" cy="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3CFD10D-E059-5A0D-CB57-A849F1CFB65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2726" y="2615889"/>
                  <a:ext cx="72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2CAA81A-07E2-15C5-D39A-9C22CBC0B9DE}"/>
                    </a:ext>
                  </a:extLst>
                </p14:cNvPr>
                <p14:cNvContentPartPr/>
                <p14:nvPr/>
              </p14:nvContentPartPr>
              <p14:xfrm>
                <a:off x="2773046" y="2691489"/>
                <a:ext cx="360" cy="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2CAA81A-07E2-15C5-D39A-9C22CBC0B9D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7046" y="26554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92CBB15-7FB4-2CCD-9962-279CACFC3F3F}"/>
                    </a:ext>
                  </a:extLst>
                </p14:cNvPr>
                <p14:cNvContentPartPr/>
                <p14:nvPr/>
              </p14:nvContentPartPr>
              <p14:xfrm>
                <a:off x="2773046" y="2729289"/>
                <a:ext cx="360" cy="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92CBB15-7FB4-2CCD-9962-279CACFC3F3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7046" y="26932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2530D5A-1BEA-A685-B158-A00BB8E0EDA0}"/>
                    </a:ext>
                  </a:extLst>
                </p14:cNvPr>
                <p14:cNvContentPartPr/>
                <p14:nvPr/>
              </p14:nvContentPartPr>
              <p14:xfrm>
                <a:off x="2777006" y="2777169"/>
                <a:ext cx="360" cy="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2530D5A-1BEA-A685-B158-A00BB8E0EDA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41006" y="27411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6E5F4F5-5F23-EE63-A56D-5A93960454F2}"/>
                    </a:ext>
                  </a:extLst>
                </p14:cNvPr>
                <p14:cNvContentPartPr/>
                <p14:nvPr/>
              </p14:nvContentPartPr>
              <p14:xfrm>
                <a:off x="2773046" y="2804169"/>
                <a:ext cx="360" cy="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6E5F4F5-5F23-EE63-A56D-5A93960454F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7046" y="27681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01768E5-C927-E883-920A-83B2FC92BF44}"/>
                    </a:ext>
                  </a:extLst>
                </p14:cNvPr>
                <p14:cNvContentPartPr/>
                <p14:nvPr/>
              </p14:nvContentPartPr>
              <p14:xfrm>
                <a:off x="2760806" y="2819289"/>
                <a:ext cx="360" cy="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01768E5-C927-E883-920A-83B2FC92BF4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4806" y="27832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492F1FD-FD80-B588-65EB-5F95CCB19171}"/>
                    </a:ext>
                  </a:extLst>
                </p14:cNvPr>
                <p14:cNvContentPartPr/>
                <p14:nvPr/>
              </p14:nvContentPartPr>
              <p14:xfrm>
                <a:off x="2741726" y="2852049"/>
                <a:ext cx="360" cy="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492F1FD-FD80-B588-65EB-5F95CCB1917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05726" y="28160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F4EB4CA-6CF1-E823-7852-3E1E21E76783}"/>
                    </a:ext>
                  </a:extLst>
                </p14:cNvPr>
                <p14:cNvContentPartPr/>
                <p14:nvPr/>
              </p14:nvContentPartPr>
              <p14:xfrm>
                <a:off x="2764766" y="2771769"/>
                <a:ext cx="360" cy="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F4EB4CA-6CF1-E823-7852-3E1E21E7678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8766" y="27357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4328ED8-02E7-1F50-4D17-651F9218D841}"/>
                    </a:ext>
                  </a:extLst>
                </p14:cNvPr>
                <p14:cNvContentPartPr/>
                <p14:nvPr/>
              </p14:nvContentPartPr>
              <p14:xfrm>
                <a:off x="2853326" y="2873649"/>
                <a:ext cx="360" cy="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4328ED8-02E7-1F50-4D17-651F9218D84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17326" y="28376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83B0FDA-9092-B3B9-E213-4E2F97D754A2}"/>
                    </a:ext>
                  </a:extLst>
                </p14:cNvPr>
                <p14:cNvContentPartPr/>
                <p14:nvPr/>
              </p14:nvContentPartPr>
              <p14:xfrm>
                <a:off x="2836766" y="2840889"/>
                <a:ext cx="360" cy="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83B0FDA-9092-B3B9-E213-4E2F97D754A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00766" y="28048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37DE2D3-67FC-31E1-326C-19D0D22475D0}"/>
                    </a:ext>
                  </a:extLst>
                </p14:cNvPr>
                <p14:cNvContentPartPr/>
                <p14:nvPr/>
              </p14:nvContentPartPr>
              <p14:xfrm>
                <a:off x="2828846" y="2805609"/>
                <a:ext cx="360" cy="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37DE2D3-67FC-31E1-326C-19D0D22475D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92846" y="276960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DCF6080-FD41-ACF1-2C1C-13531AC4BE14}"/>
                    </a:ext>
                  </a:extLst>
                </p14:cNvPr>
                <p14:cNvContentPartPr/>
                <p14:nvPr/>
              </p14:nvContentPartPr>
              <p14:xfrm>
                <a:off x="2810846" y="2759529"/>
                <a:ext cx="360" cy="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DCF6080-FD41-ACF1-2C1C-13531AC4BE1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74846" y="272352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F4DCD65-07DA-4663-55EB-9CFDD74AF0F0}"/>
                    </a:ext>
                  </a:extLst>
                </p14:cNvPr>
                <p14:cNvContentPartPr/>
                <p14:nvPr/>
              </p14:nvContentPartPr>
              <p14:xfrm>
                <a:off x="2812286" y="2718489"/>
                <a:ext cx="360" cy="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F4DCD65-07DA-4663-55EB-9CFDD74AF0F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76286" y="26824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E3EBC41-8223-97EF-FD25-A7FB172C9AE9}"/>
                    </a:ext>
                  </a:extLst>
                </p14:cNvPr>
                <p14:cNvContentPartPr/>
                <p14:nvPr/>
              </p14:nvContentPartPr>
              <p14:xfrm>
                <a:off x="2813726" y="2676369"/>
                <a:ext cx="360" cy="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E3EBC41-8223-97EF-FD25-A7FB172C9AE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77726" y="2640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6A2F3EE-1022-C728-31FD-45CD8DB681EE}"/>
                    </a:ext>
                  </a:extLst>
                </p14:cNvPr>
                <p14:cNvContentPartPr/>
                <p14:nvPr/>
              </p14:nvContentPartPr>
              <p14:xfrm>
                <a:off x="2822006" y="2623449"/>
                <a:ext cx="360" cy="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6A2F3EE-1022-C728-31FD-45CD8DB681E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86006" y="25874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5909BD1-E6A0-6BCF-F7A1-71252655A790}"/>
                    </a:ext>
                  </a:extLst>
                </p14:cNvPr>
                <p14:cNvContentPartPr/>
                <p14:nvPr/>
              </p14:nvContentPartPr>
              <p14:xfrm>
                <a:off x="2823086" y="2366049"/>
                <a:ext cx="77040" cy="422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5909BD1-E6A0-6BCF-F7A1-71252655A79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814086" y="2357049"/>
                  <a:ext cx="9468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C412460-C200-79FB-A03F-607A797F8B14}"/>
                    </a:ext>
                  </a:extLst>
                </p14:cNvPr>
                <p14:cNvContentPartPr/>
                <p14:nvPr/>
              </p14:nvContentPartPr>
              <p14:xfrm>
                <a:off x="2887166" y="2363529"/>
                <a:ext cx="360" cy="3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C412460-C200-79FB-A03F-607A797F8B1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78166" y="235452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856CFE7-C085-D845-93F5-8F515A053FAB}"/>
                    </a:ext>
                  </a:extLst>
                </p14:cNvPr>
                <p14:cNvContentPartPr/>
                <p14:nvPr/>
              </p14:nvContentPartPr>
              <p14:xfrm>
                <a:off x="2869526" y="2362089"/>
                <a:ext cx="360" cy="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856CFE7-C085-D845-93F5-8F515A053FA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60526" y="235308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F3B04CD-E94D-F9E5-6893-5CFB6ED841C4}"/>
                    </a:ext>
                  </a:extLst>
                </p14:cNvPr>
                <p14:cNvContentPartPr/>
                <p14:nvPr/>
              </p14:nvContentPartPr>
              <p14:xfrm>
                <a:off x="2862686" y="2360649"/>
                <a:ext cx="30240" cy="3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F3B04CD-E94D-F9E5-6893-5CFB6ED841C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853686" y="2350524"/>
                  <a:ext cx="47880" cy="230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7B52B95-801D-A9FE-EC42-987F573A426D}"/>
                    </a:ext>
                  </a:extLst>
                </p14:cNvPr>
                <p14:cNvContentPartPr/>
                <p14:nvPr/>
              </p14:nvContentPartPr>
              <p14:xfrm>
                <a:off x="2651726" y="2381169"/>
                <a:ext cx="90360" cy="271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7B52B95-801D-A9FE-EC42-987F573A426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642726" y="2372169"/>
                  <a:ext cx="1080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8FB0393-9152-8A50-081A-DAA167DE4454}"/>
                    </a:ext>
                  </a:extLst>
                </p14:cNvPr>
                <p14:cNvContentPartPr/>
                <p14:nvPr/>
              </p14:nvContentPartPr>
              <p14:xfrm>
                <a:off x="2674766" y="2375769"/>
                <a:ext cx="54360" cy="138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8FB0393-9152-8A50-081A-DAA167DE445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665766" y="2366769"/>
                  <a:ext cx="720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E6D42B4-3162-F5E1-202D-5B9103331415}"/>
                    </a:ext>
                  </a:extLst>
                </p14:cNvPr>
                <p14:cNvContentPartPr/>
                <p14:nvPr/>
              </p14:nvContentPartPr>
              <p14:xfrm>
                <a:off x="2613977" y="2367330"/>
                <a:ext cx="64080" cy="172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E6D42B4-3162-F5E1-202D-5B910333141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604977" y="2358330"/>
                  <a:ext cx="81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3295C9E-9799-4F95-301D-391617EB2980}"/>
                    </a:ext>
                  </a:extLst>
                </p14:cNvPr>
                <p14:cNvContentPartPr/>
                <p14:nvPr/>
              </p14:nvContentPartPr>
              <p14:xfrm>
                <a:off x="2592017" y="2355090"/>
                <a:ext cx="360" cy="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3295C9E-9799-4F95-301D-391617EB298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83017" y="23460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F9E0C3C-3D6F-B5DC-44D8-15AE9F0D0930}"/>
                    </a:ext>
                  </a:extLst>
                </p14:cNvPr>
                <p14:cNvContentPartPr/>
                <p14:nvPr/>
              </p14:nvContentPartPr>
              <p14:xfrm>
                <a:off x="2570057" y="2355090"/>
                <a:ext cx="360" cy="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F9E0C3C-3D6F-B5DC-44D8-15AE9F0D09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61057" y="23460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48A7B89-5BC8-00C3-E33F-D91F6322E1E9}"/>
                    </a:ext>
                  </a:extLst>
                </p14:cNvPr>
                <p14:cNvContentPartPr/>
                <p14:nvPr/>
              </p14:nvContentPartPr>
              <p14:xfrm>
                <a:off x="2592017" y="2359410"/>
                <a:ext cx="360" cy="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48A7B89-5BC8-00C3-E33F-D91F6322E1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83017" y="23504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8F46081-FE64-BC66-E8A4-C76231396F94}"/>
                    </a:ext>
                  </a:extLst>
                </p14:cNvPr>
                <p14:cNvContentPartPr/>
                <p14:nvPr/>
              </p14:nvContentPartPr>
              <p14:xfrm>
                <a:off x="2615417" y="2367330"/>
                <a:ext cx="133200" cy="2584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8F46081-FE64-BC66-E8A4-C76231396F9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06417" y="2358330"/>
                  <a:ext cx="150840" cy="276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43B66FAE-20C0-14D4-C398-EA06CC9F6ED1}"/>
              </a:ext>
            </a:extLst>
          </p:cNvPr>
          <p:cNvSpPr/>
          <p:nvPr/>
        </p:nvSpPr>
        <p:spPr>
          <a:xfrm>
            <a:off x="2801163" y="2004617"/>
            <a:ext cx="315478" cy="3437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6193E9C-D449-D644-2681-A5094C73D911}"/>
              </a:ext>
            </a:extLst>
          </p:cNvPr>
          <p:cNvGrpSpPr/>
          <p:nvPr/>
        </p:nvGrpSpPr>
        <p:grpSpPr>
          <a:xfrm>
            <a:off x="2743031" y="2164761"/>
            <a:ext cx="41040" cy="68400"/>
            <a:chOff x="2743031" y="2164761"/>
            <a:chExt cx="41040" cy="6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1D77D34-6A65-BAAE-460E-EEF6E9BD048A}"/>
                    </a:ext>
                  </a:extLst>
                </p14:cNvPr>
                <p14:cNvContentPartPr/>
                <p14:nvPr/>
              </p14:nvContentPartPr>
              <p14:xfrm>
                <a:off x="2743031" y="2168361"/>
                <a:ext cx="12960" cy="57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1D77D34-6A65-BAAE-460E-EEF6E9BD048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34031" y="2159361"/>
                  <a:ext cx="30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D5521B0-EB36-CEFE-C9ED-2E4F62539D0A}"/>
                    </a:ext>
                  </a:extLst>
                </p14:cNvPr>
                <p14:cNvContentPartPr/>
                <p14:nvPr/>
              </p14:nvContentPartPr>
              <p14:xfrm>
                <a:off x="2770031" y="2170161"/>
                <a:ext cx="4680" cy="54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D5521B0-EB36-CEFE-C9ED-2E4F62539D0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61031" y="2161161"/>
                  <a:ext cx="22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40749AB-9923-38B1-6FCE-E353AD7624FB}"/>
                    </a:ext>
                  </a:extLst>
                </p14:cNvPr>
                <p14:cNvContentPartPr/>
                <p14:nvPr/>
              </p14:nvContentPartPr>
              <p14:xfrm>
                <a:off x="2783711" y="2171601"/>
                <a:ext cx="360" cy="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40749AB-9923-38B1-6FCE-E353AD7624F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74711" y="216260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2D45422-0D77-8537-FFD7-D8785B90C926}"/>
                    </a:ext>
                  </a:extLst>
                </p14:cNvPr>
                <p14:cNvContentPartPr/>
                <p14:nvPr/>
              </p14:nvContentPartPr>
              <p14:xfrm>
                <a:off x="2755271" y="2164761"/>
                <a:ext cx="360" cy="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2D45422-0D77-8537-FFD7-D8785B90C92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46271" y="21557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63860FC-0284-EC52-2500-D72FB789731A}"/>
                    </a:ext>
                  </a:extLst>
                </p14:cNvPr>
                <p14:cNvContentPartPr/>
                <p14:nvPr/>
              </p14:nvContentPartPr>
              <p14:xfrm>
                <a:off x="2749871" y="2217681"/>
                <a:ext cx="360" cy="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63860FC-0284-EC52-2500-D72FB789731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40871" y="220868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2DDB6C1-C681-7C08-0B5F-9937033F1889}"/>
                    </a:ext>
                  </a:extLst>
                </p14:cNvPr>
                <p14:cNvContentPartPr/>
                <p14:nvPr/>
              </p14:nvContentPartPr>
              <p14:xfrm>
                <a:off x="2745551" y="2231361"/>
                <a:ext cx="360" cy="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2DDB6C1-C681-7C08-0B5F-9937033F188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36551" y="22223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153BA37-60D5-0227-9CBC-6B3F4AA86FC6}"/>
                    </a:ext>
                  </a:extLst>
                </p14:cNvPr>
                <p14:cNvContentPartPr/>
                <p14:nvPr/>
              </p14:nvContentPartPr>
              <p14:xfrm>
                <a:off x="2745551" y="2204361"/>
                <a:ext cx="360" cy="3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153BA37-60D5-0227-9CBC-6B3F4AA86FC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36551" y="21953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93D6A4D-C92E-F627-36DD-202B027B0E04}"/>
                    </a:ext>
                  </a:extLst>
                </p14:cNvPr>
                <p14:cNvContentPartPr/>
                <p14:nvPr/>
              </p14:nvContentPartPr>
              <p14:xfrm>
                <a:off x="2763551" y="2232801"/>
                <a:ext cx="1800" cy="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93D6A4D-C92E-F627-36DD-202B027B0E0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54551" y="2223801"/>
                  <a:ext cx="19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EFFD3E6-A08C-A1B4-A4B3-DDCBFDE141D0}"/>
                    </a:ext>
                  </a:extLst>
                </p14:cNvPr>
                <p14:cNvContentPartPr/>
                <p14:nvPr/>
              </p14:nvContentPartPr>
              <p14:xfrm>
                <a:off x="2778311" y="2227761"/>
                <a:ext cx="720" cy="1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EFFD3E6-A08C-A1B4-A4B3-DDCBFDE141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69311" y="2218761"/>
                  <a:ext cx="183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73A04B8-E01B-78E1-8436-8E3955ACD6EA}"/>
                    </a:ext>
                  </a:extLst>
                </p14:cNvPr>
                <p14:cNvContentPartPr/>
                <p14:nvPr/>
              </p14:nvContentPartPr>
              <p14:xfrm>
                <a:off x="2779751" y="2188881"/>
                <a:ext cx="360" cy="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73A04B8-E01B-78E1-8436-8E3955ACD6E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70751" y="2179881"/>
                  <a:ext cx="180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0CDEE69-232C-4258-F715-7F645B6EEF06}"/>
                    </a:ext>
                  </a:extLst>
                </p14:cNvPr>
                <p14:cNvContentPartPr/>
                <p14:nvPr/>
              </p14:nvContentPartPr>
              <p14:xfrm>
                <a:off x="2748431" y="2186361"/>
                <a:ext cx="360" cy="3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0CDEE69-232C-4258-F715-7F645B6EEF0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39431" y="21773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66C3F478-1731-3D6D-0D5B-18FB144DE7FA}"/>
              </a:ext>
            </a:extLst>
          </p:cNvPr>
          <p:cNvCxnSpPr>
            <a:cxnSpLocks/>
          </p:cNvCxnSpPr>
          <p:nvPr/>
        </p:nvCxnSpPr>
        <p:spPr>
          <a:xfrm flipH="1">
            <a:off x="2992399" y="1417943"/>
            <a:ext cx="2205529" cy="7468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FC5FF3-CCAE-307D-BA62-323251AC7B90}"/>
              </a:ext>
            </a:extLst>
          </p:cNvPr>
          <p:cNvCxnSpPr>
            <a:cxnSpLocks/>
          </p:cNvCxnSpPr>
          <p:nvPr/>
        </p:nvCxnSpPr>
        <p:spPr>
          <a:xfrm flipH="1" flipV="1">
            <a:off x="3249386" y="3489970"/>
            <a:ext cx="1821633" cy="1360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40942C-4800-E105-CCEC-BBDE7F9522DE}"/>
              </a:ext>
            </a:extLst>
          </p:cNvPr>
          <p:cNvCxnSpPr>
            <a:cxnSpLocks/>
          </p:cNvCxnSpPr>
          <p:nvPr/>
        </p:nvCxnSpPr>
        <p:spPr>
          <a:xfrm>
            <a:off x="5046017" y="4840511"/>
            <a:ext cx="1657078" cy="195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DFD815-890C-53CD-5123-109F59387391}"/>
              </a:ext>
            </a:extLst>
          </p:cNvPr>
          <p:cNvCxnSpPr>
            <a:cxnSpLocks/>
          </p:cNvCxnSpPr>
          <p:nvPr/>
        </p:nvCxnSpPr>
        <p:spPr>
          <a:xfrm flipH="1" flipV="1">
            <a:off x="2473526" y="2960679"/>
            <a:ext cx="2502699" cy="29709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E5CE0CC-6180-2DE2-0081-6E9276ED2E0B}"/>
              </a:ext>
            </a:extLst>
          </p:cNvPr>
          <p:cNvCxnSpPr>
            <a:cxnSpLocks/>
          </p:cNvCxnSpPr>
          <p:nvPr/>
        </p:nvCxnSpPr>
        <p:spPr>
          <a:xfrm>
            <a:off x="4960648" y="5926594"/>
            <a:ext cx="1761281" cy="49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F5B02280-483F-CB04-5C96-C576ACA8892C}"/>
              </a:ext>
            </a:extLst>
          </p:cNvPr>
          <p:cNvSpPr/>
          <p:nvPr/>
        </p:nvSpPr>
        <p:spPr>
          <a:xfrm>
            <a:off x="6668861" y="0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3BCB043-4366-202D-D0DB-36782117DE97}"/>
              </a:ext>
            </a:extLst>
          </p:cNvPr>
          <p:cNvSpPr/>
          <p:nvPr/>
        </p:nvSpPr>
        <p:spPr>
          <a:xfrm>
            <a:off x="6668861" y="1000577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25F842B-2B78-87B6-ACF0-066A1B5B691D}"/>
              </a:ext>
            </a:extLst>
          </p:cNvPr>
          <p:cNvSpPr/>
          <p:nvPr/>
        </p:nvSpPr>
        <p:spPr>
          <a:xfrm>
            <a:off x="6668861" y="2111672"/>
            <a:ext cx="914400" cy="8829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F797759-8F38-01B4-0EED-92D8D3E4A5C4}"/>
              </a:ext>
            </a:extLst>
          </p:cNvPr>
          <p:cNvSpPr/>
          <p:nvPr/>
        </p:nvSpPr>
        <p:spPr>
          <a:xfrm>
            <a:off x="6668861" y="3379267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60BDA9A-3354-8A8E-3B62-C14AEDC96256}"/>
              </a:ext>
            </a:extLst>
          </p:cNvPr>
          <p:cNvSpPr/>
          <p:nvPr/>
        </p:nvSpPr>
        <p:spPr>
          <a:xfrm>
            <a:off x="6668861" y="4414343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80350B7-1EDC-7A4C-3275-CE5DC8A4C6AB}"/>
              </a:ext>
            </a:extLst>
          </p:cNvPr>
          <p:cNvSpPr/>
          <p:nvPr/>
        </p:nvSpPr>
        <p:spPr>
          <a:xfrm>
            <a:off x="6668861" y="5469394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817117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BF5FAA-7B72-F3CF-A8BA-F4F106D6B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0476" y="524248"/>
            <a:ext cx="2765681" cy="633375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B15B7AF-FC9D-B057-CEC6-3800EDED3377}"/>
              </a:ext>
            </a:extLst>
          </p:cNvPr>
          <p:cNvSpPr/>
          <p:nvPr/>
        </p:nvSpPr>
        <p:spPr>
          <a:xfrm>
            <a:off x="2592076" y="2363645"/>
            <a:ext cx="456971" cy="911996"/>
          </a:xfrm>
          <a:custGeom>
            <a:avLst/>
            <a:gdLst>
              <a:gd name="connsiteX0" fmla="*/ 0 w 529772"/>
              <a:gd name="connsiteY0" fmla="*/ 0 h 892628"/>
              <a:gd name="connsiteX1" fmla="*/ 123372 w 529772"/>
              <a:gd name="connsiteY1" fmla="*/ 551543 h 892628"/>
              <a:gd name="connsiteX2" fmla="*/ 529772 w 529772"/>
              <a:gd name="connsiteY2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772" h="892628">
                <a:moveTo>
                  <a:pt x="0" y="0"/>
                </a:moveTo>
                <a:cubicBezTo>
                  <a:pt x="17538" y="201386"/>
                  <a:pt x="35077" y="402772"/>
                  <a:pt x="123372" y="551543"/>
                </a:cubicBezTo>
                <a:cubicBezTo>
                  <a:pt x="211667" y="700314"/>
                  <a:pt x="370719" y="796471"/>
                  <a:pt x="529772" y="892628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A0B7355-F46A-5C08-8A8C-00430FA1BFDD}"/>
              </a:ext>
            </a:extLst>
          </p:cNvPr>
          <p:cNvSpPr/>
          <p:nvPr/>
        </p:nvSpPr>
        <p:spPr>
          <a:xfrm>
            <a:off x="2938459" y="2355305"/>
            <a:ext cx="142647" cy="941339"/>
          </a:xfrm>
          <a:custGeom>
            <a:avLst/>
            <a:gdLst>
              <a:gd name="connsiteX0" fmla="*/ 27368 w 49140"/>
              <a:gd name="connsiteY0" fmla="*/ 0 h 948517"/>
              <a:gd name="connsiteX1" fmla="*/ 154 w 49140"/>
              <a:gd name="connsiteY1" fmla="*/ 474889 h 948517"/>
              <a:gd name="connsiteX2" fmla="*/ 38254 w 49140"/>
              <a:gd name="connsiteY2" fmla="*/ 918482 h 948517"/>
              <a:gd name="connsiteX3" fmla="*/ 49140 w 49140"/>
              <a:gd name="connsiteY3" fmla="*/ 908957 h 94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40" h="948517">
                <a:moveTo>
                  <a:pt x="27368" y="0"/>
                </a:moveTo>
                <a:cubicBezTo>
                  <a:pt x="12854" y="160904"/>
                  <a:pt x="-1660" y="321809"/>
                  <a:pt x="154" y="474889"/>
                </a:cubicBezTo>
                <a:cubicBezTo>
                  <a:pt x="1968" y="627969"/>
                  <a:pt x="30090" y="846137"/>
                  <a:pt x="38254" y="918482"/>
                </a:cubicBezTo>
                <a:cubicBezTo>
                  <a:pt x="46418" y="990827"/>
                  <a:pt x="39615" y="909864"/>
                  <a:pt x="49140" y="908957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7B921-BF12-EA5E-CD60-FEE4F4166F12}"/>
              </a:ext>
            </a:extLst>
          </p:cNvPr>
          <p:cNvSpPr/>
          <p:nvPr/>
        </p:nvSpPr>
        <p:spPr>
          <a:xfrm>
            <a:off x="2930979" y="2456666"/>
            <a:ext cx="257175" cy="827315"/>
          </a:xfrm>
          <a:custGeom>
            <a:avLst/>
            <a:gdLst>
              <a:gd name="connsiteX0" fmla="*/ 0 w 251732"/>
              <a:gd name="connsiteY0" fmla="*/ 0 h 775607"/>
              <a:gd name="connsiteX1" fmla="*/ 93889 w 251732"/>
              <a:gd name="connsiteY1" fmla="*/ 427264 h 775607"/>
              <a:gd name="connsiteX2" fmla="*/ 251732 w 251732"/>
              <a:gd name="connsiteY2" fmla="*/ 775607 h 77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732" h="775607">
                <a:moveTo>
                  <a:pt x="0" y="0"/>
                </a:moveTo>
                <a:cubicBezTo>
                  <a:pt x="25967" y="148998"/>
                  <a:pt x="51934" y="297996"/>
                  <a:pt x="93889" y="427264"/>
                </a:cubicBezTo>
                <a:cubicBezTo>
                  <a:pt x="135844" y="556532"/>
                  <a:pt x="193788" y="666069"/>
                  <a:pt x="251732" y="775607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5327FFA-B9AA-2680-7FA6-6AF943C78879}"/>
              </a:ext>
            </a:extLst>
          </p:cNvPr>
          <p:cNvSpPr/>
          <p:nvPr/>
        </p:nvSpPr>
        <p:spPr>
          <a:xfrm>
            <a:off x="3098712" y="2235122"/>
            <a:ext cx="110446" cy="1059997"/>
          </a:xfrm>
          <a:custGeom>
            <a:avLst/>
            <a:gdLst>
              <a:gd name="connsiteX0" fmla="*/ 87313 w 110446"/>
              <a:gd name="connsiteY0" fmla="*/ 0 h 1059997"/>
              <a:gd name="connsiteX1" fmla="*/ 228 w 110446"/>
              <a:gd name="connsiteY1" fmla="*/ 748393 h 1059997"/>
              <a:gd name="connsiteX2" fmla="*/ 110446 w 110446"/>
              <a:gd name="connsiteY2" fmla="*/ 1059997 h 10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446" h="1059997">
                <a:moveTo>
                  <a:pt x="87313" y="0"/>
                </a:moveTo>
                <a:cubicBezTo>
                  <a:pt x="41843" y="285863"/>
                  <a:pt x="-3627" y="571727"/>
                  <a:pt x="228" y="748393"/>
                </a:cubicBezTo>
                <a:cubicBezTo>
                  <a:pt x="4083" y="925059"/>
                  <a:pt x="91850" y="1009650"/>
                  <a:pt x="110446" y="1059997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500812-D4A7-C461-5EF2-DFE5E915F4E5}"/>
              </a:ext>
            </a:extLst>
          </p:cNvPr>
          <p:cNvSpPr/>
          <p:nvPr/>
        </p:nvSpPr>
        <p:spPr>
          <a:xfrm>
            <a:off x="3020404" y="1942326"/>
            <a:ext cx="183469" cy="1353911"/>
          </a:xfrm>
          <a:custGeom>
            <a:avLst/>
            <a:gdLst>
              <a:gd name="connsiteX0" fmla="*/ 0 w 202747"/>
              <a:gd name="connsiteY0" fmla="*/ 9449 h 1372885"/>
              <a:gd name="connsiteX1" fmla="*/ 167368 w 202747"/>
              <a:gd name="connsiteY1" fmla="*/ 121028 h 1372885"/>
              <a:gd name="connsiteX2" fmla="*/ 91168 w 202747"/>
              <a:gd name="connsiteY2" fmla="*/ 861257 h 1372885"/>
              <a:gd name="connsiteX3" fmla="*/ 202747 w 202747"/>
              <a:gd name="connsiteY3" fmla="*/ 1372885 h 137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747" h="1372885">
                <a:moveTo>
                  <a:pt x="0" y="9449"/>
                </a:moveTo>
                <a:cubicBezTo>
                  <a:pt x="76086" y="-5746"/>
                  <a:pt x="152173" y="-20940"/>
                  <a:pt x="167368" y="121028"/>
                </a:cubicBezTo>
                <a:cubicBezTo>
                  <a:pt x="182563" y="262996"/>
                  <a:pt x="85272" y="652614"/>
                  <a:pt x="91168" y="861257"/>
                </a:cubicBezTo>
                <a:cubicBezTo>
                  <a:pt x="97064" y="1069900"/>
                  <a:pt x="149905" y="1221392"/>
                  <a:pt x="202747" y="1372885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2E60DD-D3B4-4DD5-9F3A-AB16C890F7EC}"/>
              </a:ext>
            </a:extLst>
          </p:cNvPr>
          <p:cNvSpPr/>
          <p:nvPr/>
        </p:nvSpPr>
        <p:spPr>
          <a:xfrm>
            <a:off x="4295371" y="1507305"/>
            <a:ext cx="2070458" cy="2116183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2F0AFE4-5546-5B66-791F-909B2F95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2689" y="1686014"/>
            <a:ext cx="2163140" cy="175706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493F04-B64F-0693-5B57-B22753257BAF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989433" y="1817213"/>
            <a:ext cx="1609150" cy="14794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786ACB-4C7E-E159-AC3B-9C36C2A8AC31}"/>
              </a:ext>
            </a:extLst>
          </p:cNvPr>
          <p:cNvCxnSpPr>
            <a:cxnSpLocks/>
            <a:endCxn id="16" idx="4"/>
          </p:cNvCxnSpPr>
          <p:nvPr/>
        </p:nvCxnSpPr>
        <p:spPr>
          <a:xfrm>
            <a:off x="3098712" y="3600132"/>
            <a:ext cx="2231888" cy="233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E3A4187-E558-3FB9-12F2-4D177A0D4EC6}"/>
              </a:ext>
            </a:extLst>
          </p:cNvPr>
          <p:cNvCxnSpPr>
            <a:cxnSpLocks/>
          </p:cNvCxnSpPr>
          <p:nvPr/>
        </p:nvCxnSpPr>
        <p:spPr>
          <a:xfrm flipH="1">
            <a:off x="2989433" y="521489"/>
            <a:ext cx="2218277" cy="1397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738522-1C0B-1B08-2F31-3400D06B410D}"/>
              </a:ext>
            </a:extLst>
          </p:cNvPr>
          <p:cNvCxnSpPr>
            <a:cxnSpLocks/>
          </p:cNvCxnSpPr>
          <p:nvPr/>
        </p:nvCxnSpPr>
        <p:spPr>
          <a:xfrm>
            <a:off x="5197928" y="521489"/>
            <a:ext cx="15512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165403-32CA-987E-E057-C753D49D4A28}"/>
              </a:ext>
            </a:extLst>
          </p:cNvPr>
          <p:cNvCxnSpPr>
            <a:cxnSpLocks/>
          </p:cNvCxnSpPr>
          <p:nvPr/>
        </p:nvCxnSpPr>
        <p:spPr>
          <a:xfrm>
            <a:off x="5188602" y="1415185"/>
            <a:ext cx="156054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EE6AEB2-5B5B-A285-9713-DB4E2124A517}"/>
              </a:ext>
            </a:extLst>
          </p:cNvPr>
          <p:cNvCxnSpPr>
            <a:cxnSpLocks/>
          </p:cNvCxnSpPr>
          <p:nvPr/>
        </p:nvCxnSpPr>
        <p:spPr>
          <a:xfrm flipH="1" flipV="1">
            <a:off x="3234844" y="3330046"/>
            <a:ext cx="1834063" cy="5064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6818BAF-AEC2-FAE1-6582-CE96EB870CBC}"/>
              </a:ext>
            </a:extLst>
          </p:cNvPr>
          <p:cNvCxnSpPr>
            <a:cxnSpLocks/>
            <a:endCxn id="78" idx="2"/>
          </p:cNvCxnSpPr>
          <p:nvPr/>
        </p:nvCxnSpPr>
        <p:spPr>
          <a:xfrm flipV="1">
            <a:off x="5061397" y="3836467"/>
            <a:ext cx="1607464" cy="37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2414334-BD61-8550-2680-595C6D537B74}"/>
              </a:ext>
            </a:extLst>
          </p:cNvPr>
          <p:cNvCxnSpPr>
            <a:cxnSpLocks/>
          </p:cNvCxnSpPr>
          <p:nvPr/>
        </p:nvCxnSpPr>
        <p:spPr>
          <a:xfrm flipH="1" flipV="1">
            <a:off x="5406828" y="2497974"/>
            <a:ext cx="1315101" cy="481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BCD1A75-1E9C-3723-E065-53360EFC3E5F}"/>
              </a:ext>
            </a:extLst>
          </p:cNvPr>
          <p:cNvSpPr/>
          <p:nvPr/>
        </p:nvSpPr>
        <p:spPr>
          <a:xfrm>
            <a:off x="2209800" y="1686014"/>
            <a:ext cx="297996" cy="325122"/>
          </a:xfrm>
          <a:custGeom>
            <a:avLst/>
            <a:gdLst>
              <a:gd name="connsiteX0" fmla="*/ 0 w 287383"/>
              <a:gd name="connsiteY0" fmla="*/ 10170 h 336741"/>
              <a:gd name="connsiteX1" fmla="*/ 148046 w 287383"/>
              <a:gd name="connsiteY1" fmla="*/ 40650 h 336741"/>
              <a:gd name="connsiteX2" fmla="*/ 287383 w 287383"/>
              <a:gd name="connsiteY2" fmla="*/ 336741 h 336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7383" h="336741">
                <a:moveTo>
                  <a:pt x="0" y="10170"/>
                </a:moveTo>
                <a:cubicBezTo>
                  <a:pt x="50074" y="-1805"/>
                  <a:pt x="100149" y="-13779"/>
                  <a:pt x="148046" y="40650"/>
                </a:cubicBezTo>
                <a:cubicBezTo>
                  <a:pt x="195943" y="95079"/>
                  <a:pt x="241663" y="215910"/>
                  <a:pt x="287383" y="33674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6B05F1D-6B5D-1276-FE46-52FE6119E5AE}"/>
              </a:ext>
            </a:extLst>
          </p:cNvPr>
          <p:cNvSpPr/>
          <p:nvPr/>
        </p:nvSpPr>
        <p:spPr>
          <a:xfrm>
            <a:off x="2349954" y="1632830"/>
            <a:ext cx="255814" cy="378306"/>
          </a:xfrm>
          <a:custGeom>
            <a:avLst/>
            <a:gdLst>
              <a:gd name="connsiteX0" fmla="*/ 0 w 255814"/>
              <a:gd name="connsiteY0" fmla="*/ 27 h 378306"/>
              <a:gd name="connsiteX1" fmla="*/ 99332 w 255814"/>
              <a:gd name="connsiteY1" fmla="*/ 62620 h 378306"/>
              <a:gd name="connsiteX2" fmla="*/ 255814 w 255814"/>
              <a:gd name="connsiteY2" fmla="*/ 378306 h 37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814" h="378306">
                <a:moveTo>
                  <a:pt x="0" y="27"/>
                </a:moveTo>
                <a:cubicBezTo>
                  <a:pt x="28348" y="-200"/>
                  <a:pt x="56696" y="-426"/>
                  <a:pt x="99332" y="62620"/>
                </a:cubicBezTo>
                <a:cubicBezTo>
                  <a:pt x="141968" y="125666"/>
                  <a:pt x="233136" y="337485"/>
                  <a:pt x="255814" y="37830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F55AF0-C3B0-873F-9A06-8AA1209DEAE0}"/>
              </a:ext>
            </a:extLst>
          </p:cNvPr>
          <p:cNvSpPr/>
          <p:nvPr/>
        </p:nvSpPr>
        <p:spPr>
          <a:xfrm>
            <a:off x="2943225" y="1616529"/>
            <a:ext cx="213632" cy="389164"/>
          </a:xfrm>
          <a:custGeom>
            <a:avLst/>
            <a:gdLst>
              <a:gd name="connsiteX0" fmla="*/ 213632 w 213632"/>
              <a:gd name="connsiteY0" fmla="*/ 0 h 389164"/>
              <a:gd name="connsiteX1" fmla="*/ 141514 w 213632"/>
              <a:gd name="connsiteY1" fmla="*/ 66675 h 389164"/>
              <a:gd name="connsiteX2" fmla="*/ 0 w 213632"/>
              <a:gd name="connsiteY2" fmla="*/ 389164 h 38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3632" h="389164">
                <a:moveTo>
                  <a:pt x="213632" y="0"/>
                </a:moveTo>
                <a:cubicBezTo>
                  <a:pt x="195375" y="907"/>
                  <a:pt x="177119" y="1814"/>
                  <a:pt x="141514" y="66675"/>
                </a:cubicBezTo>
                <a:cubicBezTo>
                  <a:pt x="105909" y="131536"/>
                  <a:pt x="52954" y="260350"/>
                  <a:pt x="0" y="38916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D55DAE9-196B-C5FE-BD9A-46A4EAA62792}"/>
              </a:ext>
            </a:extLst>
          </p:cNvPr>
          <p:cNvSpPr/>
          <p:nvPr/>
        </p:nvSpPr>
        <p:spPr>
          <a:xfrm>
            <a:off x="3043918" y="1659268"/>
            <a:ext cx="219075" cy="342343"/>
          </a:xfrm>
          <a:custGeom>
            <a:avLst/>
            <a:gdLst>
              <a:gd name="connsiteX0" fmla="*/ 219075 w 219075"/>
              <a:gd name="connsiteY0" fmla="*/ 3525 h 342343"/>
              <a:gd name="connsiteX1" fmla="*/ 121103 w 219075"/>
              <a:gd name="connsiteY1" fmla="*/ 48428 h 342343"/>
              <a:gd name="connsiteX2" fmla="*/ 0 w 219075"/>
              <a:gd name="connsiteY2" fmla="*/ 342343 h 34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075" h="342343">
                <a:moveTo>
                  <a:pt x="219075" y="3525"/>
                </a:moveTo>
                <a:cubicBezTo>
                  <a:pt x="188345" y="-2259"/>
                  <a:pt x="157615" y="-8042"/>
                  <a:pt x="121103" y="48428"/>
                </a:cubicBezTo>
                <a:cubicBezTo>
                  <a:pt x="84591" y="104898"/>
                  <a:pt x="42295" y="223620"/>
                  <a:pt x="0" y="34234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CE25DAE-18E0-3A0F-2139-37C2677B18E5}"/>
              </a:ext>
            </a:extLst>
          </p:cNvPr>
          <p:cNvSpPr/>
          <p:nvPr/>
        </p:nvSpPr>
        <p:spPr>
          <a:xfrm>
            <a:off x="2733675" y="2152650"/>
            <a:ext cx="78921" cy="4082"/>
          </a:xfrm>
          <a:custGeom>
            <a:avLst/>
            <a:gdLst>
              <a:gd name="connsiteX0" fmla="*/ 0 w 78921"/>
              <a:gd name="connsiteY0" fmla="*/ 4082 h 4082"/>
              <a:gd name="connsiteX1" fmla="*/ 78921 w 78921"/>
              <a:gd name="connsiteY1" fmla="*/ 0 h 4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921" h="4082">
                <a:moveTo>
                  <a:pt x="0" y="4082"/>
                </a:moveTo>
                <a:lnTo>
                  <a:pt x="78921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A24F96-0CE2-982F-C3A5-35119E088E66}"/>
              </a:ext>
            </a:extLst>
          </p:cNvPr>
          <p:cNvSpPr/>
          <p:nvPr/>
        </p:nvSpPr>
        <p:spPr>
          <a:xfrm>
            <a:off x="2737757" y="2239736"/>
            <a:ext cx="81643" cy="2721"/>
          </a:xfrm>
          <a:custGeom>
            <a:avLst/>
            <a:gdLst>
              <a:gd name="connsiteX0" fmla="*/ 0 w 81643"/>
              <a:gd name="connsiteY0" fmla="*/ 2721 h 2721"/>
              <a:gd name="connsiteX1" fmla="*/ 81643 w 81643"/>
              <a:gd name="connsiteY1" fmla="*/ 0 h 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643" h="2721">
                <a:moveTo>
                  <a:pt x="0" y="2721"/>
                </a:moveTo>
                <a:lnTo>
                  <a:pt x="81643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EFE0B3B-E745-D9B7-0E26-2C0FB2DDC59B}"/>
              </a:ext>
            </a:extLst>
          </p:cNvPr>
          <p:cNvSpPr/>
          <p:nvPr/>
        </p:nvSpPr>
        <p:spPr>
          <a:xfrm>
            <a:off x="2279294" y="2868067"/>
            <a:ext cx="982791" cy="45719"/>
          </a:xfrm>
          <a:custGeom>
            <a:avLst/>
            <a:gdLst>
              <a:gd name="connsiteX0" fmla="*/ 0 w 965200"/>
              <a:gd name="connsiteY0" fmla="*/ 21859 h 29116"/>
              <a:gd name="connsiteX1" fmla="*/ 468086 w 965200"/>
              <a:gd name="connsiteY1" fmla="*/ 87 h 29116"/>
              <a:gd name="connsiteX2" fmla="*/ 965200 w 965200"/>
              <a:gd name="connsiteY2" fmla="*/ 29116 h 29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5200" h="29116">
                <a:moveTo>
                  <a:pt x="0" y="21859"/>
                </a:moveTo>
                <a:cubicBezTo>
                  <a:pt x="153609" y="10368"/>
                  <a:pt x="307219" y="-1122"/>
                  <a:pt x="468086" y="87"/>
                </a:cubicBezTo>
                <a:cubicBezTo>
                  <a:pt x="628953" y="1296"/>
                  <a:pt x="797076" y="15206"/>
                  <a:pt x="965200" y="2911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98A4934-8149-1146-89FC-387C360F1D1F}"/>
              </a:ext>
            </a:extLst>
          </p:cNvPr>
          <p:cNvSpPr/>
          <p:nvPr/>
        </p:nvSpPr>
        <p:spPr>
          <a:xfrm>
            <a:off x="2264229" y="3000742"/>
            <a:ext cx="997857" cy="29115"/>
          </a:xfrm>
          <a:custGeom>
            <a:avLst/>
            <a:gdLst>
              <a:gd name="connsiteX0" fmla="*/ 0 w 997857"/>
              <a:gd name="connsiteY0" fmla="*/ 21858 h 29115"/>
              <a:gd name="connsiteX1" fmla="*/ 529771 w 997857"/>
              <a:gd name="connsiteY1" fmla="*/ 87 h 29115"/>
              <a:gd name="connsiteX2" fmla="*/ 997857 w 997857"/>
              <a:gd name="connsiteY2" fmla="*/ 29115 h 29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7857" h="29115">
                <a:moveTo>
                  <a:pt x="0" y="21858"/>
                </a:moveTo>
                <a:cubicBezTo>
                  <a:pt x="181731" y="10368"/>
                  <a:pt x="363462" y="-1122"/>
                  <a:pt x="529771" y="87"/>
                </a:cubicBezTo>
                <a:cubicBezTo>
                  <a:pt x="696080" y="1296"/>
                  <a:pt x="846968" y="15205"/>
                  <a:pt x="997857" y="2911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94CDB10-CE65-B54E-3BEA-F1D35D42AA9E}"/>
              </a:ext>
            </a:extLst>
          </p:cNvPr>
          <p:cNvSpPr/>
          <p:nvPr/>
        </p:nvSpPr>
        <p:spPr>
          <a:xfrm>
            <a:off x="2622096" y="2360839"/>
            <a:ext cx="101550" cy="500743"/>
          </a:xfrm>
          <a:custGeom>
            <a:avLst/>
            <a:gdLst>
              <a:gd name="connsiteX0" fmla="*/ 70758 w 101550"/>
              <a:gd name="connsiteY0" fmla="*/ 500743 h 500743"/>
              <a:gd name="connsiteX1" fmla="*/ 97972 w 101550"/>
              <a:gd name="connsiteY1" fmla="*/ 321129 h 500743"/>
              <a:gd name="connsiteX2" fmla="*/ 0 w 101550"/>
              <a:gd name="connsiteY2" fmla="*/ 0 h 50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550" h="500743">
                <a:moveTo>
                  <a:pt x="70758" y="500743"/>
                </a:moveTo>
                <a:cubicBezTo>
                  <a:pt x="90261" y="452664"/>
                  <a:pt x="109765" y="404586"/>
                  <a:pt x="97972" y="321129"/>
                </a:cubicBezTo>
                <a:cubicBezTo>
                  <a:pt x="86179" y="237672"/>
                  <a:pt x="43089" y="118836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21B3670-8683-C0D0-F189-B03732490D40}"/>
              </a:ext>
            </a:extLst>
          </p:cNvPr>
          <p:cNvSpPr/>
          <p:nvPr/>
        </p:nvSpPr>
        <p:spPr>
          <a:xfrm>
            <a:off x="2864807" y="2343150"/>
            <a:ext cx="101550" cy="530679"/>
          </a:xfrm>
          <a:custGeom>
            <a:avLst/>
            <a:gdLst>
              <a:gd name="connsiteX0" fmla="*/ 61945 w 128620"/>
              <a:gd name="connsiteY0" fmla="*/ 530679 h 530679"/>
              <a:gd name="connsiteX1" fmla="*/ 2074 w 128620"/>
              <a:gd name="connsiteY1" fmla="*/ 348343 h 530679"/>
              <a:gd name="connsiteX2" fmla="*/ 128620 w 128620"/>
              <a:gd name="connsiteY2" fmla="*/ 0 h 530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620" h="530679">
                <a:moveTo>
                  <a:pt x="61945" y="530679"/>
                </a:moveTo>
                <a:cubicBezTo>
                  <a:pt x="26453" y="483734"/>
                  <a:pt x="-9039" y="436790"/>
                  <a:pt x="2074" y="348343"/>
                </a:cubicBezTo>
                <a:cubicBezTo>
                  <a:pt x="13187" y="259896"/>
                  <a:pt x="70903" y="129948"/>
                  <a:pt x="12862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22D597-AF9B-B208-F0AC-1971EB3D0B2D}"/>
              </a:ext>
            </a:extLst>
          </p:cNvPr>
          <p:cNvSpPr/>
          <p:nvPr/>
        </p:nvSpPr>
        <p:spPr>
          <a:xfrm>
            <a:off x="2273754" y="2888796"/>
            <a:ext cx="4082" cy="130629"/>
          </a:xfrm>
          <a:custGeom>
            <a:avLst/>
            <a:gdLst>
              <a:gd name="connsiteX0" fmla="*/ 4082 w 4082"/>
              <a:gd name="connsiteY0" fmla="*/ 0 h 130629"/>
              <a:gd name="connsiteX1" fmla="*/ 0 w 4082"/>
              <a:gd name="connsiteY1" fmla="*/ 130629 h 130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82" h="130629">
                <a:moveTo>
                  <a:pt x="4082" y="0"/>
                </a:moveTo>
                <a:lnTo>
                  <a:pt x="0" y="13062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201A1A5-EEA8-5C6F-84C0-90DAD8DA42FF}"/>
              </a:ext>
            </a:extLst>
          </p:cNvPr>
          <p:cNvSpPr/>
          <p:nvPr/>
        </p:nvSpPr>
        <p:spPr>
          <a:xfrm>
            <a:off x="3249386" y="2914650"/>
            <a:ext cx="1360" cy="115661"/>
          </a:xfrm>
          <a:custGeom>
            <a:avLst/>
            <a:gdLst>
              <a:gd name="connsiteX0" fmla="*/ 0 w 1360"/>
              <a:gd name="connsiteY0" fmla="*/ 0 h 115661"/>
              <a:gd name="connsiteX1" fmla="*/ 1360 w 1360"/>
              <a:gd name="connsiteY1" fmla="*/ 115661 h 115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60" h="115661">
                <a:moveTo>
                  <a:pt x="0" y="0"/>
                </a:moveTo>
                <a:cubicBezTo>
                  <a:pt x="453" y="38554"/>
                  <a:pt x="906" y="77107"/>
                  <a:pt x="1360" y="11566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BD3A284-D16A-C74F-C890-D28FD20B69DB}"/>
                  </a:ext>
                </a:extLst>
              </p14:cNvPr>
              <p14:cNvContentPartPr/>
              <p14:nvPr/>
            </p14:nvContentPartPr>
            <p14:xfrm>
              <a:off x="4470194" y="2819326"/>
              <a:ext cx="360" cy="3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BD3A284-D16A-C74F-C890-D28FD20B69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61194" y="281032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CAD444C-F9E6-2C4B-9EE9-7D961045CD05}"/>
                  </a:ext>
                </a:extLst>
              </p14:cNvPr>
              <p14:cNvContentPartPr/>
              <p14:nvPr/>
            </p14:nvContentPartPr>
            <p14:xfrm>
              <a:off x="2285606" y="2898579"/>
              <a:ext cx="973440" cy="1155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CAD444C-F9E6-2C4B-9EE9-7D961045CD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76609" y="2889579"/>
                <a:ext cx="991073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8EC1F03-B2CC-0529-023C-084579EC5C8B}"/>
                  </a:ext>
                </a:extLst>
              </p14:cNvPr>
              <p14:cNvContentPartPr/>
              <p14:nvPr/>
            </p14:nvContentPartPr>
            <p14:xfrm>
              <a:off x="2285966" y="2886699"/>
              <a:ext cx="828720" cy="316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8EC1F03-B2CC-0529-023C-084579EC5C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76966" y="2877596"/>
                <a:ext cx="846360" cy="495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9B7A391-3A56-94E2-BECC-AD7496272085}"/>
                  </a:ext>
                </a:extLst>
              </p14:cNvPr>
              <p14:cNvContentPartPr/>
              <p14:nvPr/>
            </p14:nvContentPartPr>
            <p14:xfrm>
              <a:off x="2291366" y="2986059"/>
              <a:ext cx="929880" cy="302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9B7A391-3A56-94E2-BECC-AD749627208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82366" y="2977059"/>
                <a:ext cx="9475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4E90931-26A7-E4A8-8CA1-8F5B4CA96267}"/>
                  </a:ext>
                </a:extLst>
              </p14:cNvPr>
              <p14:cNvContentPartPr/>
              <p14:nvPr/>
            </p14:nvContentPartPr>
            <p14:xfrm>
              <a:off x="2353646" y="2919459"/>
              <a:ext cx="789840" cy="824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4E90931-26A7-E4A8-8CA1-8F5B4CA9626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44646" y="2910459"/>
                <a:ext cx="8074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000EAC0-A556-946F-6D8F-393024808DB8}"/>
                  </a:ext>
                </a:extLst>
              </p14:cNvPr>
              <p14:cNvContentPartPr/>
              <p14:nvPr/>
            </p14:nvContentPartPr>
            <p14:xfrm>
              <a:off x="2473526" y="2884179"/>
              <a:ext cx="585000" cy="352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000EAC0-A556-946F-6D8F-393024808DB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64526" y="2875179"/>
                <a:ext cx="6026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BAF8858-6F48-189E-F1E2-3E5982BEF49B}"/>
                  </a:ext>
                </a:extLst>
              </p14:cNvPr>
              <p14:cNvContentPartPr/>
              <p14:nvPr/>
            </p14:nvContentPartPr>
            <p14:xfrm>
              <a:off x="2261126" y="1640649"/>
              <a:ext cx="327960" cy="3621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BAF8858-6F48-189E-F1E2-3E5982BEF49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52126" y="1631649"/>
                <a:ext cx="34560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AA81AC0-84E6-851B-7069-6E0DEF2E2B7C}"/>
                  </a:ext>
                </a:extLst>
              </p14:cNvPr>
              <p14:cNvContentPartPr/>
              <p14:nvPr/>
            </p14:nvContentPartPr>
            <p14:xfrm>
              <a:off x="2956646" y="1989129"/>
              <a:ext cx="78120" cy="86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AA81AC0-84E6-851B-7069-6E0DEF2E2B7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47646" y="1979738"/>
                <a:ext cx="95760" cy="270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A2C9251-FCC6-7BFC-3DD0-8DF642385461}"/>
                  </a:ext>
                </a:extLst>
              </p14:cNvPr>
              <p14:cNvContentPartPr/>
              <p14:nvPr/>
            </p14:nvContentPartPr>
            <p14:xfrm>
              <a:off x="3013886" y="1631289"/>
              <a:ext cx="132120" cy="2271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A2C9251-FCC6-7BFC-3DD0-8DF64238546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04886" y="1622289"/>
                <a:ext cx="1497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00AD8B7-34AA-2656-8C1A-CA0C7FACF527}"/>
                  </a:ext>
                </a:extLst>
              </p14:cNvPr>
              <p14:cNvContentPartPr/>
              <p14:nvPr/>
            </p14:nvContentPartPr>
            <p14:xfrm>
              <a:off x="3159326" y="1615449"/>
              <a:ext cx="94320" cy="432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00AD8B7-34AA-2656-8C1A-CA0C7FACF52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50326" y="1606449"/>
                <a:ext cx="111960" cy="60840"/>
              </a:xfrm>
              <a:prstGeom prst="rect">
                <a:avLst/>
              </a:prstGeom>
            </p:spPr>
          </p:pic>
        </mc:Fallback>
      </mc:AlternateContent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2253FF4-960B-4C6E-12ED-5131BF70AAEB}"/>
              </a:ext>
            </a:extLst>
          </p:cNvPr>
          <p:cNvSpPr/>
          <p:nvPr/>
        </p:nvSpPr>
        <p:spPr>
          <a:xfrm>
            <a:off x="2696936" y="2349954"/>
            <a:ext cx="153760" cy="182362"/>
          </a:xfrm>
          <a:custGeom>
            <a:avLst/>
            <a:gdLst>
              <a:gd name="connsiteX0" fmla="*/ 0 w 153760"/>
              <a:gd name="connsiteY0" fmla="*/ 10885 h 182362"/>
              <a:gd name="connsiteX1" fmla="*/ 78921 w 153760"/>
              <a:gd name="connsiteY1" fmla="*/ 182335 h 182362"/>
              <a:gd name="connsiteX2" fmla="*/ 153760 w 153760"/>
              <a:gd name="connsiteY2" fmla="*/ 0 h 18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3760" h="182362">
                <a:moveTo>
                  <a:pt x="0" y="10885"/>
                </a:moveTo>
                <a:cubicBezTo>
                  <a:pt x="26647" y="97517"/>
                  <a:pt x="53294" y="184149"/>
                  <a:pt x="78921" y="182335"/>
                </a:cubicBezTo>
                <a:cubicBezTo>
                  <a:pt x="104548" y="180521"/>
                  <a:pt x="129154" y="90260"/>
                  <a:pt x="15376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E5F5FA6A-8EF5-3CBF-4736-E4FF76E12772}"/>
                  </a:ext>
                </a:extLst>
              </p14:cNvPr>
              <p14:cNvContentPartPr/>
              <p14:nvPr/>
            </p14:nvContentPartPr>
            <p14:xfrm>
              <a:off x="2774126" y="2464689"/>
              <a:ext cx="93600" cy="2912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E5F5FA6A-8EF5-3CBF-4736-E4FF76E1277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65126" y="2455689"/>
                <a:ext cx="11124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28DCC738-F096-0F41-EE10-06F926F3EBE8}"/>
                  </a:ext>
                </a:extLst>
              </p14:cNvPr>
              <p14:cNvContentPartPr/>
              <p14:nvPr/>
            </p14:nvContentPartPr>
            <p14:xfrm>
              <a:off x="2657126" y="2421849"/>
              <a:ext cx="94320" cy="2520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28DCC738-F096-0F41-EE10-06F926F3EBE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648126" y="2412862"/>
                <a:ext cx="111960" cy="269615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D349D77-085B-CFE4-BD33-1E746AF64834}"/>
              </a:ext>
            </a:extLst>
          </p:cNvPr>
          <p:cNvGrpSpPr/>
          <p:nvPr/>
        </p:nvGrpSpPr>
        <p:grpSpPr>
          <a:xfrm>
            <a:off x="3005606" y="1617609"/>
            <a:ext cx="237240" cy="359640"/>
            <a:chOff x="3005606" y="1617609"/>
            <a:chExt cx="237240" cy="35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91A0731-397C-F64E-FC7A-6EF8C8CECD6E}"/>
                    </a:ext>
                  </a:extLst>
                </p14:cNvPr>
                <p14:cNvContentPartPr/>
                <p14:nvPr/>
              </p14:nvContentPartPr>
              <p14:xfrm>
                <a:off x="3071126" y="1653249"/>
                <a:ext cx="106200" cy="246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91A0731-397C-F64E-FC7A-6EF8C8CECD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62126" y="1644249"/>
                  <a:ext cx="1238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85B838D-3F3C-50DB-141B-25996CD13FF4}"/>
                    </a:ext>
                  </a:extLst>
                </p14:cNvPr>
                <p14:cNvContentPartPr/>
                <p14:nvPr/>
              </p14:nvContentPartPr>
              <p14:xfrm>
                <a:off x="3062486" y="1648929"/>
                <a:ext cx="83520" cy="235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85B838D-3F3C-50DB-141B-25996CD13FF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53486" y="1639943"/>
                  <a:ext cx="101160" cy="2534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E2AEF69-34F4-4436-BF7E-3F2E1C76A242}"/>
                    </a:ext>
                  </a:extLst>
                </p14:cNvPr>
                <p14:cNvContentPartPr/>
                <p14:nvPr/>
              </p14:nvContentPartPr>
              <p14:xfrm>
                <a:off x="3026126" y="1635969"/>
                <a:ext cx="192600" cy="213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E2AEF69-34F4-4436-BF7E-3F2E1C76A24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17126" y="1626969"/>
                  <a:ext cx="2102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2AF4726-A444-ACAF-0A0B-595CE7E0ED7F}"/>
                    </a:ext>
                  </a:extLst>
                </p14:cNvPr>
                <p14:cNvContentPartPr/>
                <p14:nvPr/>
              </p14:nvContentPartPr>
              <p14:xfrm>
                <a:off x="3039806" y="1976889"/>
                <a:ext cx="360" cy="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2AF4726-A444-ACAF-0A0B-595CE7E0ED7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30806" y="196788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F3E2A8-F13D-96D5-13DE-A9606375A244}"/>
                    </a:ext>
                  </a:extLst>
                </p14:cNvPr>
                <p14:cNvContentPartPr/>
                <p14:nvPr/>
              </p14:nvContentPartPr>
              <p14:xfrm>
                <a:off x="3242486" y="1655769"/>
                <a:ext cx="360" cy="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F3E2A8-F13D-96D5-13DE-A9606375A2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33486" y="164676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D6D7166-07E0-D570-CB34-71D031667D65}"/>
                    </a:ext>
                  </a:extLst>
                </p14:cNvPr>
                <p14:cNvContentPartPr/>
                <p14:nvPr/>
              </p14:nvContentPartPr>
              <p14:xfrm>
                <a:off x="3152486" y="1617609"/>
                <a:ext cx="360" cy="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D6D7166-07E0-D570-CB34-71D031667D6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43486" y="160860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285AA02-B134-39C0-913B-574EC17F3A8D}"/>
                    </a:ext>
                  </a:extLst>
                </p14:cNvPr>
                <p14:cNvContentPartPr/>
                <p14:nvPr/>
              </p14:nvContentPartPr>
              <p14:xfrm>
                <a:off x="3124046" y="1634169"/>
                <a:ext cx="360" cy="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285AA02-B134-39C0-913B-574EC17F3A8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15046" y="162516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AC2C126-60F8-A745-8025-4A0EA42E3332}"/>
                    </a:ext>
                  </a:extLst>
                </p14:cNvPr>
                <p14:cNvContentPartPr/>
                <p14:nvPr/>
              </p14:nvContentPartPr>
              <p14:xfrm>
                <a:off x="3005606" y="1865289"/>
                <a:ext cx="360" cy="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AC2C126-60F8-A745-8025-4A0EA42E333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96606" y="185628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353CABA-15BD-6452-E55F-33F5A6A2FA7C}"/>
                    </a:ext>
                  </a:extLst>
                </p14:cNvPr>
                <p14:cNvContentPartPr/>
                <p14:nvPr/>
              </p14:nvContentPartPr>
              <p14:xfrm>
                <a:off x="3024686" y="1869609"/>
                <a:ext cx="360" cy="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353CABA-15BD-6452-E55F-33F5A6A2FA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15686" y="186060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7DDC6B96-1372-7D46-A5DC-5EFF1CF6C9D7}"/>
                  </a:ext>
                </a:extLst>
              </p14:cNvPr>
              <p14:cNvContentPartPr/>
              <p14:nvPr/>
            </p14:nvContentPartPr>
            <p14:xfrm>
              <a:off x="2617937" y="2366250"/>
              <a:ext cx="360" cy="3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7DDC6B96-1372-7D46-A5DC-5EFF1CF6C9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08937" y="235725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10FD0480-C0D2-F074-FADE-3C7113BA94A7}"/>
                  </a:ext>
                </a:extLst>
              </p14:cNvPr>
              <p14:cNvContentPartPr/>
              <p14:nvPr/>
            </p14:nvContentPartPr>
            <p14:xfrm>
              <a:off x="2616497" y="2371650"/>
              <a:ext cx="135360" cy="34416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10FD0480-C0D2-F074-FADE-3C7113BA94A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602097" y="2357250"/>
                <a:ext cx="163440" cy="37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E60A9BC0-3B7A-E07B-A773-673D23505A9B}"/>
              </a:ext>
            </a:extLst>
          </p:cNvPr>
          <p:cNvGrpSpPr/>
          <p:nvPr/>
        </p:nvGrpSpPr>
        <p:grpSpPr>
          <a:xfrm>
            <a:off x="2304686" y="2355090"/>
            <a:ext cx="911520" cy="599289"/>
            <a:chOff x="2304686" y="2355090"/>
            <a:chExt cx="911520" cy="599289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C5EE15D-C973-C8EF-D46D-95986B2183B8}"/>
                    </a:ext>
                  </a:extLst>
                </p14:cNvPr>
                <p14:cNvContentPartPr/>
                <p14:nvPr/>
              </p14:nvContentPartPr>
              <p14:xfrm>
                <a:off x="2306126" y="2898219"/>
                <a:ext cx="910080" cy="45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C5EE15D-C973-C8EF-D46D-95986B2183B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297126" y="2889219"/>
                  <a:ext cx="9277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FB26DE5-AE6E-6D21-6A2A-593213522414}"/>
                    </a:ext>
                  </a:extLst>
                </p14:cNvPr>
                <p14:cNvContentPartPr/>
                <p14:nvPr/>
              </p14:nvContentPartPr>
              <p14:xfrm>
                <a:off x="2304686" y="2930979"/>
                <a:ext cx="101160" cy="23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FB26DE5-AE6E-6D21-6A2A-59321352241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295686" y="2921979"/>
                  <a:ext cx="118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E9B1C04-CFC3-F2E1-3047-FB2694CD7E11}"/>
                    </a:ext>
                  </a:extLst>
                </p14:cNvPr>
                <p14:cNvContentPartPr/>
                <p14:nvPr/>
              </p14:nvContentPartPr>
              <p14:xfrm>
                <a:off x="2757926" y="2854569"/>
                <a:ext cx="360" cy="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E9B1C04-CFC3-F2E1-3047-FB2694CD7E1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1926" y="28185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50886B6-9942-70F3-B7ED-EF8C7D2DC258}"/>
                    </a:ext>
                  </a:extLst>
                </p14:cNvPr>
                <p14:cNvContentPartPr/>
                <p14:nvPr/>
              </p14:nvContentPartPr>
              <p14:xfrm>
                <a:off x="2827406" y="2861409"/>
                <a:ext cx="360" cy="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50886B6-9942-70F3-B7ED-EF8C7D2DC25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91406" y="282540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4009434-BE0A-F7A2-F99B-7357EA5CBF27}"/>
                    </a:ext>
                  </a:extLst>
                </p14:cNvPr>
                <p14:cNvContentPartPr/>
                <p14:nvPr/>
              </p14:nvContentPartPr>
              <p14:xfrm>
                <a:off x="2794646" y="2791929"/>
                <a:ext cx="360" cy="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4009434-BE0A-F7A2-F99B-7357EA5CBF2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8646" y="275592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E58EA6B-23AA-87F8-F325-68A5782AA123}"/>
                    </a:ext>
                  </a:extLst>
                </p14:cNvPr>
                <p14:cNvContentPartPr/>
                <p14:nvPr/>
              </p14:nvContentPartPr>
              <p14:xfrm>
                <a:off x="2790686" y="2721369"/>
                <a:ext cx="360" cy="3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E58EA6B-23AA-87F8-F325-68A5782AA12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4686" y="2685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A40D7B5-8561-D948-5186-823B6698E7B8}"/>
                    </a:ext>
                  </a:extLst>
                </p14:cNvPr>
                <p14:cNvContentPartPr/>
                <p14:nvPr/>
              </p14:nvContentPartPr>
              <p14:xfrm>
                <a:off x="2787806" y="2649009"/>
                <a:ext cx="360" cy="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A40D7B5-8561-D948-5186-823B6698E7B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1806" y="261300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57984F2-2D1C-FCD5-C4D9-AA5EAACD3B5E}"/>
                    </a:ext>
                  </a:extLst>
                </p14:cNvPr>
                <p14:cNvContentPartPr/>
                <p14:nvPr/>
              </p14:nvContentPartPr>
              <p14:xfrm>
                <a:off x="2786366" y="2589249"/>
                <a:ext cx="360" cy="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57984F2-2D1C-FCD5-C4D9-AA5EAACD3B5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0366" y="25532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33B590A-7C27-9B8B-8CE6-BC980093EA5D}"/>
                    </a:ext>
                  </a:extLst>
                </p14:cNvPr>
                <p14:cNvContentPartPr/>
                <p14:nvPr/>
              </p14:nvContentPartPr>
              <p14:xfrm>
                <a:off x="2838206" y="2545689"/>
                <a:ext cx="360" cy="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33B590A-7C27-9B8B-8CE6-BC980093EA5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02206" y="25096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68570A3-53D9-5E00-8BAD-965002894036}"/>
                    </a:ext>
                  </a:extLst>
                </p14:cNvPr>
                <p14:cNvContentPartPr/>
                <p14:nvPr/>
              </p14:nvContentPartPr>
              <p14:xfrm>
                <a:off x="2855846" y="2514369"/>
                <a:ext cx="360" cy="3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68570A3-53D9-5E00-8BAD-96500289403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19846" y="2478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7FC8267-E2B0-6864-BCE9-7F766F11A18B}"/>
                    </a:ext>
                  </a:extLst>
                </p14:cNvPr>
                <p14:cNvContentPartPr/>
                <p14:nvPr/>
              </p14:nvContentPartPr>
              <p14:xfrm>
                <a:off x="2729486" y="2540289"/>
                <a:ext cx="360" cy="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7FC8267-E2B0-6864-BCE9-7F766F11A1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93486" y="25042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5DB9B4A-3FF5-EA43-4673-FD99E5086552}"/>
                    </a:ext>
                  </a:extLst>
                </p14:cNvPr>
                <p14:cNvContentPartPr/>
                <p14:nvPr/>
              </p14:nvContentPartPr>
              <p14:xfrm>
                <a:off x="2763326" y="2604369"/>
                <a:ext cx="360" cy="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5DB9B4A-3FF5-EA43-4673-FD99E508655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7326" y="2568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3CFD10D-E059-5A0D-CB57-A849F1CFB659}"/>
                    </a:ext>
                  </a:extLst>
                </p14:cNvPr>
                <p14:cNvContentPartPr/>
                <p14:nvPr/>
              </p14:nvContentPartPr>
              <p14:xfrm>
                <a:off x="2768726" y="2651889"/>
                <a:ext cx="360" cy="7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3CFD10D-E059-5A0D-CB57-A849F1CFB65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2726" y="2615889"/>
                  <a:ext cx="72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2CAA81A-07E2-15C5-D39A-9C22CBC0B9DE}"/>
                    </a:ext>
                  </a:extLst>
                </p14:cNvPr>
                <p14:cNvContentPartPr/>
                <p14:nvPr/>
              </p14:nvContentPartPr>
              <p14:xfrm>
                <a:off x="2773046" y="2691489"/>
                <a:ext cx="360" cy="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2CAA81A-07E2-15C5-D39A-9C22CBC0B9D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7046" y="26554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92CBB15-7FB4-2CCD-9962-279CACFC3F3F}"/>
                    </a:ext>
                  </a:extLst>
                </p14:cNvPr>
                <p14:cNvContentPartPr/>
                <p14:nvPr/>
              </p14:nvContentPartPr>
              <p14:xfrm>
                <a:off x="2773046" y="2729289"/>
                <a:ext cx="360" cy="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92CBB15-7FB4-2CCD-9962-279CACFC3F3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7046" y="26932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2530D5A-1BEA-A685-B158-A00BB8E0EDA0}"/>
                    </a:ext>
                  </a:extLst>
                </p14:cNvPr>
                <p14:cNvContentPartPr/>
                <p14:nvPr/>
              </p14:nvContentPartPr>
              <p14:xfrm>
                <a:off x="2777006" y="2777169"/>
                <a:ext cx="360" cy="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2530D5A-1BEA-A685-B158-A00BB8E0EDA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41006" y="27411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6E5F4F5-5F23-EE63-A56D-5A93960454F2}"/>
                    </a:ext>
                  </a:extLst>
                </p14:cNvPr>
                <p14:cNvContentPartPr/>
                <p14:nvPr/>
              </p14:nvContentPartPr>
              <p14:xfrm>
                <a:off x="2773046" y="2804169"/>
                <a:ext cx="360" cy="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6E5F4F5-5F23-EE63-A56D-5A93960454F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7046" y="27681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01768E5-C927-E883-920A-83B2FC92BF44}"/>
                    </a:ext>
                  </a:extLst>
                </p14:cNvPr>
                <p14:cNvContentPartPr/>
                <p14:nvPr/>
              </p14:nvContentPartPr>
              <p14:xfrm>
                <a:off x="2760806" y="2819289"/>
                <a:ext cx="360" cy="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01768E5-C927-E883-920A-83B2FC92BF4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4806" y="27832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492F1FD-FD80-B588-65EB-5F95CCB19171}"/>
                    </a:ext>
                  </a:extLst>
                </p14:cNvPr>
                <p14:cNvContentPartPr/>
                <p14:nvPr/>
              </p14:nvContentPartPr>
              <p14:xfrm>
                <a:off x="2741726" y="2852049"/>
                <a:ext cx="360" cy="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492F1FD-FD80-B588-65EB-5F95CCB1917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05726" y="28160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F4EB4CA-6CF1-E823-7852-3E1E21E76783}"/>
                    </a:ext>
                  </a:extLst>
                </p14:cNvPr>
                <p14:cNvContentPartPr/>
                <p14:nvPr/>
              </p14:nvContentPartPr>
              <p14:xfrm>
                <a:off x="2764766" y="2771769"/>
                <a:ext cx="360" cy="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F4EB4CA-6CF1-E823-7852-3E1E21E7678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8766" y="27357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4328ED8-02E7-1F50-4D17-651F9218D841}"/>
                    </a:ext>
                  </a:extLst>
                </p14:cNvPr>
                <p14:cNvContentPartPr/>
                <p14:nvPr/>
              </p14:nvContentPartPr>
              <p14:xfrm>
                <a:off x="2853326" y="2873649"/>
                <a:ext cx="360" cy="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4328ED8-02E7-1F50-4D17-651F9218D84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17326" y="28376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83B0FDA-9092-B3B9-E213-4E2F97D754A2}"/>
                    </a:ext>
                  </a:extLst>
                </p14:cNvPr>
                <p14:cNvContentPartPr/>
                <p14:nvPr/>
              </p14:nvContentPartPr>
              <p14:xfrm>
                <a:off x="2836766" y="2840889"/>
                <a:ext cx="360" cy="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83B0FDA-9092-B3B9-E213-4E2F97D754A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00766" y="28048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37DE2D3-67FC-31E1-326C-19D0D22475D0}"/>
                    </a:ext>
                  </a:extLst>
                </p14:cNvPr>
                <p14:cNvContentPartPr/>
                <p14:nvPr/>
              </p14:nvContentPartPr>
              <p14:xfrm>
                <a:off x="2828846" y="2805609"/>
                <a:ext cx="360" cy="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37DE2D3-67FC-31E1-326C-19D0D22475D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92846" y="276960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DCF6080-FD41-ACF1-2C1C-13531AC4BE14}"/>
                    </a:ext>
                  </a:extLst>
                </p14:cNvPr>
                <p14:cNvContentPartPr/>
                <p14:nvPr/>
              </p14:nvContentPartPr>
              <p14:xfrm>
                <a:off x="2810846" y="2759529"/>
                <a:ext cx="360" cy="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DCF6080-FD41-ACF1-2C1C-13531AC4BE1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74846" y="272352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F4DCD65-07DA-4663-55EB-9CFDD74AF0F0}"/>
                    </a:ext>
                  </a:extLst>
                </p14:cNvPr>
                <p14:cNvContentPartPr/>
                <p14:nvPr/>
              </p14:nvContentPartPr>
              <p14:xfrm>
                <a:off x="2812286" y="2718489"/>
                <a:ext cx="360" cy="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F4DCD65-07DA-4663-55EB-9CFDD74AF0F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76286" y="26824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E3EBC41-8223-97EF-FD25-A7FB172C9AE9}"/>
                    </a:ext>
                  </a:extLst>
                </p14:cNvPr>
                <p14:cNvContentPartPr/>
                <p14:nvPr/>
              </p14:nvContentPartPr>
              <p14:xfrm>
                <a:off x="2813726" y="2676369"/>
                <a:ext cx="360" cy="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E3EBC41-8223-97EF-FD25-A7FB172C9AE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77726" y="2640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6A2F3EE-1022-C728-31FD-45CD8DB681EE}"/>
                    </a:ext>
                  </a:extLst>
                </p14:cNvPr>
                <p14:cNvContentPartPr/>
                <p14:nvPr/>
              </p14:nvContentPartPr>
              <p14:xfrm>
                <a:off x="2822006" y="2623449"/>
                <a:ext cx="360" cy="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6A2F3EE-1022-C728-31FD-45CD8DB681E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86006" y="25874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5909BD1-E6A0-6BCF-F7A1-71252655A790}"/>
                    </a:ext>
                  </a:extLst>
                </p14:cNvPr>
                <p14:cNvContentPartPr/>
                <p14:nvPr/>
              </p14:nvContentPartPr>
              <p14:xfrm>
                <a:off x="2823086" y="2366049"/>
                <a:ext cx="77040" cy="422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5909BD1-E6A0-6BCF-F7A1-71252655A79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814086" y="2357049"/>
                  <a:ext cx="9468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C412460-C200-79FB-A03F-607A797F8B14}"/>
                    </a:ext>
                  </a:extLst>
                </p14:cNvPr>
                <p14:cNvContentPartPr/>
                <p14:nvPr/>
              </p14:nvContentPartPr>
              <p14:xfrm>
                <a:off x="2887166" y="2363529"/>
                <a:ext cx="360" cy="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C412460-C200-79FB-A03F-607A797F8B1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78166" y="235452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856CFE7-C085-D845-93F5-8F515A053FAB}"/>
                    </a:ext>
                  </a:extLst>
                </p14:cNvPr>
                <p14:cNvContentPartPr/>
                <p14:nvPr/>
              </p14:nvContentPartPr>
              <p14:xfrm>
                <a:off x="2869526" y="2362089"/>
                <a:ext cx="360" cy="3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856CFE7-C085-D845-93F5-8F515A053FA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60526" y="235308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F3B04CD-E94D-F9E5-6893-5CFB6ED841C4}"/>
                    </a:ext>
                  </a:extLst>
                </p14:cNvPr>
                <p14:cNvContentPartPr/>
                <p14:nvPr/>
              </p14:nvContentPartPr>
              <p14:xfrm>
                <a:off x="2862686" y="2360649"/>
                <a:ext cx="30240" cy="3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F3B04CD-E94D-F9E5-6893-5CFB6ED841C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853686" y="2350524"/>
                  <a:ext cx="47880" cy="230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7B52B95-801D-A9FE-EC42-987F573A426D}"/>
                    </a:ext>
                  </a:extLst>
                </p14:cNvPr>
                <p14:cNvContentPartPr/>
                <p14:nvPr/>
              </p14:nvContentPartPr>
              <p14:xfrm>
                <a:off x="2651726" y="2381169"/>
                <a:ext cx="90360" cy="271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7B52B95-801D-A9FE-EC42-987F573A426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642726" y="2372169"/>
                  <a:ext cx="1080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8FB0393-9152-8A50-081A-DAA167DE4454}"/>
                    </a:ext>
                  </a:extLst>
                </p14:cNvPr>
                <p14:cNvContentPartPr/>
                <p14:nvPr/>
              </p14:nvContentPartPr>
              <p14:xfrm>
                <a:off x="2674766" y="2375769"/>
                <a:ext cx="54360" cy="1382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8FB0393-9152-8A50-081A-DAA167DE445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665766" y="2366769"/>
                  <a:ext cx="720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E6D42B4-3162-F5E1-202D-5B9103331415}"/>
                    </a:ext>
                  </a:extLst>
                </p14:cNvPr>
                <p14:cNvContentPartPr/>
                <p14:nvPr/>
              </p14:nvContentPartPr>
              <p14:xfrm>
                <a:off x="2613977" y="2367330"/>
                <a:ext cx="64080" cy="1720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E6D42B4-3162-F5E1-202D-5B910333141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604977" y="2358330"/>
                  <a:ext cx="81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3295C9E-9799-4F95-301D-391617EB2980}"/>
                    </a:ext>
                  </a:extLst>
                </p14:cNvPr>
                <p14:cNvContentPartPr/>
                <p14:nvPr/>
              </p14:nvContentPartPr>
              <p14:xfrm>
                <a:off x="2592017" y="2355090"/>
                <a:ext cx="360" cy="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3295C9E-9799-4F95-301D-391617EB298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83017" y="23460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F9E0C3C-3D6F-B5DC-44D8-15AE9F0D0930}"/>
                    </a:ext>
                  </a:extLst>
                </p14:cNvPr>
                <p14:cNvContentPartPr/>
                <p14:nvPr/>
              </p14:nvContentPartPr>
              <p14:xfrm>
                <a:off x="2570057" y="2355090"/>
                <a:ext cx="360" cy="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F9E0C3C-3D6F-B5DC-44D8-15AE9F0D09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61057" y="23460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48A7B89-5BC8-00C3-E33F-D91F6322E1E9}"/>
                    </a:ext>
                  </a:extLst>
                </p14:cNvPr>
                <p14:cNvContentPartPr/>
                <p14:nvPr/>
              </p14:nvContentPartPr>
              <p14:xfrm>
                <a:off x="2592017" y="2359410"/>
                <a:ext cx="360" cy="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48A7B89-5BC8-00C3-E33F-D91F6322E1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83017" y="23504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8F46081-FE64-BC66-E8A4-C76231396F94}"/>
                    </a:ext>
                  </a:extLst>
                </p14:cNvPr>
                <p14:cNvContentPartPr/>
                <p14:nvPr/>
              </p14:nvContentPartPr>
              <p14:xfrm>
                <a:off x="2615417" y="2367330"/>
                <a:ext cx="133200" cy="2584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8F46081-FE64-BC66-E8A4-C76231396F9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06417" y="2358330"/>
                  <a:ext cx="150840" cy="276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43B66FAE-20C0-14D4-C398-EA06CC9F6ED1}"/>
              </a:ext>
            </a:extLst>
          </p:cNvPr>
          <p:cNvSpPr/>
          <p:nvPr/>
        </p:nvSpPr>
        <p:spPr>
          <a:xfrm>
            <a:off x="2801163" y="2004617"/>
            <a:ext cx="315478" cy="3437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6193E9C-D449-D644-2681-A5094C73D911}"/>
              </a:ext>
            </a:extLst>
          </p:cNvPr>
          <p:cNvGrpSpPr/>
          <p:nvPr/>
        </p:nvGrpSpPr>
        <p:grpSpPr>
          <a:xfrm>
            <a:off x="2743031" y="2164761"/>
            <a:ext cx="41040" cy="68400"/>
            <a:chOff x="2743031" y="2164761"/>
            <a:chExt cx="41040" cy="6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1D77D34-6A65-BAAE-460E-EEF6E9BD048A}"/>
                    </a:ext>
                  </a:extLst>
                </p14:cNvPr>
                <p14:cNvContentPartPr/>
                <p14:nvPr/>
              </p14:nvContentPartPr>
              <p14:xfrm>
                <a:off x="2743031" y="2168361"/>
                <a:ext cx="12960" cy="57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1D77D34-6A65-BAAE-460E-EEF6E9BD048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34031" y="2159361"/>
                  <a:ext cx="30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D5521B0-EB36-CEFE-C9ED-2E4F62539D0A}"/>
                    </a:ext>
                  </a:extLst>
                </p14:cNvPr>
                <p14:cNvContentPartPr/>
                <p14:nvPr/>
              </p14:nvContentPartPr>
              <p14:xfrm>
                <a:off x="2770031" y="2170161"/>
                <a:ext cx="4680" cy="547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D5521B0-EB36-CEFE-C9ED-2E4F62539D0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61031" y="2161161"/>
                  <a:ext cx="22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40749AB-9923-38B1-6FCE-E353AD7624FB}"/>
                    </a:ext>
                  </a:extLst>
                </p14:cNvPr>
                <p14:cNvContentPartPr/>
                <p14:nvPr/>
              </p14:nvContentPartPr>
              <p14:xfrm>
                <a:off x="2783711" y="2171601"/>
                <a:ext cx="360" cy="3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40749AB-9923-38B1-6FCE-E353AD7624F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74711" y="216260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2D45422-0D77-8537-FFD7-D8785B90C926}"/>
                    </a:ext>
                  </a:extLst>
                </p14:cNvPr>
                <p14:cNvContentPartPr/>
                <p14:nvPr/>
              </p14:nvContentPartPr>
              <p14:xfrm>
                <a:off x="2755271" y="2164761"/>
                <a:ext cx="360" cy="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2D45422-0D77-8537-FFD7-D8785B90C92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46271" y="21557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63860FC-0284-EC52-2500-D72FB789731A}"/>
                    </a:ext>
                  </a:extLst>
                </p14:cNvPr>
                <p14:cNvContentPartPr/>
                <p14:nvPr/>
              </p14:nvContentPartPr>
              <p14:xfrm>
                <a:off x="2749871" y="2217681"/>
                <a:ext cx="360" cy="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63860FC-0284-EC52-2500-D72FB789731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40871" y="220868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2DDB6C1-C681-7C08-0B5F-9937033F1889}"/>
                    </a:ext>
                  </a:extLst>
                </p14:cNvPr>
                <p14:cNvContentPartPr/>
                <p14:nvPr/>
              </p14:nvContentPartPr>
              <p14:xfrm>
                <a:off x="2745551" y="2231361"/>
                <a:ext cx="360" cy="3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2DDB6C1-C681-7C08-0B5F-9937033F188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36551" y="22223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153BA37-60D5-0227-9CBC-6B3F4AA86FC6}"/>
                    </a:ext>
                  </a:extLst>
                </p14:cNvPr>
                <p14:cNvContentPartPr/>
                <p14:nvPr/>
              </p14:nvContentPartPr>
              <p14:xfrm>
                <a:off x="2745551" y="2204361"/>
                <a:ext cx="360" cy="3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153BA37-60D5-0227-9CBC-6B3F4AA86FC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36551" y="21953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93D6A4D-C92E-F627-36DD-202B027B0E04}"/>
                    </a:ext>
                  </a:extLst>
                </p14:cNvPr>
                <p14:cNvContentPartPr/>
                <p14:nvPr/>
              </p14:nvContentPartPr>
              <p14:xfrm>
                <a:off x="2763551" y="2232801"/>
                <a:ext cx="1800" cy="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93D6A4D-C92E-F627-36DD-202B027B0E0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54551" y="2223801"/>
                  <a:ext cx="19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EFFD3E6-A08C-A1B4-A4B3-DDCBFDE141D0}"/>
                    </a:ext>
                  </a:extLst>
                </p14:cNvPr>
                <p14:cNvContentPartPr/>
                <p14:nvPr/>
              </p14:nvContentPartPr>
              <p14:xfrm>
                <a:off x="2778311" y="2227761"/>
                <a:ext cx="720" cy="10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EFFD3E6-A08C-A1B4-A4B3-DDCBFDE141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69311" y="2218761"/>
                  <a:ext cx="183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73A04B8-E01B-78E1-8436-8E3955ACD6EA}"/>
                    </a:ext>
                  </a:extLst>
                </p14:cNvPr>
                <p14:cNvContentPartPr/>
                <p14:nvPr/>
              </p14:nvContentPartPr>
              <p14:xfrm>
                <a:off x="2779751" y="2188881"/>
                <a:ext cx="360" cy="7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73A04B8-E01B-78E1-8436-8E3955ACD6E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70751" y="2179881"/>
                  <a:ext cx="180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0CDEE69-232C-4258-F715-7F645B6EEF06}"/>
                    </a:ext>
                  </a:extLst>
                </p14:cNvPr>
                <p14:cNvContentPartPr/>
                <p14:nvPr/>
              </p14:nvContentPartPr>
              <p14:xfrm>
                <a:off x="2748431" y="2186361"/>
                <a:ext cx="360" cy="3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0CDEE69-232C-4258-F715-7F645B6EEF0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39431" y="21773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66C3F478-1731-3D6D-0D5B-18FB144DE7FA}"/>
              </a:ext>
            </a:extLst>
          </p:cNvPr>
          <p:cNvCxnSpPr>
            <a:cxnSpLocks/>
          </p:cNvCxnSpPr>
          <p:nvPr/>
        </p:nvCxnSpPr>
        <p:spPr>
          <a:xfrm flipH="1">
            <a:off x="2992399" y="1417943"/>
            <a:ext cx="2205529" cy="7468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FC5FF3-CCAE-307D-BA62-323251AC7B90}"/>
              </a:ext>
            </a:extLst>
          </p:cNvPr>
          <p:cNvCxnSpPr>
            <a:cxnSpLocks/>
          </p:cNvCxnSpPr>
          <p:nvPr/>
        </p:nvCxnSpPr>
        <p:spPr>
          <a:xfrm flipH="1" flipV="1">
            <a:off x="3249386" y="3489970"/>
            <a:ext cx="1821633" cy="1360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40942C-4800-E105-CCEC-BBDE7F9522DE}"/>
              </a:ext>
            </a:extLst>
          </p:cNvPr>
          <p:cNvCxnSpPr>
            <a:cxnSpLocks/>
          </p:cNvCxnSpPr>
          <p:nvPr/>
        </p:nvCxnSpPr>
        <p:spPr>
          <a:xfrm>
            <a:off x="5046017" y="4840511"/>
            <a:ext cx="1657078" cy="195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DFD815-890C-53CD-5123-109F59387391}"/>
              </a:ext>
            </a:extLst>
          </p:cNvPr>
          <p:cNvCxnSpPr>
            <a:cxnSpLocks/>
          </p:cNvCxnSpPr>
          <p:nvPr/>
        </p:nvCxnSpPr>
        <p:spPr>
          <a:xfrm flipH="1" flipV="1">
            <a:off x="2473526" y="2960679"/>
            <a:ext cx="2502699" cy="29709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E5CE0CC-6180-2DE2-0081-6E9276ED2E0B}"/>
              </a:ext>
            </a:extLst>
          </p:cNvPr>
          <p:cNvCxnSpPr>
            <a:cxnSpLocks/>
          </p:cNvCxnSpPr>
          <p:nvPr/>
        </p:nvCxnSpPr>
        <p:spPr>
          <a:xfrm>
            <a:off x="4960648" y="5926594"/>
            <a:ext cx="1761281" cy="49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F5B02280-483F-CB04-5C96-C576ACA8892C}"/>
              </a:ext>
            </a:extLst>
          </p:cNvPr>
          <p:cNvSpPr/>
          <p:nvPr/>
        </p:nvSpPr>
        <p:spPr>
          <a:xfrm>
            <a:off x="6668861" y="0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3BCB043-4366-202D-D0DB-36782117DE97}"/>
              </a:ext>
            </a:extLst>
          </p:cNvPr>
          <p:cNvSpPr/>
          <p:nvPr/>
        </p:nvSpPr>
        <p:spPr>
          <a:xfrm>
            <a:off x="6668861" y="1000577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25F842B-2B78-87B6-ACF0-066A1B5B691D}"/>
              </a:ext>
            </a:extLst>
          </p:cNvPr>
          <p:cNvSpPr/>
          <p:nvPr/>
        </p:nvSpPr>
        <p:spPr>
          <a:xfrm>
            <a:off x="6668861" y="2111672"/>
            <a:ext cx="914400" cy="8829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F797759-8F38-01B4-0EED-92D8D3E4A5C4}"/>
              </a:ext>
            </a:extLst>
          </p:cNvPr>
          <p:cNvSpPr/>
          <p:nvPr/>
        </p:nvSpPr>
        <p:spPr>
          <a:xfrm>
            <a:off x="6668861" y="3379267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60BDA9A-3354-8A8E-3B62-C14AEDC96256}"/>
              </a:ext>
            </a:extLst>
          </p:cNvPr>
          <p:cNvSpPr/>
          <p:nvPr/>
        </p:nvSpPr>
        <p:spPr>
          <a:xfrm>
            <a:off x="6668861" y="4414343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80350B7-1EDC-7A4C-3275-CE5DC8A4C6AB}"/>
              </a:ext>
            </a:extLst>
          </p:cNvPr>
          <p:cNvSpPr/>
          <p:nvPr/>
        </p:nvSpPr>
        <p:spPr>
          <a:xfrm>
            <a:off x="6668861" y="5469394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92989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BF5FAA-7B72-F3CF-A8BA-F4F106D6B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7226" y="746959"/>
            <a:ext cx="2765681" cy="575306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B15B7AF-FC9D-B057-CEC6-3800EDED3377}"/>
              </a:ext>
            </a:extLst>
          </p:cNvPr>
          <p:cNvSpPr/>
          <p:nvPr/>
        </p:nvSpPr>
        <p:spPr>
          <a:xfrm>
            <a:off x="2592077" y="2363645"/>
            <a:ext cx="390466" cy="850362"/>
          </a:xfrm>
          <a:custGeom>
            <a:avLst/>
            <a:gdLst>
              <a:gd name="connsiteX0" fmla="*/ 0 w 529772"/>
              <a:gd name="connsiteY0" fmla="*/ 0 h 892628"/>
              <a:gd name="connsiteX1" fmla="*/ 123372 w 529772"/>
              <a:gd name="connsiteY1" fmla="*/ 551543 h 892628"/>
              <a:gd name="connsiteX2" fmla="*/ 529772 w 529772"/>
              <a:gd name="connsiteY2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772" h="892628">
                <a:moveTo>
                  <a:pt x="0" y="0"/>
                </a:moveTo>
                <a:cubicBezTo>
                  <a:pt x="17538" y="201386"/>
                  <a:pt x="35077" y="402772"/>
                  <a:pt x="123372" y="551543"/>
                </a:cubicBezTo>
                <a:cubicBezTo>
                  <a:pt x="211667" y="700314"/>
                  <a:pt x="370719" y="796471"/>
                  <a:pt x="529772" y="892628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A0B7355-F46A-5C08-8A8C-00430FA1BFDD}"/>
              </a:ext>
            </a:extLst>
          </p:cNvPr>
          <p:cNvSpPr/>
          <p:nvPr/>
        </p:nvSpPr>
        <p:spPr>
          <a:xfrm>
            <a:off x="2938459" y="2355306"/>
            <a:ext cx="142647" cy="847816"/>
          </a:xfrm>
          <a:custGeom>
            <a:avLst/>
            <a:gdLst>
              <a:gd name="connsiteX0" fmla="*/ 27368 w 49140"/>
              <a:gd name="connsiteY0" fmla="*/ 0 h 948517"/>
              <a:gd name="connsiteX1" fmla="*/ 154 w 49140"/>
              <a:gd name="connsiteY1" fmla="*/ 474889 h 948517"/>
              <a:gd name="connsiteX2" fmla="*/ 38254 w 49140"/>
              <a:gd name="connsiteY2" fmla="*/ 918482 h 948517"/>
              <a:gd name="connsiteX3" fmla="*/ 49140 w 49140"/>
              <a:gd name="connsiteY3" fmla="*/ 908957 h 94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40" h="948517">
                <a:moveTo>
                  <a:pt x="27368" y="0"/>
                </a:moveTo>
                <a:cubicBezTo>
                  <a:pt x="12854" y="160904"/>
                  <a:pt x="-1660" y="321809"/>
                  <a:pt x="154" y="474889"/>
                </a:cubicBezTo>
                <a:cubicBezTo>
                  <a:pt x="1968" y="627969"/>
                  <a:pt x="30090" y="846137"/>
                  <a:pt x="38254" y="918482"/>
                </a:cubicBezTo>
                <a:cubicBezTo>
                  <a:pt x="46418" y="990827"/>
                  <a:pt x="39615" y="909864"/>
                  <a:pt x="49140" y="908957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7B921-BF12-EA5E-CD60-FEE4F4166F12}"/>
              </a:ext>
            </a:extLst>
          </p:cNvPr>
          <p:cNvSpPr/>
          <p:nvPr/>
        </p:nvSpPr>
        <p:spPr>
          <a:xfrm>
            <a:off x="2930979" y="2456667"/>
            <a:ext cx="257175" cy="754794"/>
          </a:xfrm>
          <a:custGeom>
            <a:avLst/>
            <a:gdLst>
              <a:gd name="connsiteX0" fmla="*/ 0 w 251732"/>
              <a:gd name="connsiteY0" fmla="*/ 0 h 775607"/>
              <a:gd name="connsiteX1" fmla="*/ 93889 w 251732"/>
              <a:gd name="connsiteY1" fmla="*/ 427264 h 775607"/>
              <a:gd name="connsiteX2" fmla="*/ 251732 w 251732"/>
              <a:gd name="connsiteY2" fmla="*/ 775607 h 77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732" h="775607">
                <a:moveTo>
                  <a:pt x="0" y="0"/>
                </a:moveTo>
                <a:cubicBezTo>
                  <a:pt x="25967" y="148998"/>
                  <a:pt x="51934" y="297996"/>
                  <a:pt x="93889" y="427264"/>
                </a:cubicBezTo>
                <a:cubicBezTo>
                  <a:pt x="135844" y="556532"/>
                  <a:pt x="193788" y="666069"/>
                  <a:pt x="251732" y="775607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5327FFA-B9AA-2680-7FA6-6AF943C78879}"/>
              </a:ext>
            </a:extLst>
          </p:cNvPr>
          <p:cNvSpPr/>
          <p:nvPr/>
        </p:nvSpPr>
        <p:spPr>
          <a:xfrm>
            <a:off x="3098712" y="2235122"/>
            <a:ext cx="110446" cy="976339"/>
          </a:xfrm>
          <a:custGeom>
            <a:avLst/>
            <a:gdLst>
              <a:gd name="connsiteX0" fmla="*/ 87313 w 110446"/>
              <a:gd name="connsiteY0" fmla="*/ 0 h 1059997"/>
              <a:gd name="connsiteX1" fmla="*/ 228 w 110446"/>
              <a:gd name="connsiteY1" fmla="*/ 748393 h 1059997"/>
              <a:gd name="connsiteX2" fmla="*/ 110446 w 110446"/>
              <a:gd name="connsiteY2" fmla="*/ 1059997 h 10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446" h="1059997">
                <a:moveTo>
                  <a:pt x="87313" y="0"/>
                </a:moveTo>
                <a:cubicBezTo>
                  <a:pt x="41843" y="285863"/>
                  <a:pt x="-3627" y="571727"/>
                  <a:pt x="228" y="748393"/>
                </a:cubicBezTo>
                <a:cubicBezTo>
                  <a:pt x="4083" y="925059"/>
                  <a:pt x="91850" y="1009650"/>
                  <a:pt x="110446" y="1059997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500812-D4A7-C461-5EF2-DFE5E915F4E5}"/>
              </a:ext>
            </a:extLst>
          </p:cNvPr>
          <p:cNvSpPr/>
          <p:nvPr/>
        </p:nvSpPr>
        <p:spPr>
          <a:xfrm>
            <a:off x="3020404" y="1942326"/>
            <a:ext cx="183469" cy="1269135"/>
          </a:xfrm>
          <a:custGeom>
            <a:avLst/>
            <a:gdLst>
              <a:gd name="connsiteX0" fmla="*/ 0 w 202747"/>
              <a:gd name="connsiteY0" fmla="*/ 9449 h 1372885"/>
              <a:gd name="connsiteX1" fmla="*/ 167368 w 202747"/>
              <a:gd name="connsiteY1" fmla="*/ 121028 h 1372885"/>
              <a:gd name="connsiteX2" fmla="*/ 91168 w 202747"/>
              <a:gd name="connsiteY2" fmla="*/ 861257 h 1372885"/>
              <a:gd name="connsiteX3" fmla="*/ 202747 w 202747"/>
              <a:gd name="connsiteY3" fmla="*/ 1372885 h 137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747" h="1372885">
                <a:moveTo>
                  <a:pt x="0" y="9449"/>
                </a:moveTo>
                <a:cubicBezTo>
                  <a:pt x="76086" y="-5746"/>
                  <a:pt x="152173" y="-20940"/>
                  <a:pt x="167368" y="121028"/>
                </a:cubicBezTo>
                <a:cubicBezTo>
                  <a:pt x="182563" y="262996"/>
                  <a:pt x="85272" y="652614"/>
                  <a:pt x="91168" y="861257"/>
                </a:cubicBezTo>
                <a:cubicBezTo>
                  <a:pt x="97064" y="1069900"/>
                  <a:pt x="149905" y="1221392"/>
                  <a:pt x="202747" y="1372885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2E60DD-D3B4-4DD5-9F3A-AB16C890F7EC}"/>
              </a:ext>
            </a:extLst>
          </p:cNvPr>
          <p:cNvSpPr/>
          <p:nvPr/>
        </p:nvSpPr>
        <p:spPr>
          <a:xfrm>
            <a:off x="4295371" y="1507305"/>
            <a:ext cx="2070458" cy="2116183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2F0AFE4-5546-5B66-791F-909B2F95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2689" y="1864399"/>
            <a:ext cx="2163140" cy="140029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493F04-B64F-0693-5B57-B22753257BAF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3098352" y="1817213"/>
            <a:ext cx="1500231" cy="13859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786ACB-4C7E-E159-AC3B-9C36C2A8AC31}"/>
              </a:ext>
            </a:extLst>
          </p:cNvPr>
          <p:cNvCxnSpPr>
            <a:cxnSpLocks/>
            <a:endCxn id="16" idx="4"/>
          </p:cNvCxnSpPr>
          <p:nvPr/>
        </p:nvCxnSpPr>
        <p:spPr>
          <a:xfrm>
            <a:off x="3081106" y="3541912"/>
            <a:ext cx="2249494" cy="815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E3A4187-E558-3FB9-12F2-4D177A0D4EC6}"/>
              </a:ext>
            </a:extLst>
          </p:cNvPr>
          <p:cNvCxnSpPr>
            <a:cxnSpLocks/>
          </p:cNvCxnSpPr>
          <p:nvPr/>
        </p:nvCxnSpPr>
        <p:spPr>
          <a:xfrm flipH="1">
            <a:off x="2989433" y="521489"/>
            <a:ext cx="2218277" cy="1397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738522-1C0B-1B08-2F31-3400D06B410D}"/>
              </a:ext>
            </a:extLst>
          </p:cNvPr>
          <p:cNvCxnSpPr>
            <a:cxnSpLocks/>
          </p:cNvCxnSpPr>
          <p:nvPr/>
        </p:nvCxnSpPr>
        <p:spPr>
          <a:xfrm>
            <a:off x="5197928" y="521489"/>
            <a:ext cx="15512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165403-32CA-987E-E057-C753D49D4A28}"/>
              </a:ext>
            </a:extLst>
          </p:cNvPr>
          <p:cNvCxnSpPr>
            <a:cxnSpLocks/>
          </p:cNvCxnSpPr>
          <p:nvPr/>
        </p:nvCxnSpPr>
        <p:spPr>
          <a:xfrm>
            <a:off x="5188602" y="1415185"/>
            <a:ext cx="156054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EE6AEB2-5B5B-A285-9713-DB4E2124A517}"/>
              </a:ext>
            </a:extLst>
          </p:cNvPr>
          <p:cNvCxnSpPr>
            <a:cxnSpLocks/>
          </p:cNvCxnSpPr>
          <p:nvPr/>
        </p:nvCxnSpPr>
        <p:spPr>
          <a:xfrm flipH="1" flipV="1">
            <a:off x="3234844" y="3330046"/>
            <a:ext cx="1834063" cy="5064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6818BAF-AEC2-FAE1-6582-CE96EB870CBC}"/>
              </a:ext>
            </a:extLst>
          </p:cNvPr>
          <p:cNvCxnSpPr>
            <a:cxnSpLocks/>
            <a:endCxn id="78" idx="2"/>
          </p:cNvCxnSpPr>
          <p:nvPr/>
        </p:nvCxnSpPr>
        <p:spPr>
          <a:xfrm flipV="1">
            <a:off x="5061397" y="3836467"/>
            <a:ext cx="1607464" cy="37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2414334-BD61-8550-2680-595C6D537B74}"/>
              </a:ext>
            </a:extLst>
          </p:cNvPr>
          <p:cNvCxnSpPr>
            <a:cxnSpLocks/>
          </p:cNvCxnSpPr>
          <p:nvPr/>
        </p:nvCxnSpPr>
        <p:spPr>
          <a:xfrm flipH="1" flipV="1">
            <a:off x="5406828" y="2497974"/>
            <a:ext cx="1315101" cy="481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BCD1A75-1E9C-3723-E065-53360EFC3E5F}"/>
              </a:ext>
            </a:extLst>
          </p:cNvPr>
          <p:cNvSpPr/>
          <p:nvPr/>
        </p:nvSpPr>
        <p:spPr>
          <a:xfrm>
            <a:off x="2244267" y="1792539"/>
            <a:ext cx="289384" cy="264408"/>
          </a:xfrm>
          <a:custGeom>
            <a:avLst/>
            <a:gdLst>
              <a:gd name="connsiteX0" fmla="*/ 0 w 287383"/>
              <a:gd name="connsiteY0" fmla="*/ 10170 h 336741"/>
              <a:gd name="connsiteX1" fmla="*/ 148046 w 287383"/>
              <a:gd name="connsiteY1" fmla="*/ 40650 h 336741"/>
              <a:gd name="connsiteX2" fmla="*/ 287383 w 287383"/>
              <a:gd name="connsiteY2" fmla="*/ 336741 h 336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7383" h="336741">
                <a:moveTo>
                  <a:pt x="0" y="10170"/>
                </a:moveTo>
                <a:cubicBezTo>
                  <a:pt x="50074" y="-1805"/>
                  <a:pt x="100149" y="-13779"/>
                  <a:pt x="148046" y="40650"/>
                </a:cubicBezTo>
                <a:cubicBezTo>
                  <a:pt x="195943" y="95079"/>
                  <a:pt x="241663" y="215910"/>
                  <a:pt x="287383" y="33674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6B05F1D-6B5D-1276-FE46-52FE6119E5AE}"/>
              </a:ext>
            </a:extLst>
          </p:cNvPr>
          <p:cNvSpPr/>
          <p:nvPr/>
        </p:nvSpPr>
        <p:spPr>
          <a:xfrm>
            <a:off x="2365281" y="1752301"/>
            <a:ext cx="245291" cy="303566"/>
          </a:xfrm>
          <a:custGeom>
            <a:avLst/>
            <a:gdLst>
              <a:gd name="connsiteX0" fmla="*/ 0 w 255814"/>
              <a:gd name="connsiteY0" fmla="*/ 27 h 378306"/>
              <a:gd name="connsiteX1" fmla="*/ 99332 w 255814"/>
              <a:gd name="connsiteY1" fmla="*/ 62620 h 378306"/>
              <a:gd name="connsiteX2" fmla="*/ 255814 w 255814"/>
              <a:gd name="connsiteY2" fmla="*/ 378306 h 37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814" h="378306">
                <a:moveTo>
                  <a:pt x="0" y="27"/>
                </a:moveTo>
                <a:cubicBezTo>
                  <a:pt x="28348" y="-200"/>
                  <a:pt x="56696" y="-426"/>
                  <a:pt x="99332" y="62620"/>
                </a:cubicBezTo>
                <a:cubicBezTo>
                  <a:pt x="141968" y="125666"/>
                  <a:pt x="233136" y="337485"/>
                  <a:pt x="255814" y="37830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F55AF0-C3B0-873F-9A06-8AA1209DEAE0}"/>
              </a:ext>
            </a:extLst>
          </p:cNvPr>
          <p:cNvSpPr/>
          <p:nvPr/>
        </p:nvSpPr>
        <p:spPr>
          <a:xfrm>
            <a:off x="2930979" y="1697223"/>
            <a:ext cx="167373" cy="352947"/>
          </a:xfrm>
          <a:custGeom>
            <a:avLst/>
            <a:gdLst>
              <a:gd name="connsiteX0" fmla="*/ 213632 w 213632"/>
              <a:gd name="connsiteY0" fmla="*/ 0 h 389164"/>
              <a:gd name="connsiteX1" fmla="*/ 141514 w 213632"/>
              <a:gd name="connsiteY1" fmla="*/ 66675 h 389164"/>
              <a:gd name="connsiteX2" fmla="*/ 0 w 213632"/>
              <a:gd name="connsiteY2" fmla="*/ 389164 h 38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3632" h="389164">
                <a:moveTo>
                  <a:pt x="213632" y="0"/>
                </a:moveTo>
                <a:cubicBezTo>
                  <a:pt x="195375" y="907"/>
                  <a:pt x="177119" y="1814"/>
                  <a:pt x="141514" y="66675"/>
                </a:cubicBezTo>
                <a:cubicBezTo>
                  <a:pt x="105909" y="131536"/>
                  <a:pt x="52954" y="260350"/>
                  <a:pt x="0" y="38916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D55DAE9-196B-C5FE-BD9A-46A4EAA62792}"/>
              </a:ext>
            </a:extLst>
          </p:cNvPr>
          <p:cNvSpPr/>
          <p:nvPr/>
        </p:nvSpPr>
        <p:spPr>
          <a:xfrm>
            <a:off x="3020404" y="1742780"/>
            <a:ext cx="216115" cy="307389"/>
          </a:xfrm>
          <a:custGeom>
            <a:avLst/>
            <a:gdLst>
              <a:gd name="connsiteX0" fmla="*/ 219075 w 219075"/>
              <a:gd name="connsiteY0" fmla="*/ 3525 h 342343"/>
              <a:gd name="connsiteX1" fmla="*/ 121103 w 219075"/>
              <a:gd name="connsiteY1" fmla="*/ 48428 h 342343"/>
              <a:gd name="connsiteX2" fmla="*/ 0 w 219075"/>
              <a:gd name="connsiteY2" fmla="*/ 342343 h 34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075" h="342343">
                <a:moveTo>
                  <a:pt x="219075" y="3525"/>
                </a:moveTo>
                <a:cubicBezTo>
                  <a:pt x="188345" y="-2259"/>
                  <a:pt x="157615" y="-8042"/>
                  <a:pt x="121103" y="48428"/>
                </a:cubicBezTo>
                <a:cubicBezTo>
                  <a:pt x="84591" y="104898"/>
                  <a:pt x="42295" y="223620"/>
                  <a:pt x="0" y="34234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EFE0B3B-E745-D9B7-0E26-2C0FB2DDC59B}"/>
              </a:ext>
            </a:extLst>
          </p:cNvPr>
          <p:cNvSpPr/>
          <p:nvPr/>
        </p:nvSpPr>
        <p:spPr>
          <a:xfrm>
            <a:off x="2342149" y="2862767"/>
            <a:ext cx="904871" cy="45719"/>
          </a:xfrm>
          <a:custGeom>
            <a:avLst/>
            <a:gdLst>
              <a:gd name="connsiteX0" fmla="*/ 0 w 965200"/>
              <a:gd name="connsiteY0" fmla="*/ 21859 h 29116"/>
              <a:gd name="connsiteX1" fmla="*/ 468086 w 965200"/>
              <a:gd name="connsiteY1" fmla="*/ 87 h 29116"/>
              <a:gd name="connsiteX2" fmla="*/ 965200 w 965200"/>
              <a:gd name="connsiteY2" fmla="*/ 29116 h 29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5200" h="29116">
                <a:moveTo>
                  <a:pt x="0" y="21859"/>
                </a:moveTo>
                <a:cubicBezTo>
                  <a:pt x="153609" y="10368"/>
                  <a:pt x="307219" y="-1122"/>
                  <a:pt x="468086" y="87"/>
                </a:cubicBezTo>
                <a:cubicBezTo>
                  <a:pt x="628953" y="1296"/>
                  <a:pt x="797076" y="15206"/>
                  <a:pt x="965200" y="2911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98A4934-8149-1146-89FC-387C360F1D1F}"/>
              </a:ext>
            </a:extLst>
          </p:cNvPr>
          <p:cNvSpPr/>
          <p:nvPr/>
        </p:nvSpPr>
        <p:spPr>
          <a:xfrm>
            <a:off x="2322736" y="2984138"/>
            <a:ext cx="939350" cy="45719"/>
          </a:xfrm>
          <a:custGeom>
            <a:avLst/>
            <a:gdLst>
              <a:gd name="connsiteX0" fmla="*/ 0 w 997857"/>
              <a:gd name="connsiteY0" fmla="*/ 21858 h 29115"/>
              <a:gd name="connsiteX1" fmla="*/ 529771 w 997857"/>
              <a:gd name="connsiteY1" fmla="*/ 87 h 29115"/>
              <a:gd name="connsiteX2" fmla="*/ 997857 w 997857"/>
              <a:gd name="connsiteY2" fmla="*/ 29115 h 29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7857" h="29115">
                <a:moveTo>
                  <a:pt x="0" y="21858"/>
                </a:moveTo>
                <a:cubicBezTo>
                  <a:pt x="181731" y="10368"/>
                  <a:pt x="363462" y="-1122"/>
                  <a:pt x="529771" y="87"/>
                </a:cubicBezTo>
                <a:cubicBezTo>
                  <a:pt x="696080" y="1296"/>
                  <a:pt x="846968" y="15205"/>
                  <a:pt x="997857" y="2911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94CDB10-CE65-B54E-3BEA-F1D35D42AA9E}"/>
              </a:ext>
            </a:extLst>
          </p:cNvPr>
          <p:cNvSpPr/>
          <p:nvPr/>
        </p:nvSpPr>
        <p:spPr>
          <a:xfrm>
            <a:off x="2622096" y="2360839"/>
            <a:ext cx="101550" cy="500743"/>
          </a:xfrm>
          <a:custGeom>
            <a:avLst/>
            <a:gdLst>
              <a:gd name="connsiteX0" fmla="*/ 70758 w 101550"/>
              <a:gd name="connsiteY0" fmla="*/ 500743 h 500743"/>
              <a:gd name="connsiteX1" fmla="*/ 97972 w 101550"/>
              <a:gd name="connsiteY1" fmla="*/ 321129 h 500743"/>
              <a:gd name="connsiteX2" fmla="*/ 0 w 101550"/>
              <a:gd name="connsiteY2" fmla="*/ 0 h 50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550" h="500743">
                <a:moveTo>
                  <a:pt x="70758" y="500743"/>
                </a:moveTo>
                <a:cubicBezTo>
                  <a:pt x="90261" y="452664"/>
                  <a:pt x="109765" y="404586"/>
                  <a:pt x="97972" y="321129"/>
                </a:cubicBezTo>
                <a:cubicBezTo>
                  <a:pt x="86179" y="237672"/>
                  <a:pt x="43089" y="118836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21B3670-8683-C0D0-F189-B03732490D40}"/>
              </a:ext>
            </a:extLst>
          </p:cNvPr>
          <p:cNvSpPr/>
          <p:nvPr/>
        </p:nvSpPr>
        <p:spPr>
          <a:xfrm>
            <a:off x="2864807" y="2343150"/>
            <a:ext cx="101550" cy="530679"/>
          </a:xfrm>
          <a:custGeom>
            <a:avLst/>
            <a:gdLst>
              <a:gd name="connsiteX0" fmla="*/ 61945 w 128620"/>
              <a:gd name="connsiteY0" fmla="*/ 530679 h 530679"/>
              <a:gd name="connsiteX1" fmla="*/ 2074 w 128620"/>
              <a:gd name="connsiteY1" fmla="*/ 348343 h 530679"/>
              <a:gd name="connsiteX2" fmla="*/ 128620 w 128620"/>
              <a:gd name="connsiteY2" fmla="*/ 0 h 530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620" h="530679">
                <a:moveTo>
                  <a:pt x="61945" y="530679"/>
                </a:moveTo>
                <a:cubicBezTo>
                  <a:pt x="26453" y="483734"/>
                  <a:pt x="-9039" y="436790"/>
                  <a:pt x="2074" y="348343"/>
                </a:cubicBezTo>
                <a:cubicBezTo>
                  <a:pt x="13187" y="259896"/>
                  <a:pt x="70903" y="129948"/>
                  <a:pt x="12862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BD3A284-D16A-C74F-C890-D28FD20B69DB}"/>
                  </a:ext>
                </a:extLst>
              </p14:cNvPr>
              <p14:cNvContentPartPr/>
              <p14:nvPr/>
            </p14:nvContentPartPr>
            <p14:xfrm>
              <a:off x="4470194" y="2819326"/>
              <a:ext cx="360" cy="3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BD3A284-D16A-C74F-C890-D28FD20B69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61194" y="2810326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2253FF4-960B-4C6E-12ED-5131BF70AAEB}"/>
              </a:ext>
            </a:extLst>
          </p:cNvPr>
          <p:cNvSpPr/>
          <p:nvPr/>
        </p:nvSpPr>
        <p:spPr>
          <a:xfrm>
            <a:off x="2696936" y="2349954"/>
            <a:ext cx="153760" cy="182362"/>
          </a:xfrm>
          <a:custGeom>
            <a:avLst/>
            <a:gdLst>
              <a:gd name="connsiteX0" fmla="*/ 0 w 153760"/>
              <a:gd name="connsiteY0" fmla="*/ 10885 h 182362"/>
              <a:gd name="connsiteX1" fmla="*/ 78921 w 153760"/>
              <a:gd name="connsiteY1" fmla="*/ 182335 h 182362"/>
              <a:gd name="connsiteX2" fmla="*/ 153760 w 153760"/>
              <a:gd name="connsiteY2" fmla="*/ 0 h 18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3760" h="182362">
                <a:moveTo>
                  <a:pt x="0" y="10885"/>
                </a:moveTo>
                <a:cubicBezTo>
                  <a:pt x="26647" y="97517"/>
                  <a:pt x="53294" y="184149"/>
                  <a:pt x="78921" y="182335"/>
                </a:cubicBezTo>
                <a:cubicBezTo>
                  <a:pt x="104548" y="180521"/>
                  <a:pt x="129154" y="90260"/>
                  <a:pt x="15376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E5F5FA6A-8EF5-3CBF-4736-E4FF76E12772}"/>
                  </a:ext>
                </a:extLst>
              </p14:cNvPr>
              <p14:cNvContentPartPr/>
              <p14:nvPr/>
            </p14:nvContentPartPr>
            <p14:xfrm>
              <a:off x="2774126" y="2464689"/>
              <a:ext cx="93600" cy="2912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E5F5FA6A-8EF5-3CBF-4736-E4FF76E127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65126" y="2455689"/>
                <a:ext cx="11124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28DCC738-F096-0F41-EE10-06F926F3EBE8}"/>
                  </a:ext>
                </a:extLst>
              </p14:cNvPr>
              <p14:cNvContentPartPr/>
              <p14:nvPr/>
            </p14:nvContentPartPr>
            <p14:xfrm>
              <a:off x="2657126" y="2421849"/>
              <a:ext cx="94320" cy="2520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28DCC738-F096-0F41-EE10-06F926F3EBE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48126" y="2412862"/>
                <a:ext cx="111960" cy="2696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7DDC6B96-1372-7D46-A5DC-5EFF1CF6C9D7}"/>
                  </a:ext>
                </a:extLst>
              </p14:cNvPr>
              <p14:cNvContentPartPr/>
              <p14:nvPr/>
            </p14:nvContentPartPr>
            <p14:xfrm>
              <a:off x="2617937" y="2366250"/>
              <a:ext cx="360" cy="3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7DDC6B96-1372-7D46-A5DC-5EFF1CF6C9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08937" y="235725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10FD0480-C0D2-F074-FADE-3C7113BA94A7}"/>
                  </a:ext>
                </a:extLst>
              </p14:cNvPr>
              <p14:cNvContentPartPr/>
              <p14:nvPr/>
            </p14:nvContentPartPr>
            <p14:xfrm>
              <a:off x="2616497" y="2371650"/>
              <a:ext cx="135360" cy="34416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10FD0480-C0D2-F074-FADE-3C7113BA94A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602097" y="2357250"/>
                <a:ext cx="163440" cy="372240"/>
              </a:xfrm>
              <a:prstGeom prst="rect">
                <a:avLst/>
              </a:prstGeom>
            </p:spPr>
          </p:pic>
        </mc:Fallback>
      </mc:AlternateContent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66C3F478-1731-3D6D-0D5B-18FB144DE7FA}"/>
              </a:ext>
            </a:extLst>
          </p:cNvPr>
          <p:cNvCxnSpPr>
            <a:cxnSpLocks/>
          </p:cNvCxnSpPr>
          <p:nvPr/>
        </p:nvCxnSpPr>
        <p:spPr>
          <a:xfrm flipH="1">
            <a:off x="2992399" y="1417943"/>
            <a:ext cx="2205529" cy="7468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FC5FF3-CCAE-307D-BA62-323251AC7B90}"/>
              </a:ext>
            </a:extLst>
          </p:cNvPr>
          <p:cNvCxnSpPr>
            <a:cxnSpLocks/>
          </p:cNvCxnSpPr>
          <p:nvPr/>
        </p:nvCxnSpPr>
        <p:spPr>
          <a:xfrm flipH="1" flipV="1">
            <a:off x="3249386" y="3489970"/>
            <a:ext cx="1821633" cy="1360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40942C-4800-E105-CCEC-BBDE7F9522DE}"/>
              </a:ext>
            </a:extLst>
          </p:cNvPr>
          <p:cNvCxnSpPr>
            <a:cxnSpLocks/>
          </p:cNvCxnSpPr>
          <p:nvPr/>
        </p:nvCxnSpPr>
        <p:spPr>
          <a:xfrm>
            <a:off x="5046017" y="4840511"/>
            <a:ext cx="1657078" cy="195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DFD815-890C-53CD-5123-109F59387391}"/>
              </a:ext>
            </a:extLst>
          </p:cNvPr>
          <p:cNvCxnSpPr>
            <a:cxnSpLocks/>
          </p:cNvCxnSpPr>
          <p:nvPr/>
        </p:nvCxnSpPr>
        <p:spPr>
          <a:xfrm flipH="1" flipV="1">
            <a:off x="2473526" y="2960679"/>
            <a:ext cx="2502699" cy="29709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E5CE0CC-6180-2DE2-0081-6E9276ED2E0B}"/>
              </a:ext>
            </a:extLst>
          </p:cNvPr>
          <p:cNvCxnSpPr>
            <a:cxnSpLocks/>
          </p:cNvCxnSpPr>
          <p:nvPr/>
        </p:nvCxnSpPr>
        <p:spPr>
          <a:xfrm>
            <a:off x="4960648" y="5926594"/>
            <a:ext cx="1761281" cy="49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F5B02280-483F-CB04-5C96-C576ACA8892C}"/>
              </a:ext>
            </a:extLst>
          </p:cNvPr>
          <p:cNvSpPr/>
          <p:nvPr/>
        </p:nvSpPr>
        <p:spPr>
          <a:xfrm>
            <a:off x="6668861" y="0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3BCB043-4366-202D-D0DB-36782117DE97}"/>
              </a:ext>
            </a:extLst>
          </p:cNvPr>
          <p:cNvSpPr/>
          <p:nvPr/>
        </p:nvSpPr>
        <p:spPr>
          <a:xfrm>
            <a:off x="6668861" y="1000577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25F842B-2B78-87B6-ACF0-066A1B5B691D}"/>
              </a:ext>
            </a:extLst>
          </p:cNvPr>
          <p:cNvSpPr/>
          <p:nvPr/>
        </p:nvSpPr>
        <p:spPr>
          <a:xfrm>
            <a:off x="6668861" y="2111672"/>
            <a:ext cx="914400" cy="8829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F797759-8F38-01B4-0EED-92D8D3E4A5C4}"/>
              </a:ext>
            </a:extLst>
          </p:cNvPr>
          <p:cNvSpPr/>
          <p:nvPr/>
        </p:nvSpPr>
        <p:spPr>
          <a:xfrm>
            <a:off x="6668861" y="3379267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60BDA9A-3354-8A8E-3B62-C14AEDC96256}"/>
              </a:ext>
            </a:extLst>
          </p:cNvPr>
          <p:cNvSpPr/>
          <p:nvPr/>
        </p:nvSpPr>
        <p:spPr>
          <a:xfrm>
            <a:off x="6668861" y="4414343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80350B7-1EDC-7A4C-3275-CE5DC8A4C6AB}"/>
              </a:ext>
            </a:extLst>
          </p:cNvPr>
          <p:cNvSpPr/>
          <p:nvPr/>
        </p:nvSpPr>
        <p:spPr>
          <a:xfrm>
            <a:off x="6668861" y="5469394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29AF58D-BDA6-1FDC-98A7-4BEA1D4CF4FE}"/>
                  </a:ext>
                </a:extLst>
              </p14:cNvPr>
              <p14:cNvContentPartPr/>
              <p14:nvPr/>
            </p14:nvContentPartPr>
            <p14:xfrm>
              <a:off x="3157873" y="1741719"/>
              <a:ext cx="360" cy="3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29AF58D-BDA6-1FDC-98A7-4BEA1D4CF4F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40233" y="1723719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8F28008C-9B70-32FC-3730-28E23FE0BAF1}"/>
              </a:ext>
            </a:extLst>
          </p:cNvPr>
          <p:cNvGrpSpPr/>
          <p:nvPr/>
        </p:nvGrpSpPr>
        <p:grpSpPr>
          <a:xfrm>
            <a:off x="3013873" y="1718319"/>
            <a:ext cx="131040" cy="219600"/>
            <a:chOff x="3013873" y="1718319"/>
            <a:chExt cx="131040" cy="21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752EA64-73C9-9299-D1F6-729BE95675D5}"/>
                    </a:ext>
                  </a:extLst>
                </p14:cNvPr>
                <p14:cNvContentPartPr/>
                <p14:nvPr/>
              </p14:nvContentPartPr>
              <p14:xfrm>
                <a:off x="3096673" y="1718319"/>
                <a:ext cx="36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752EA64-73C9-9299-D1F6-729BE95675D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79033" y="170067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0540A08-B2F4-CF91-3F6F-5D696C767C9F}"/>
                    </a:ext>
                  </a:extLst>
                </p14:cNvPr>
                <p14:cNvContentPartPr/>
                <p14:nvPr/>
              </p14:nvContentPartPr>
              <p14:xfrm>
                <a:off x="3117193" y="1733439"/>
                <a:ext cx="360" cy="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0540A08-B2F4-CF91-3F6F-5D696C767C9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99553" y="171543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EFE20A5-2C55-A0EB-6CF9-650C0A62CC65}"/>
                    </a:ext>
                  </a:extLst>
                </p14:cNvPr>
                <p14:cNvContentPartPr/>
                <p14:nvPr/>
              </p14:nvContentPartPr>
              <p14:xfrm>
                <a:off x="3144553" y="1740279"/>
                <a:ext cx="36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EFE20A5-2C55-A0EB-6CF9-650C0A62CC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26553" y="172227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2ABD74F-8614-EA40-EBA7-906D71491157}"/>
                    </a:ext>
                  </a:extLst>
                </p14:cNvPr>
                <p14:cNvContentPartPr/>
                <p14:nvPr/>
              </p14:nvContentPartPr>
              <p14:xfrm>
                <a:off x="3013873" y="1742799"/>
                <a:ext cx="111960" cy="195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2ABD74F-8614-EA40-EBA7-906D7149115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96233" y="1725159"/>
                  <a:ext cx="14760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AB353F7-E807-7BF5-AE69-9640AABA5A9A}"/>
              </a:ext>
            </a:extLst>
          </p:cNvPr>
          <p:cNvGrpSpPr/>
          <p:nvPr/>
        </p:nvGrpSpPr>
        <p:grpSpPr>
          <a:xfrm>
            <a:off x="2956633" y="2040879"/>
            <a:ext cx="47880" cy="5760"/>
            <a:chOff x="2956633" y="2040879"/>
            <a:chExt cx="47880" cy="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1E0D144-0F67-76E5-8D3E-0156B116A126}"/>
                    </a:ext>
                  </a:extLst>
                </p14:cNvPr>
                <p14:cNvContentPartPr/>
                <p14:nvPr/>
              </p14:nvContentPartPr>
              <p14:xfrm>
                <a:off x="2956633" y="2042319"/>
                <a:ext cx="360" cy="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1E0D144-0F67-76E5-8D3E-0156B116A12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38993" y="20243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E36B24F-E489-F6D1-4518-1870F45D7B50}"/>
                    </a:ext>
                  </a:extLst>
                </p14:cNvPr>
                <p14:cNvContentPartPr/>
                <p14:nvPr/>
              </p14:nvContentPartPr>
              <p14:xfrm>
                <a:off x="2981113" y="2046279"/>
                <a:ext cx="360" cy="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E36B24F-E489-F6D1-4518-1870F45D7B5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63473" y="202863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D5C4B20-7A46-9FAA-08B6-AFF1A8A2B498}"/>
                    </a:ext>
                  </a:extLst>
                </p14:cNvPr>
                <p14:cNvContentPartPr/>
                <p14:nvPr/>
              </p14:nvContentPartPr>
              <p14:xfrm>
                <a:off x="3004153" y="2040879"/>
                <a:ext cx="360" cy="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D5C4B20-7A46-9FAA-08B6-AFF1A8A2B49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86513" y="202323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7CD2BDA-8EA4-9D3B-BB77-9B86FE5A87F3}"/>
                  </a:ext>
                </a:extLst>
              </p14:cNvPr>
              <p14:cNvContentPartPr/>
              <p14:nvPr/>
            </p14:nvContentPartPr>
            <p14:xfrm>
              <a:off x="3045193" y="1944399"/>
              <a:ext cx="360" cy="3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7CD2BDA-8EA4-9D3B-BB77-9B86FE5A87F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27193" y="1926399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7D1EB24C-1DF1-DC41-F125-98A31DA20359}"/>
              </a:ext>
            </a:extLst>
          </p:cNvPr>
          <p:cNvGrpSpPr/>
          <p:nvPr/>
        </p:nvGrpSpPr>
        <p:grpSpPr>
          <a:xfrm>
            <a:off x="3008473" y="1895439"/>
            <a:ext cx="4320" cy="2880"/>
            <a:chOff x="3008473" y="1895439"/>
            <a:chExt cx="4320" cy="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737A796-3540-CBF4-AFCB-F37F699115DC}"/>
                    </a:ext>
                  </a:extLst>
                </p14:cNvPr>
                <p14:cNvContentPartPr/>
                <p14:nvPr/>
              </p14:nvContentPartPr>
              <p14:xfrm>
                <a:off x="3012433" y="1895439"/>
                <a:ext cx="360" cy="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737A796-3540-CBF4-AFCB-F37F699115D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94793" y="187743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1C7F70F-7A99-B5DB-D8EE-A895320CB8DD}"/>
                    </a:ext>
                  </a:extLst>
                </p14:cNvPr>
                <p14:cNvContentPartPr/>
                <p14:nvPr/>
              </p14:nvContentPartPr>
              <p14:xfrm>
                <a:off x="3008473" y="1897959"/>
                <a:ext cx="360" cy="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1C7F70F-7A99-B5DB-D8EE-A895320CB8D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90473" y="18803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670E7A14-A6A1-7CA2-66C4-EA18ACC7A7E0}"/>
                  </a:ext>
                </a:extLst>
              </p14:cNvPr>
              <p14:cNvContentPartPr/>
              <p14:nvPr/>
            </p14:nvContentPartPr>
            <p14:xfrm>
              <a:off x="2642353" y="2387829"/>
              <a:ext cx="242280" cy="5760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670E7A14-A6A1-7CA2-66C4-EA18ACC7A7E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624353" y="2369829"/>
                <a:ext cx="277920" cy="6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8888446-E884-18E7-E56E-414E1A1DB247}"/>
                  </a:ext>
                </a:extLst>
              </p14:cNvPr>
              <p14:cNvContentPartPr/>
              <p14:nvPr/>
            </p14:nvContentPartPr>
            <p14:xfrm>
              <a:off x="2341753" y="2892189"/>
              <a:ext cx="878400" cy="10800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8888446-E884-18E7-E56E-414E1A1DB24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323753" y="2874549"/>
                <a:ext cx="914040" cy="14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5B6C04E-16BD-DD14-3379-5ADBC887C90E}"/>
              </a:ext>
            </a:extLst>
          </p:cNvPr>
          <p:cNvGrpSpPr/>
          <p:nvPr/>
        </p:nvGrpSpPr>
        <p:grpSpPr>
          <a:xfrm>
            <a:off x="2319793" y="1749639"/>
            <a:ext cx="265680" cy="295560"/>
            <a:chOff x="2319793" y="1749639"/>
            <a:chExt cx="265680" cy="29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BCF5FB1-1D22-C94B-8EFD-355B5518BAD8}"/>
                    </a:ext>
                  </a:extLst>
                </p14:cNvPr>
                <p14:cNvContentPartPr/>
                <p14:nvPr/>
              </p14:nvContentPartPr>
              <p14:xfrm>
                <a:off x="2382433" y="1780959"/>
                <a:ext cx="190080" cy="259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BCF5FB1-1D22-C94B-8EFD-355B5518BAD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64793" y="1762959"/>
                  <a:ext cx="2257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4316C6F-0F97-4E12-6C2A-1A69A6C7F99D}"/>
                    </a:ext>
                  </a:extLst>
                </p14:cNvPr>
                <p14:cNvContentPartPr/>
                <p14:nvPr/>
              </p14:nvContentPartPr>
              <p14:xfrm>
                <a:off x="2579713" y="2043759"/>
                <a:ext cx="360" cy="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4316C6F-0F97-4E12-6C2A-1A69A6C7F99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62073" y="202575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3D08A7E-A2EA-0868-418C-99DA58DA3C90}"/>
                    </a:ext>
                  </a:extLst>
                </p14:cNvPr>
                <p14:cNvContentPartPr/>
                <p14:nvPr/>
              </p14:nvContentPartPr>
              <p14:xfrm>
                <a:off x="2542993" y="2035479"/>
                <a:ext cx="360" cy="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3D08A7E-A2EA-0868-418C-99DA58DA3C9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25353" y="201747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34D123A-B0EB-DA5B-EBC0-6F47136822F0}"/>
                    </a:ext>
                  </a:extLst>
                </p14:cNvPr>
                <p14:cNvContentPartPr/>
                <p14:nvPr/>
              </p14:nvContentPartPr>
              <p14:xfrm>
                <a:off x="2319793" y="1780959"/>
                <a:ext cx="211320" cy="233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34D123A-B0EB-DA5B-EBC0-6F47136822F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301793" y="1762959"/>
                  <a:ext cx="2469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661FFAA-E51C-382D-4A64-63E4186D113E}"/>
                    </a:ext>
                  </a:extLst>
                </p14:cNvPr>
                <p14:cNvContentPartPr/>
                <p14:nvPr/>
              </p14:nvContentPartPr>
              <p14:xfrm>
                <a:off x="2585113" y="2044839"/>
                <a:ext cx="360" cy="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661FFAA-E51C-382D-4A64-63E4186D113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67473" y="20271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165A003-5CF1-F6A8-01A8-2FE0357BCBEE}"/>
                    </a:ext>
                  </a:extLst>
                </p14:cNvPr>
                <p14:cNvContentPartPr/>
                <p14:nvPr/>
              </p14:nvContentPartPr>
              <p14:xfrm>
                <a:off x="2345713" y="1780959"/>
                <a:ext cx="360" cy="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165A003-5CF1-F6A8-01A8-2FE0357BCBE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27713" y="17633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131F78D-2766-D8DA-1F9D-3379B977E170}"/>
                    </a:ext>
                  </a:extLst>
                </p14:cNvPr>
                <p14:cNvContentPartPr/>
                <p14:nvPr/>
              </p14:nvContentPartPr>
              <p14:xfrm>
                <a:off x="2359393" y="1768719"/>
                <a:ext cx="360" cy="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131F78D-2766-D8DA-1F9D-3379B977E17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41393" y="175107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8A35CCD-4325-F85A-2154-9A6B36A0C422}"/>
                    </a:ext>
                  </a:extLst>
                </p14:cNvPr>
                <p14:cNvContentPartPr/>
                <p14:nvPr/>
              </p14:nvContentPartPr>
              <p14:xfrm>
                <a:off x="2382433" y="1780959"/>
                <a:ext cx="360" cy="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8A35CCD-4325-F85A-2154-9A6B36A0C42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64793" y="17633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58B0B51-AEBC-2EAF-F8FD-7486AF7F2379}"/>
                    </a:ext>
                  </a:extLst>
                </p14:cNvPr>
                <p14:cNvContentPartPr/>
                <p14:nvPr/>
              </p14:nvContentPartPr>
              <p14:xfrm>
                <a:off x="2382433" y="1749639"/>
                <a:ext cx="360" cy="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58B0B51-AEBC-2EAF-F8FD-7486AF7F237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64793" y="17319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B3971F4-3C71-BAE9-B8F7-1B7BFC4E8101}"/>
                    </a:ext>
                  </a:extLst>
                </p14:cNvPr>
                <p14:cNvContentPartPr/>
                <p14:nvPr/>
              </p14:nvContentPartPr>
              <p14:xfrm>
                <a:off x="2406913" y="1770159"/>
                <a:ext cx="360" cy="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B3971F4-3C71-BAE9-B8F7-1B7BFC4E810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89273" y="175215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7B065CC-AE60-ECE8-944D-1D095DC92C8F}"/>
                    </a:ext>
                  </a:extLst>
                </p14:cNvPr>
                <p14:cNvContentPartPr/>
                <p14:nvPr/>
              </p14:nvContentPartPr>
              <p14:xfrm>
                <a:off x="2438205" y="1832901"/>
                <a:ext cx="360" cy="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7B065CC-AE60-ECE8-944D-1D095DC92C8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20565" y="18149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5690E82-64FC-0BF9-371B-208EE87C2525}"/>
                    </a:ext>
                  </a:extLst>
                </p14:cNvPr>
                <p14:cNvContentPartPr/>
                <p14:nvPr/>
              </p14:nvContentPartPr>
              <p14:xfrm>
                <a:off x="2424525" y="1809501"/>
                <a:ext cx="360" cy="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5690E82-64FC-0BF9-371B-208EE87C252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06885" y="17918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FFB9BE1-1889-9E56-87ED-F7D7BD038BD4}"/>
                    </a:ext>
                  </a:extLst>
                </p14:cNvPr>
                <p14:cNvContentPartPr/>
                <p14:nvPr/>
              </p14:nvContentPartPr>
              <p14:xfrm>
                <a:off x="2397525" y="1790421"/>
                <a:ext cx="360" cy="3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FFB9BE1-1889-9E56-87ED-F7D7BD038BD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79525" y="17727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B87FE64-3747-E8BA-5CC1-F7758FC55C1D}"/>
                    </a:ext>
                  </a:extLst>
                </p14:cNvPr>
                <p14:cNvContentPartPr/>
                <p14:nvPr/>
              </p14:nvContentPartPr>
              <p14:xfrm>
                <a:off x="2423085" y="1821741"/>
                <a:ext cx="360" cy="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B87FE64-3747-E8BA-5CC1-F7758FC55C1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05445" y="18041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7724EA9-5FCE-0DDA-D210-FEBA0D4A41B1}"/>
                    </a:ext>
                  </a:extLst>
                </p14:cNvPr>
                <p14:cNvContentPartPr/>
                <p14:nvPr/>
              </p14:nvContentPartPr>
              <p14:xfrm>
                <a:off x="2562045" y="2039541"/>
                <a:ext cx="360" cy="3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7724EA9-5FCE-0DDA-D210-FEBA0D4A41B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44405" y="20219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7719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BF5FAA-7B72-F3CF-A8BA-F4F106D6B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0476" y="524248"/>
            <a:ext cx="2765681" cy="633375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B15B7AF-FC9D-B057-CEC6-3800EDED3377}"/>
              </a:ext>
            </a:extLst>
          </p:cNvPr>
          <p:cNvSpPr/>
          <p:nvPr/>
        </p:nvSpPr>
        <p:spPr>
          <a:xfrm>
            <a:off x="2592076" y="2363645"/>
            <a:ext cx="456971" cy="911996"/>
          </a:xfrm>
          <a:custGeom>
            <a:avLst/>
            <a:gdLst>
              <a:gd name="connsiteX0" fmla="*/ 0 w 529772"/>
              <a:gd name="connsiteY0" fmla="*/ 0 h 892628"/>
              <a:gd name="connsiteX1" fmla="*/ 123372 w 529772"/>
              <a:gd name="connsiteY1" fmla="*/ 551543 h 892628"/>
              <a:gd name="connsiteX2" fmla="*/ 529772 w 529772"/>
              <a:gd name="connsiteY2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772" h="892628">
                <a:moveTo>
                  <a:pt x="0" y="0"/>
                </a:moveTo>
                <a:cubicBezTo>
                  <a:pt x="17538" y="201386"/>
                  <a:pt x="35077" y="402772"/>
                  <a:pt x="123372" y="551543"/>
                </a:cubicBezTo>
                <a:cubicBezTo>
                  <a:pt x="211667" y="700314"/>
                  <a:pt x="370719" y="796471"/>
                  <a:pt x="529772" y="892628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A0B7355-F46A-5C08-8A8C-00430FA1BFDD}"/>
              </a:ext>
            </a:extLst>
          </p:cNvPr>
          <p:cNvSpPr/>
          <p:nvPr/>
        </p:nvSpPr>
        <p:spPr>
          <a:xfrm>
            <a:off x="2938459" y="2355305"/>
            <a:ext cx="142647" cy="941339"/>
          </a:xfrm>
          <a:custGeom>
            <a:avLst/>
            <a:gdLst>
              <a:gd name="connsiteX0" fmla="*/ 27368 w 49140"/>
              <a:gd name="connsiteY0" fmla="*/ 0 h 948517"/>
              <a:gd name="connsiteX1" fmla="*/ 154 w 49140"/>
              <a:gd name="connsiteY1" fmla="*/ 474889 h 948517"/>
              <a:gd name="connsiteX2" fmla="*/ 38254 w 49140"/>
              <a:gd name="connsiteY2" fmla="*/ 918482 h 948517"/>
              <a:gd name="connsiteX3" fmla="*/ 49140 w 49140"/>
              <a:gd name="connsiteY3" fmla="*/ 908957 h 94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40" h="948517">
                <a:moveTo>
                  <a:pt x="27368" y="0"/>
                </a:moveTo>
                <a:cubicBezTo>
                  <a:pt x="12854" y="160904"/>
                  <a:pt x="-1660" y="321809"/>
                  <a:pt x="154" y="474889"/>
                </a:cubicBezTo>
                <a:cubicBezTo>
                  <a:pt x="1968" y="627969"/>
                  <a:pt x="30090" y="846137"/>
                  <a:pt x="38254" y="918482"/>
                </a:cubicBezTo>
                <a:cubicBezTo>
                  <a:pt x="46418" y="990827"/>
                  <a:pt x="39615" y="909864"/>
                  <a:pt x="49140" y="908957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7B921-BF12-EA5E-CD60-FEE4F4166F12}"/>
              </a:ext>
            </a:extLst>
          </p:cNvPr>
          <p:cNvSpPr/>
          <p:nvPr/>
        </p:nvSpPr>
        <p:spPr>
          <a:xfrm>
            <a:off x="2930979" y="2456666"/>
            <a:ext cx="257175" cy="827315"/>
          </a:xfrm>
          <a:custGeom>
            <a:avLst/>
            <a:gdLst>
              <a:gd name="connsiteX0" fmla="*/ 0 w 251732"/>
              <a:gd name="connsiteY0" fmla="*/ 0 h 775607"/>
              <a:gd name="connsiteX1" fmla="*/ 93889 w 251732"/>
              <a:gd name="connsiteY1" fmla="*/ 427264 h 775607"/>
              <a:gd name="connsiteX2" fmla="*/ 251732 w 251732"/>
              <a:gd name="connsiteY2" fmla="*/ 775607 h 77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732" h="775607">
                <a:moveTo>
                  <a:pt x="0" y="0"/>
                </a:moveTo>
                <a:cubicBezTo>
                  <a:pt x="25967" y="148998"/>
                  <a:pt x="51934" y="297996"/>
                  <a:pt x="93889" y="427264"/>
                </a:cubicBezTo>
                <a:cubicBezTo>
                  <a:pt x="135844" y="556532"/>
                  <a:pt x="193788" y="666069"/>
                  <a:pt x="251732" y="775607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5327FFA-B9AA-2680-7FA6-6AF943C78879}"/>
              </a:ext>
            </a:extLst>
          </p:cNvPr>
          <p:cNvSpPr/>
          <p:nvPr/>
        </p:nvSpPr>
        <p:spPr>
          <a:xfrm>
            <a:off x="3098712" y="2235122"/>
            <a:ext cx="110446" cy="1059997"/>
          </a:xfrm>
          <a:custGeom>
            <a:avLst/>
            <a:gdLst>
              <a:gd name="connsiteX0" fmla="*/ 87313 w 110446"/>
              <a:gd name="connsiteY0" fmla="*/ 0 h 1059997"/>
              <a:gd name="connsiteX1" fmla="*/ 228 w 110446"/>
              <a:gd name="connsiteY1" fmla="*/ 748393 h 1059997"/>
              <a:gd name="connsiteX2" fmla="*/ 110446 w 110446"/>
              <a:gd name="connsiteY2" fmla="*/ 1059997 h 10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446" h="1059997">
                <a:moveTo>
                  <a:pt x="87313" y="0"/>
                </a:moveTo>
                <a:cubicBezTo>
                  <a:pt x="41843" y="285863"/>
                  <a:pt x="-3627" y="571727"/>
                  <a:pt x="228" y="748393"/>
                </a:cubicBezTo>
                <a:cubicBezTo>
                  <a:pt x="4083" y="925059"/>
                  <a:pt x="91850" y="1009650"/>
                  <a:pt x="110446" y="1059997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500812-D4A7-C461-5EF2-DFE5E915F4E5}"/>
              </a:ext>
            </a:extLst>
          </p:cNvPr>
          <p:cNvSpPr/>
          <p:nvPr/>
        </p:nvSpPr>
        <p:spPr>
          <a:xfrm>
            <a:off x="3020404" y="1942326"/>
            <a:ext cx="183469" cy="1353911"/>
          </a:xfrm>
          <a:custGeom>
            <a:avLst/>
            <a:gdLst>
              <a:gd name="connsiteX0" fmla="*/ 0 w 202747"/>
              <a:gd name="connsiteY0" fmla="*/ 9449 h 1372885"/>
              <a:gd name="connsiteX1" fmla="*/ 167368 w 202747"/>
              <a:gd name="connsiteY1" fmla="*/ 121028 h 1372885"/>
              <a:gd name="connsiteX2" fmla="*/ 91168 w 202747"/>
              <a:gd name="connsiteY2" fmla="*/ 861257 h 1372885"/>
              <a:gd name="connsiteX3" fmla="*/ 202747 w 202747"/>
              <a:gd name="connsiteY3" fmla="*/ 1372885 h 137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747" h="1372885">
                <a:moveTo>
                  <a:pt x="0" y="9449"/>
                </a:moveTo>
                <a:cubicBezTo>
                  <a:pt x="76086" y="-5746"/>
                  <a:pt x="152173" y="-20940"/>
                  <a:pt x="167368" y="121028"/>
                </a:cubicBezTo>
                <a:cubicBezTo>
                  <a:pt x="182563" y="262996"/>
                  <a:pt x="85272" y="652614"/>
                  <a:pt x="91168" y="861257"/>
                </a:cubicBezTo>
                <a:cubicBezTo>
                  <a:pt x="97064" y="1069900"/>
                  <a:pt x="149905" y="1221392"/>
                  <a:pt x="202747" y="1372885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2E60DD-D3B4-4DD5-9F3A-AB16C890F7EC}"/>
              </a:ext>
            </a:extLst>
          </p:cNvPr>
          <p:cNvSpPr/>
          <p:nvPr/>
        </p:nvSpPr>
        <p:spPr>
          <a:xfrm>
            <a:off x="4295371" y="1507305"/>
            <a:ext cx="2070458" cy="21161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2F0AFE4-5546-5B66-791F-909B2F95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2689" y="1686014"/>
            <a:ext cx="2163140" cy="175706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493F04-B64F-0693-5B57-B22753257BAF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989433" y="1817213"/>
            <a:ext cx="1609150" cy="14794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786ACB-4C7E-E159-AC3B-9C36C2A8AC31}"/>
              </a:ext>
            </a:extLst>
          </p:cNvPr>
          <p:cNvCxnSpPr>
            <a:cxnSpLocks/>
            <a:endCxn id="16" idx="4"/>
          </p:cNvCxnSpPr>
          <p:nvPr/>
        </p:nvCxnSpPr>
        <p:spPr>
          <a:xfrm>
            <a:off x="3098712" y="3600132"/>
            <a:ext cx="2231888" cy="233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E3A4187-E558-3FB9-12F2-4D177A0D4EC6}"/>
              </a:ext>
            </a:extLst>
          </p:cNvPr>
          <p:cNvCxnSpPr>
            <a:cxnSpLocks/>
          </p:cNvCxnSpPr>
          <p:nvPr/>
        </p:nvCxnSpPr>
        <p:spPr>
          <a:xfrm flipH="1">
            <a:off x="2989433" y="521489"/>
            <a:ext cx="2218277" cy="1397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738522-1C0B-1B08-2F31-3400D06B410D}"/>
              </a:ext>
            </a:extLst>
          </p:cNvPr>
          <p:cNvCxnSpPr>
            <a:cxnSpLocks/>
          </p:cNvCxnSpPr>
          <p:nvPr/>
        </p:nvCxnSpPr>
        <p:spPr>
          <a:xfrm>
            <a:off x="5197928" y="521489"/>
            <a:ext cx="15512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165403-32CA-987E-E057-C753D49D4A28}"/>
              </a:ext>
            </a:extLst>
          </p:cNvPr>
          <p:cNvCxnSpPr>
            <a:cxnSpLocks/>
          </p:cNvCxnSpPr>
          <p:nvPr/>
        </p:nvCxnSpPr>
        <p:spPr>
          <a:xfrm>
            <a:off x="5137335" y="1226765"/>
            <a:ext cx="156826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EE6AEB2-5B5B-A285-9713-DB4E2124A517}"/>
              </a:ext>
            </a:extLst>
          </p:cNvPr>
          <p:cNvCxnSpPr>
            <a:cxnSpLocks/>
          </p:cNvCxnSpPr>
          <p:nvPr/>
        </p:nvCxnSpPr>
        <p:spPr>
          <a:xfrm flipH="1" flipV="1">
            <a:off x="3234844" y="3330046"/>
            <a:ext cx="1839432" cy="5739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6818BAF-AEC2-FAE1-6582-CE96EB870CBC}"/>
              </a:ext>
            </a:extLst>
          </p:cNvPr>
          <p:cNvCxnSpPr>
            <a:cxnSpLocks/>
          </p:cNvCxnSpPr>
          <p:nvPr/>
        </p:nvCxnSpPr>
        <p:spPr>
          <a:xfrm>
            <a:off x="5061397" y="3904028"/>
            <a:ext cx="1564374" cy="13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2414334-BD61-8550-2680-595C6D537B74}"/>
              </a:ext>
            </a:extLst>
          </p:cNvPr>
          <p:cNvCxnSpPr>
            <a:cxnSpLocks/>
          </p:cNvCxnSpPr>
          <p:nvPr/>
        </p:nvCxnSpPr>
        <p:spPr>
          <a:xfrm flipH="1" flipV="1">
            <a:off x="5406828" y="2497974"/>
            <a:ext cx="1315101" cy="481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BCD1A75-1E9C-3723-E065-53360EFC3E5F}"/>
              </a:ext>
            </a:extLst>
          </p:cNvPr>
          <p:cNvSpPr/>
          <p:nvPr/>
        </p:nvSpPr>
        <p:spPr>
          <a:xfrm>
            <a:off x="2209800" y="1686014"/>
            <a:ext cx="297996" cy="325122"/>
          </a:xfrm>
          <a:custGeom>
            <a:avLst/>
            <a:gdLst>
              <a:gd name="connsiteX0" fmla="*/ 0 w 287383"/>
              <a:gd name="connsiteY0" fmla="*/ 10170 h 336741"/>
              <a:gd name="connsiteX1" fmla="*/ 148046 w 287383"/>
              <a:gd name="connsiteY1" fmla="*/ 40650 h 336741"/>
              <a:gd name="connsiteX2" fmla="*/ 287383 w 287383"/>
              <a:gd name="connsiteY2" fmla="*/ 336741 h 336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7383" h="336741">
                <a:moveTo>
                  <a:pt x="0" y="10170"/>
                </a:moveTo>
                <a:cubicBezTo>
                  <a:pt x="50074" y="-1805"/>
                  <a:pt x="100149" y="-13779"/>
                  <a:pt x="148046" y="40650"/>
                </a:cubicBezTo>
                <a:cubicBezTo>
                  <a:pt x="195943" y="95079"/>
                  <a:pt x="241663" y="215910"/>
                  <a:pt x="287383" y="33674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6B05F1D-6B5D-1276-FE46-52FE6119E5AE}"/>
              </a:ext>
            </a:extLst>
          </p:cNvPr>
          <p:cNvSpPr/>
          <p:nvPr/>
        </p:nvSpPr>
        <p:spPr>
          <a:xfrm>
            <a:off x="2349954" y="1632830"/>
            <a:ext cx="255814" cy="378306"/>
          </a:xfrm>
          <a:custGeom>
            <a:avLst/>
            <a:gdLst>
              <a:gd name="connsiteX0" fmla="*/ 0 w 255814"/>
              <a:gd name="connsiteY0" fmla="*/ 27 h 378306"/>
              <a:gd name="connsiteX1" fmla="*/ 99332 w 255814"/>
              <a:gd name="connsiteY1" fmla="*/ 62620 h 378306"/>
              <a:gd name="connsiteX2" fmla="*/ 255814 w 255814"/>
              <a:gd name="connsiteY2" fmla="*/ 378306 h 37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814" h="378306">
                <a:moveTo>
                  <a:pt x="0" y="27"/>
                </a:moveTo>
                <a:cubicBezTo>
                  <a:pt x="28348" y="-200"/>
                  <a:pt x="56696" y="-426"/>
                  <a:pt x="99332" y="62620"/>
                </a:cubicBezTo>
                <a:cubicBezTo>
                  <a:pt x="141968" y="125666"/>
                  <a:pt x="233136" y="337485"/>
                  <a:pt x="255814" y="37830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F55AF0-C3B0-873F-9A06-8AA1209DEAE0}"/>
              </a:ext>
            </a:extLst>
          </p:cNvPr>
          <p:cNvSpPr/>
          <p:nvPr/>
        </p:nvSpPr>
        <p:spPr>
          <a:xfrm>
            <a:off x="2943225" y="1616529"/>
            <a:ext cx="213632" cy="389164"/>
          </a:xfrm>
          <a:custGeom>
            <a:avLst/>
            <a:gdLst>
              <a:gd name="connsiteX0" fmla="*/ 213632 w 213632"/>
              <a:gd name="connsiteY0" fmla="*/ 0 h 389164"/>
              <a:gd name="connsiteX1" fmla="*/ 141514 w 213632"/>
              <a:gd name="connsiteY1" fmla="*/ 66675 h 389164"/>
              <a:gd name="connsiteX2" fmla="*/ 0 w 213632"/>
              <a:gd name="connsiteY2" fmla="*/ 389164 h 38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3632" h="389164">
                <a:moveTo>
                  <a:pt x="213632" y="0"/>
                </a:moveTo>
                <a:cubicBezTo>
                  <a:pt x="195375" y="907"/>
                  <a:pt x="177119" y="1814"/>
                  <a:pt x="141514" y="66675"/>
                </a:cubicBezTo>
                <a:cubicBezTo>
                  <a:pt x="105909" y="131536"/>
                  <a:pt x="52954" y="260350"/>
                  <a:pt x="0" y="38916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D55DAE9-196B-C5FE-BD9A-46A4EAA62792}"/>
              </a:ext>
            </a:extLst>
          </p:cNvPr>
          <p:cNvSpPr/>
          <p:nvPr/>
        </p:nvSpPr>
        <p:spPr>
          <a:xfrm>
            <a:off x="3043918" y="1659268"/>
            <a:ext cx="219075" cy="342343"/>
          </a:xfrm>
          <a:custGeom>
            <a:avLst/>
            <a:gdLst>
              <a:gd name="connsiteX0" fmla="*/ 219075 w 219075"/>
              <a:gd name="connsiteY0" fmla="*/ 3525 h 342343"/>
              <a:gd name="connsiteX1" fmla="*/ 121103 w 219075"/>
              <a:gd name="connsiteY1" fmla="*/ 48428 h 342343"/>
              <a:gd name="connsiteX2" fmla="*/ 0 w 219075"/>
              <a:gd name="connsiteY2" fmla="*/ 342343 h 34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075" h="342343">
                <a:moveTo>
                  <a:pt x="219075" y="3525"/>
                </a:moveTo>
                <a:cubicBezTo>
                  <a:pt x="188345" y="-2259"/>
                  <a:pt x="157615" y="-8042"/>
                  <a:pt x="121103" y="48428"/>
                </a:cubicBezTo>
                <a:cubicBezTo>
                  <a:pt x="84591" y="104898"/>
                  <a:pt x="42295" y="223620"/>
                  <a:pt x="0" y="34234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CE25DAE-18E0-3A0F-2139-37C2677B18E5}"/>
              </a:ext>
            </a:extLst>
          </p:cNvPr>
          <p:cNvSpPr/>
          <p:nvPr/>
        </p:nvSpPr>
        <p:spPr>
          <a:xfrm>
            <a:off x="2733675" y="2152650"/>
            <a:ext cx="78921" cy="4082"/>
          </a:xfrm>
          <a:custGeom>
            <a:avLst/>
            <a:gdLst>
              <a:gd name="connsiteX0" fmla="*/ 0 w 78921"/>
              <a:gd name="connsiteY0" fmla="*/ 4082 h 4082"/>
              <a:gd name="connsiteX1" fmla="*/ 78921 w 78921"/>
              <a:gd name="connsiteY1" fmla="*/ 0 h 4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921" h="4082">
                <a:moveTo>
                  <a:pt x="0" y="4082"/>
                </a:moveTo>
                <a:lnTo>
                  <a:pt x="78921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A24F96-0CE2-982F-C3A5-35119E088E66}"/>
              </a:ext>
            </a:extLst>
          </p:cNvPr>
          <p:cNvSpPr/>
          <p:nvPr/>
        </p:nvSpPr>
        <p:spPr>
          <a:xfrm>
            <a:off x="2737757" y="2239736"/>
            <a:ext cx="81643" cy="2721"/>
          </a:xfrm>
          <a:custGeom>
            <a:avLst/>
            <a:gdLst>
              <a:gd name="connsiteX0" fmla="*/ 0 w 81643"/>
              <a:gd name="connsiteY0" fmla="*/ 2721 h 2721"/>
              <a:gd name="connsiteX1" fmla="*/ 81643 w 81643"/>
              <a:gd name="connsiteY1" fmla="*/ 0 h 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643" h="2721">
                <a:moveTo>
                  <a:pt x="0" y="2721"/>
                </a:moveTo>
                <a:lnTo>
                  <a:pt x="81643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EFE0B3B-E745-D9B7-0E26-2C0FB2DDC59B}"/>
              </a:ext>
            </a:extLst>
          </p:cNvPr>
          <p:cNvSpPr/>
          <p:nvPr/>
        </p:nvSpPr>
        <p:spPr>
          <a:xfrm>
            <a:off x="2279294" y="2868067"/>
            <a:ext cx="982791" cy="45719"/>
          </a:xfrm>
          <a:custGeom>
            <a:avLst/>
            <a:gdLst>
              <a:gd name="connsiteX0" fmla="*/ 0 w 965200"/>
              <a:gd name="connsiteY0" fmla="*/ 21859 h 29116"/>
              <a:gd name="connsiteX1" fmla="*/ 468086 w 965200"/>
              <a:gd name="connsiteY1" fmla="*/ 87 h 29116"/>
              <a:gd name="connsiteX2" fmla="*/ 965200 w 965200"/>
              <a:gd name="connsiteY2" fmla="*/ 29116 h 29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5200" h="29116">
                <a:moveTo>
                  <a:pt x="0" y="21859"/>
                </a:moveTo>
                <a:cubicBezTo>
                  <a:pt x="153609" y="10368"/>
                  <a:pt x="307219" y="-1122"/>
                  <a:pt x="468086" y="87"/>
                </a:cubicBezTo>
                <a:cubicBezTo>
                  <a:pt x="628953" y="1296"/>
                  <a:pt x="797076" y="15206"/>
                  <a:pt x="965200" y="2911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98A4934-8149-1146-89FC-387C360F1D1F}"/>
              </a:ext>
            </a:extLst>
          </p:cNvPr>
          <p:cNvSpPr/>
          <p:nvPr/>
        </p:nvSpPr>
        <p:spPr>
          <a:xfrm>
            <a:off x="2264229" y="3000742"/>
            <a:ext cx="997857" cy="29115"/>
          </a:xfrm>
          <a:custGeom>
            <a:avLst/>
            <a:gdLst>
              <a:gd name="connsiteX0" fmla="*/ 0 w 997857"/>
              <a:gd name="connsiteY0" fmla="*/ 21858 h 29115"/>
              <a:gd name="connsiteX1" fmla="*/ 529771 w 997857"/>
              <a:gd name="connsiteY1" fmla="*/ 87 h 29115"/>
              <a:gd name="connsiteX2" fmla="*/ 997857 w 997857"/>
              <a:gd name="connsiteY2" fmla="*/ 29115 h 29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7857" h="29115">
                <a:moveTo>
                  <a:pt x="0" y="21858"/>
                </a:moveTo>
                <a:cubicBezTo>
                  <a:pt x="181731" y="10368"/>
                  <a:pt x="363462" y="-1122"/>
                  <a:pt x="529771" y="87"/>
                </a:cubicBezTo>
                <a:cubicBezTo>
                  <a:pt x="696080" y="1296"/>
                  <a:pt x="846968" y="15205"/>
                  <a:pt x="997857" y="2911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94CDB10-CE65-B54E-3BEA-F1D35D42AA9E}"/>
              </a:ext>
            </a:extLst>
          </p:cNvPr>
          <p:cNvSpPr/>
          <p:nvPr/>
        </p:nvSpPr>
        <p:spPr>
          <a:xfrm>
            <a:off x="2622096" y="2360839"/>
            <a:ext cx="101550" cy="500743"/>
          </a:xfrm>
          <a:custGeom>
            <a:avLst/>
            <a:gdLst>
              <a:gd name="connsiteX0" fmla="*/ 70758 w 101550"/>
              <a:gd name="connsiteY0" fmla="*/ 500743 h 500743"/>
              <a:gd name="connsiteX1" fmla="*/ 97972 w 101550"/>
              <a:gd name="connsiteY1" fmla="*/ 321129 h 500743"/>
              <a:gd name="connsiteX2" fmla="*/ 0 w 101550"/>
              <a:gd name="connsiteY2" fmla="*/ 0 h 50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550" h="500743">
                <a:moveTo>
                  <a:pt x="70758" y="500743"/>
                </a:moveTo>
                <a:cubicBezTo>
                  <a:pt x="90261" y="452664"/>
                  <a:pt x="109765" y="404586"/>
                  <a:pt x="97972" y="321129"/>
                </a:cubicBezTo>
                <a:cubicBezTo>
                  <a:pt x="86179" y="237672"/>
                  <a:pt x="43089" y="118836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21B3670-8683-C0D0-F189-B03732490D40}"/>
              </a:ext>
            </a:extLst>
          </p:cNvPr>
          <p:cNvSpPr/>
          <p:nvPr/>
        </p:nvSpPr>
        <p:spPr>
          <a:xfrm>
            <a:off x="2864807" y="2343150"/>
            <a:ext cx="101550" cy="530679"/>
          </a:xfrm>
          <a:custGeom>
            <a:avLst/>
            <a:gdLst>
              <a:gd name="connsiteX0" fmla="*/ 61945 w 128620"/>
              <a:gd name="connsiteY0" fmla="*/ 530679 h 530679"/>
              <a:gd name="connsiteX1" fmla="*/ 2074 w 128620"/>
              <a:gd name="connsiteY1" fmla="*/ 348343 h 530679"/>
              <a:gd name="connsiteX2" fmla="*/ 128620 w 128620"/>
              <a:gd name="connsiteY2" fmla="*/ 0 h 530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620" h="530679">
                <a:moveTo>
                  <a:pt x="61945" y="530679"/>
                </a:moveTo>
                <a:cubicBezTo>
                  <a:pt x="26453" y="483734"/>
                  <a:pt x="-9039" y="436790"/>
                  <a:pt x="2074" y="348343"/>
                </a:cubicBezTo>
                <a:cubicBezTo>
                  <a:pt x="13187" y="259896"/>
                  <a:pt x="70903" y="129948"/>
                  <a:pt x="12862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22D597-AF9B-B208-F0AC-1971EB3D0B2D}"/>
              </a:ext>
            </a:extLst>
          </p:cNvPr>
          <p:cNvSpPr/>
          <p:nvPr/>
        </p:nvSpPr>
        <p:spPr>
          <a:xfrm>
            <a:off x="2273754" y="2888796"/>
            <a:ext cx="4082" cy="130629"/>
          </a:xfrm>
          <a:custGeom>
            <a:avLst/>
            <a:gdLst>
              <a:gd name="connsiteX0" fmla="*/ 4082 w 4082"/>
              <a:gd name="connsiteY0" fmla="*/ 0 h 130629"/>
              <a:gd name="connsiteX1" fmla="*/ 0 w 4082"/>
              <a:gd name="connsiteY1" fmla="*/ 130629 h 130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82" h="130629">
                <a:moveTo>
                  <a:pt x="4082" y="0"/>
                </a:moveTo>
                <a:lnTo>
                  <a:pt x="0" y="13062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201A1A5-EEA8-5C6F-84C0-90DAD8DA42FF}"/>
              </a:ext>
            </a:extLst>
          </p:cNvPr>
          <p:cNvSpPr/>
          <p:nvPr/>
        </p:nvSpPr>
        <p:spPr>
          <a:xfrm>
            <a:off x="3249386" y="2914650"/>
            <a:ext cx="1360" cy="115661"/>
          </a:xfrm>
          <a:custGeom>
            <a:avLst/>
            <a:gdLst>
              <a:gd name="connsiteX0" fmla="*/ 0 w 1360"/>
              <a:gd name="connsiteY0" fmla="*/ 0 h 115661"/>
              <a:gd name="connsiteX1" fmla="*/ 1360 w 1360"/>
              <a:gd name="connsiteY1" fmla="*/ 115661 h 115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60" h="115661">
                <a:moveTo>
                  <a:pt x="0" y="0"/>
                </a:moveTo>
                <a:cubicBezTo>
                  <a:pt x="453" y="38554"/>
                  <a:pt x="906" y="77107"/>
                  <a:pt x="1360" y="11566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BD3A284-D16A-C74F-C890-D28FD20B69DB}"/>
                  </a:ext>
                </a:extLst>
              </p14:cNvPr>
              <p14:cNvContentPartPr/>
              <p14:nvPr/>
            </p14:nvContentPartPr>
            <p14:xfrm>
              <a:off x="4470194" y="2819326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BD3A284-D16A-C74F-C890-D28FD20B69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61194" y="281032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CAD444C-F9E6-2C4B-9EE9-7D961045CD05}"/>
                  </a:ext>
                </a:extLst>
              </p14:cNvPr>
              <p14:cNvContentPartPr/>
              <p14:nvPr/>
            </p14:nvContentPartPr>
            <p14:xfrm>
              <a:off x="2285606" y="2898579"/>
              <a:ext cx="973440" cy="115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CAD444C-F9E6-2C4B-9EE9-7D961045CD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76609" y="2889579"/>
                <a:ext cx="991073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8EC1F03-B2CC-0529-023C-084579EC5C8B}"/>
                  </a:ext>
                </a:extLst>
              </p14:cNvPr>
              <p14:cNvContentPartPr/>
              <p14:nvPr/>
            </p14:nvContentPartPr>
            <p14:xfrm>
              <a:off x="2285966" y="2886699"/>
              <a:ext cx="828720" cy="316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8EC1F03-B2CC-0529-023C-084579EC5C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76966" y="2877596"/>
                <a:ext cx="846360" cy="495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9B7A391-3A56-94E2-BECC-AD7496272085}"/>
                  </a:ext>
                </a:extLst>
              </p14:cNvPr>
              <p14:cNvContentPartPr/>
              <p14:nvPr/>
            </p14:nvContentPartPr>
            <p14:xfrm>
              <a:off x="2291366" y="2986059"/>
              <a:ext cx="929880" cy="30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9B7A391-3A56-94E2-BECC-AD749627208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82366" y="2977059"/>
                <a:ext cx="9475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4E90931-26A7-E4A8-8CA1-8F5B4CA96267}"/>
                  </a:ext>
                </a:extLst>
              </p14:cNvPr>
              <p14:cNvContentPartPr/>
              <p14:nvPr/>
            </p14:nvContentPartPr>
            <p14:xfrm>
              <a:off x="2353646" y="2919459"/>
              <a:ext cx="789840" cy="824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4E90931-26A7-E4A8-8CA1-8F5B4CA9626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44646" y="2910459"/>
                <a:ext cx="8074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000EAC0-A556-946F-6D8F-393024808DB8}"/>
                  </a:ext>
                </a:extLst>
              </p14:cNvPr>
              <p14:cNvContentPartPr/>
              <p14:nvPr/>
            </p14:nvContentPartPr>
            <p14:xfrm>
              <a:off x="2473526" y="2884179"/>
              <a:ext cx="585000" cy="352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000EAC0-A556-946F-6D8F-393024808DB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64526" y="2875179"/>
                <a:ext cx="6026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BAF8858-6F48-189E-F1E2-3E5982BEF49B}"/>
                  </a:ext>
                </a:extLst>
              </p14:cNvPr>
              <p14:cNvContentPartPr/>
              <p14:nvPr/>
            </p14:nvContentPartPr>
            <p14:xfrm>
              <a:off x="2261126" y="1640649"/>
              <a:ext cx="327960" cy="3621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BAF8858-6F48-189E-F1E2-3E5982BEF49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52126" y="1631649"/>
                <a:ext cx="34560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AA81AC0-84E6-851B-7069-6E0DEF2E2B7C}"/>
                  </a:ext>
                </a:extLst>
              </p14:cNvPr>
              <p14:cNvContentPartPr/>
              <p14:nvPr/>
            </p14:nvContentPartPr>
            <p14:xfrm>
              <a:off x="2956646" y="1989129"/>
              <a:ext cx="78120" cy="8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AA81AC0-84E6-851B-7069-6E0DEF2E2B7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47646" y="1979738"/>
                <a:ext cx="95760" cy="270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A2C9251-FCC6-7BFC-3DD0-8DF642385461}"/>
                  </a:ext>
                </a:extLst>
              </p14:cNvPr>
              <p14:cNvContentPartPr/>
              <p14:nvPr/>
            </p14:nvContentPartPr>
            <p14:xfrm>
              <a:off x="3013886" y="1631289"/>
              <a:ext cx="132120" cy="2271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A2C9251-FCC6-7BFC-3DD0-8DF64238546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04886" y="1622289"/>
                <a:ext cx="1497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00AD8B7-34AA-2656-8C1A-CA0C7FACF527}"/>
                  </a:ext>
                </a:extLst>
              </p14:cNvPr>
              <p14:cNvContentPartPr/>
              <p14:nvPr/>
            </p14:nvContentPartPr>
            <p14:xfrm>
              <a:off x="3159326" y="1615449"/>
              <a:ext cx="94320" cy="432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00AD8B7-34AA-2656-8C1A-CA0C7FACF52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50326" y="1606449"/>
                <a:ext cx="111960" cy="60840"/>
              </a:xfrm>
              <a:prstGeom prst="rect">
                <a:avLst/>
              </a:prstGeom>
            </p:spPr>
          </p:pic>
        </mc:Fallback>
      </mc:AlternateContent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2253FF4-960B-4C6E-12ED-5131BF70AAEB}"/>
              </a:ext>
            </a:extLst>
          </p:cNvPr>
          <p:cNvSpPr/>
          <p:nvPr/>
        </p:nvSpPr>
        <p:spPr>
          <a:xfrm>
            <a:off x="2696936" y="2349954"/>
            <a:ext cx="153760" cy="182362"/>
          </a:xfrm>
          <a:custGeom>
            <a:avLst/>
            <a:gdLst>
              <a:gd name="connsiteX0" fmla="*/ 0 w 153760"/>
              <a:gd name="connsiteY0" fmla="*/ 10885 h 182362"/>
              <a:gd name="connsiteX1" fmla="*/ 78921 w 153760"/>
              <a:gd name="connsiteY1" fmla="*/ 182335 h 182362"/>
              <a:gd name="connsiteX2" fmla="*/ 153760 w 153760"/>
              <a:gd name="connsiteY2" fmla="*/ 0 h 18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3760" h="182362">
                <a:moveTo>
                  <a:pt x="0" y="10885"/>
                </a:moveTo>
                <a:cubicBezTo>
                  <a:pt x="26647" y="97517"/>
                  <a:pt x="53294" y="184149"/>
                  <a:pt x="78921" y="182335"/>
                </a:cubicBezTo>
                <a:cubicBezTo>
                  <a:pt x="104548" y="180521"/>
                  <a:pt x="129154" y="90260"/>
                  <a:pt x="15376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E5F5FA6A-8EF5-3CBF-4736-E4FF76E12772}"/>
                  </a:ext>
                </a:extLst>
              </p14:cNvPr>
              <p14:cNvContentPartPr/>
              <p14:nvPr/>
            </p14:nvContentPartPr>
            <p14:xfrm>
              <a:off x="2774126" y="2464689"/>
              <a:ext cx="93600" cy="2912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E5F5FA6A-8EF5-3CBF-4736-E4FF76E1277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65126" y="2455689"/>
                <a:ext cx="11124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28DCC738-F096-0F41-EE10-06F926F3EBE8}"/>
                  </a:ext>
                </a:extLst>
              </p14:cNvPr>
              <p14:cNvContentPartPr/>
              <p14:nvPr/>
            </p14:nvContentPartPr>
            <p14:xfrm>
              <a:off x="2657126" y="2421849"/>
              <a:ext cx="94320" cy="2520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28DCC738-F096-0F41-EE10-06F926F3EBE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648126" y="2412862"/>
                <a:ext cx="111960" cy="269615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D349D77-085B-CFE4-BD33-1E746AF64834}"/>
              </a:ext>
            </a:extLst>
          </p:cNvPr>
          <p:cNvGrpSpPr/>
          <p:nvPr/>
        </p:nvGrpSpPr>
        <p:grpSpPr>
          <a:xfrm>
            <a:off x="3005606" y="1617609"/>
            <a:ext cx="237240" cy="359640"/>
            <a:chOff x="3005606" y="1617609"/>
            <a:chExt cx="23724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91A0731-397C-F64E-FC7A-6EF8C8CECD6E}"/>
                    </a:ext>
                  </a:extLst>
                </p14:cNvPr>
                <p14:cNvContentPartPr/>
                <p14:nvPr/>
              </p14:nvContentPartPr>
              <p14:xfrm>
                <a:off x="3071126" y="1653249"/>
                <a:ext cx="106200" cy="246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91A0731-397C-F64E-FC7A-6EF8C8CECD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62126" y="1644249"/>
                  <a:ext cx="1238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85B838D-3F3C-50DB-141B-25996CD13FF4}"/>
                    </a:ext>
                  </a:extLst>
                </p14:cNvPr>
                <p14:cNvContentPartPr/>
                <p14:nvPr/>
              </p14:nvContentPartPr>
              <p14:xfrm>
                <a:off x="3062486" y="1648929"/>
                <a:ext cx="83520" cy="235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85B838D-3F3C-50DB-141B-25996CD13FF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53486" y="1639943"/>
                  <a:ext cx="101160" cy="2534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E2AEF69-34F4-4436-BF7E-3F2E1C76A242}"/>
                    </a:ext>
                  </a:extLst>
                </p14:cNvPr>
                <p14:cNvContentPartPr/>
                <p14:nvPr/>
              </p14:nvContentPartPr>
              <p14:xfrm>
                <a:off x="3026126" y="1635969"/>
                <a:ext cx="192600" cy="213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E2AEF69-34F4-4436-BF7E-3F2E1C76A24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17126" y="1626969"/>
                  <a:ext cx="2102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2AF4726-A444-ACAF-0A0B-595CE7E0ED7F}"/>
                    </a:ext>
                  </a:extLst>
                </p14:cNvPr>
                <p14:cNvContentPartPr/>
                <p14:nvPr/>
              </p14:nvContentPartPr>
              <p14:xfrm>
                <a:off x="3039806" y="1976889"/>
                <a:ext cx="360" cy="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2AF4726-A444-ACAF-0A0B-595CE7E0ED7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30806" y="196788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F3E2A8-F13D-96D5-13DE-A9606375A244}"/>
                    </a:ext>
                  </a:extLst>
                </p14:cNvPr>
                <p14:cNvContentPartPr/>
                <p14:nvPr/>
              </p14:nvContentPartPr>
              <p14:xfrm>
                <a:off x="3242486" y="1655769"/>
                <a:ext cx="360" cy="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F3E2A8-F13D-96D5-13DE-A9606375A2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33486" y="164676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D6D7166-07E0-D570-CB34-71D031667D65}"/>
                    </a:ext>
                  </a:extLst>
                </p14:cNvPr>
                <p14:cNvContentPartPr/>
                <p14:nvPr/>
              </p14:nvContentPartPr>
              <p14:xfrm>
                <a:off x="3152486" y="1617609"/>
                <a:ext cx="360" cy="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D6D7166-07E0-D570-CB34-71D031667D6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43486" y="160860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285AA02-B134-39C0-913B-574EC17F3A8D}"/>
                    </a:ext>
                  </a:extLst>
                </p14:cNvPr>
                <p14:cNvContentPartPr/>
                <p14:nvPr/>
              </p14:nvContentPartPr>
              <p14:xfrm>
                <a:off x="3124046" y="1634169"/>
                <a:ext cx="360" cy="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285AA02-B134-39C0-913B-574EC17F3A8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15046" y="162516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AC2C126-60F8-A745-8025-4A0EA42E3332}"/>
                    </a:ext>
                  </a:extLst>
                </p14:cNvPr>
                <p14:cNvContentPartPr/>
                <p14:nvPr/>
              </p14:nvContentPartPr>
              <p14:xfrm>
                <a:off x="3005606" y="1865289"/>
                <a:ext cx="360" cy="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AC2C126-60F8-A745-8025-4A0EA42E333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96606" y="185628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353CABA-15BD-6452-E55F-33F5A6A2FA7C}"/>
                    </a:ext>
                  </a:extLst>
                </p14:cNvPr>
                <p14:cNvContentPartPr/>
                <p14:nvPr/>
              </p14:nvContentPartPr>
              <p14:xfrm>
                <a:off x="3024686" y="1869609"/>
                <a:ext cx="360" cy="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353CABA-15BD-6452-E55F-33F5A6A2FA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15686" y="186060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7DDC6B96-1372-7D46-A5DC-5EFF1CF6C9D7}"/>
                  </a:ext>
                </a:extLst>
              </p14:cNvPr>
              <p14:cNvContentPartPr/>
              <p14:nvPr/>
            </p14:nvContentPartPr>
            <p14:xfrm>
              <a:off x="2617937" y="2366250"/>
              <a:ext cx="360" cy="3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7DDC6B96-1372-7D46-A5DC-5EFF1CF6C9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08937" y="235725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10FD0480-C0D2-F074-FADE-3C7113BA94A7}"/>
                  </a:ext>
                </a:extLst>
              </p14:cNvPr>
              <p14:cNvContentPartPr/>
              <p14:nvPr/>
            </p14:nvContentPartPr>
            <p14:xfrm>
              <a:off x="2616497" y="2371650"/>
              <a:ext cx="135360" cy="3441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10FD0480-C0D2-F074-FADE-3C7113BA94A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602097" y="2357250"/>
                <a:ext cx="163440" cy="37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E60A9BC0-3B7A-E07B-A773-673D23505A9B}"/>
              </a:ext>
            </a:extLst>
          </p:cNvPr>
          <p:cNvGrpSpPr/>
          <p:nvPr/>
        </p:nvGrpSpPr>
        <p:grpSpPr>
          <a:xfrm>
            <a:off x="2304686" y="2355090"/>
            <a:ext cx="911520" cy="599289"/>
            <a:chOff x="2304686" y="2355090"/>
            <a:chExt cx="911520" cy="59928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C5EE15D-C973-C8EF-D46D-95986B2183B8}"/>
                    </a:ext>
                  </a:extLst>
                </p14:cNvPr>
                <p14:cNvContentPartPr/>
                <p14:nvPr/>
              </p14:nvContentPartPr>
              <p14:xfrm>
                <a:off x="2306126" y="2898219"/>
                <a:ext cx="910080" cy="45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C5EE15D-C973-C8EF-D46D-95986B2183B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297126" y="2889219"/>
                  <a:ext cx="9277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FB26DE5-AE6E-6D21-6A2A-593213522414}"/>
                    </a:ext>
                  </a:extLst>
                </p14:cNvPr>
                <p14:cNvContentPartPr/>
                <p14:nvPr/>
              </p14:nvContentPartPr>
              <p14:xfrm>
                <a:off x="2304686" y="2930979"/>
                <a:ext cx="101160" cy="23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FB26DE5-AE6E-6D21-6A2A-59321352241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295686" y="2921979"/>
                  <a:ext cx="118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E9B1C04-CFC3-F2E1-3047-FB2694CD7E11}"/>
                    </a:ext>
                  </a:extLst>
                </p14:cNvPr>
                <p14:cNvContentPartPr/>
                <p14:nvPr/>
              </p14:nvContentPartPr>
              <p14:xfrm>
                <a:off x="2757926" y="2854569"/>
                <a:ext cx="360" cy="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E9B1C04-CFC3-F2E1-3047-FB2694CD7E1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1926" y="28185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50886B6-9942-70F3-B7ED-EF8C7D2DC258}"/>
                    </a:ext>
                  </a:extLst>
                </p14:cNvPr>
                <p14:cNvContentPartPr/>
                <p14:nvPr/>
              </p14:nvContentPartPr>
              <p14:xfrm>
                <a:off x="2827406" y="2861409"/>
                <a:ext cx="360" cy="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50886B6-9942-70F3-B7ED-EF8C7D2DC25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91406" y="282540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4009434-BE0A-F7A2-F99B-7357EA5CBF27}"/>
                    </a:ext>
                  </a:extLst>
                </p14:cNvPr>
                <p14:cNvContentPartPr/>
                <p14:nvPr/>
              </p14:nvContentPartPr>
              <p14:xfrm>
                <a:off x="2794646" y="2791929"/>
                <a:ext cx="360" cy="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4009434-BE0A-F7A2-F99B-7357EA5CBF2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8646" y="275592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E58EA6B-23AA-87F8-F325-68A5782AA123}"/>
                    </a:ext>
                  </a:extLst>
                </p14:cNvPr>
                <p14:cNvContentPartPr/>
                <p14:nvPr/>
              </p14:nvContentPartPr>
              <p14:xfrm>
                <a:off x="2790686" y="2721369"/>
                <a:ext cx="360" cy="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E58EA6B-23AA-87F8-F325-68A5782AA12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4686" y="2685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A40D7B5-8561-D948-5186-823B6698E7B8}"/>
                    </a:ext>
                  </a:extLst>
                </p14:cNvPr>
                <p14:cNvContentPartPr/>
                <p14:nvPr/>
              </p14:nvContentPartPr>
              <p14:xfrm>
                <a:off x="2787806" y="2649009"/>
                <a:ext cx="360" cy="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A40D7B5-8561-D948-5186-823B6698E7B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1806" y="261300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57984F2-2D1C-FCD5-C4D9-AA5EAACD3B5E}"/>
                    </a:ext>
                  </a:extLst>
                </p14:cNvPr>
                <p14:cNvContentPartPr/>
                <p14:nvPr/>
              </p14:nvContentPartPr>
              <p14:xfrm>
                <a:off x="2786366" y="2589249"/>
                <a:ext cx="360" cy="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57984F2-2D1C-FCD5-C4D9-AA5EAACD3B5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50366" y="25532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33B590A-7C27-9B8B-8CE6-BC980093EA5D}"/>
                    </a:ext>
                  </a:extLst>
                </p14:cNvPr>
                <p14:cNvContentPartPr/>
                <p14:nvPr/>
              </p14:nvContentPartPr>
              <p14:xfrm>
                <a:off x="2838206" y="2545689"/>
                <a:ext cx="360" cy="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33B590A-7C27-9B8B-8CE6-BC980093EA5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02206" y="25096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68570A3-53D9-5E00-8BAD-965002894036}"/>
                    </a:ext>
                  </a:extLst>
                </p14:cNvPr>
                <p14:cNvContentPartPr/>
                <p14:nvPr/>
              </p14:nvContentPartPr>
              <p14:xfrm>
                <a:off x="2855846" y="2514369"/>
                <a:ext cx="360" cy="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68570A3-53D9-5E00-8BAD-96500289403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19846" y="2478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7FC8267-E2B0-6864-BCE9-7F766F11A18B}"/>
                    </a:ext>
                  </a:extLst>
                </p14:cNvPr>
                <p14:cNvContentPartPr/>
                <p14:nvPr/>
              </p14:nvContentPartPr>
              <p14:xfrm>
                <a:off x="2729486" y="2540289"/>
                <a:ext cx="360" cy="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7FC8267-E2B0-6864-BCE9-7F766F11A1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93486" y="25042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5DB9B4A-3FF5-EA43-4673-FD99E5086552}"/>
                    </a:ext>
                  </a:extLst>
                </p14:cNvPr>
                <p14:cNvContentPartPr/>
                <p14:nvPr/>
              </p14:nvContentPartPr>
              <p14:xfrm>
                <a:off x="2763326" y="2604369"/>
                <a:ext cx="360" cy="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5DB9B4A-3FF5-EA43-4673-FD99E508655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7326" y="2568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3CFD10D-E059-5A0D-CB57-A849F1CFB659}"/>
                    </a:ext>
                  </a:extLst>
                </p14:cNvPr>
                <p14:cNvContentPartPr/>
                <p14:nvPr/>
              </p14:nvContentPartPr>
              <p14:xfrm>
                <a:off x="2768726" y="2651889"/>
                <a:ext cx="360" cy="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3CFD10D-E059-5A0D-CB57-A849F1CFB65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2726" y="2615889"/>
                  <a:ext cx="72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2CAA81A-07E2-15C5-D39A-9C22CBC0B9DE}"/>
                    </a:ext>
                  </a:extLst>
                </p14:cNvPr>
                <p14:cNvContentPartPr/>
                <p14:nvPr/>
              </p14:nvContentPartPr>
              <p14:xfrm>
                <a:off x="2773046" y="2691489"/>
                <a:ext cx="360" cy="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2CAA81A-07E2-15C5-D39A-9C22CBC0B9D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7046" y="26554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92CBB15-7FB4-2CCD-9962-279CACFC3F3F}"/>
                    </a:ext>
                  </a:extLst>
                </p14:cNvPr>
                <p14:cNvContentPartPr/>
                <p14:nvPr/>
              </p14:nvContentPartPr>
              <p14:xfrm>
                <a:off x="2773046" y="2729289"/>
                <a:ext cx="360" cy="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92CBB15-7FB4-2CCD-9962-279CACFC3F3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7046" y="26932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2530D5A-1BEA-A685-B158-A00BB8E0EDA0}"/>
                    </a:ext>
                  </a:extLst>
                </p14:cNvPr>
                <p14:cNvContentPartPr/>
                <p14:nvPr/>
              </p14:nvContentPartPr>
              <p14:xfrm>
                <a:off x="2777006" y="2777169"/>
                <a:ext cx="360" cy="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2530D5A-1BEA-A685-B158-A00BB8E0EDA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41006" y="27411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6E5F4F5-5F23-EE63-A56D-5A93960454F2}"/>
                    </a:ext>
                  </a:extLst>
                </p14:cNvPr>
                <p14:cNvContentPartPr/>
                <p14:nvPr/>
              </p14:nvContentPartPr>
              <p14:xfrm>
                <a:off x="2773046" y="2804169"/>
                <a:ext cx="360" cy="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6E5F4F5-5F23-EE63-A56D-5A93960454F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37046" y="27681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01768E5-C927-E883-920A-83B2FC92BF44}"/>
                    </a:ext>
                  </a:extLst>
                </p14:cNvPr>
                <p14:cNvContentPartPr/>
                <p14:nvPr/>
              </p14:nvContentPartPr>
              <p14:xfrm>
                <a:off x="2760806" y="2819289"/>
                <a:ext cx="360" cy="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01768E5-C927-E883-920A-83B2FC92BF4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4806" y="27832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492F1FD-FD80-B588-65EB-5F95CCB19171}"/>
                    </a:ext>
                  </a:extLst>
                </p14:cNvPr>
                <p14:cNvContentPartPr/>
                <p14:nvPr/>
              </p14:nvContentPartPr>
              <p14:xfrm>
                <a:off x="2741726" y="2852049"/>
                <a:ext cx="360" cy="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492F1FD-FD80-B588-65EB-5F95CCB1917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05726" y="28160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F4EB4CA-6CF1-E823-7852-3E1E21E76783}"/>
                    </a:ext>
                  </a:extLst>
                </p14:cNvPr>
                <p14:cNvContentPartPr/>
                <p14:nvPr/>
              </p14:nvContentPartPr>
              <p14:xfrm>
                <a:off x="2764766" y="2771769"/>
                <a:ext cx="360" cy="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F4EB4CA-6CF1-E823-7852-3E1E21E7678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28766" y="27357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4328ED8-02E7-1F50-4D17-651F9218D841}"/>
                    </a:ext>
                  </a:extLst>
                </p14:cNvPr>
                <p14:cNvContentPartPr/>
                <p14:nvPr/>
              </p14:nvContentPartPr>
              <p14:xfrm>
                <a:off x="2853326" y="2873649"/>
                <a:ext cx="360" cy="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4328ED8-02E7-1F50-4D17-651F9218D84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17326" y="28376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83B0FDA-9092-B3B9-E213-4E2F97D754A2}"/>
                    </a:ext>
                  </a:extLst>
                </p14:cNvPr>
                <p14:cNvContentPartPr/>
                <p14:nvPr/>
              </p14:nvContentPartPr>
              <p14:xfrm>
                <a:off x="2836766" y="2840889"/>
                <a:ext cx="360" cy="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83B0FDA-9092-B3B9-E213-4E2F97D754A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00766" y="28048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37DE2D3-67FC-31E1-326C-19D0D22475D0}"/>
                    </a:ext>
                  </a:extLst>
                </p14:cNvPr>
                <p14:cNvContentPartPr/>
                <p14:nvPr/>
              </p14:nvContentPartPr>
              <p14:xfrm>
                <a:off x="2828846" y="2805609"/>
                <a:ext cx="360" cy="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37DE2D3-67FC-31E1-326C-19D0D22475D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92846" y="276960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DCF6080-FD41-ACF1-2C1C-13531AC4BE14}"/>
                    </a:ext>
                  </a:extLst>
                </p14:cNvPr>
                <p14:cNvContentPartPr/>
                <p14:nvPr/>
              </p14:nvContentPartPr>
              <p14:xfrm>
                <a:off x="2810846" y="2759529"/>
                <a:ext cx="360" cy="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DCF6080-FD41-ACF1-2C1C-13531AC4BE1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74846" y="272352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F4DCD65-07DA-4663-55EB-9CFDD74AF0F0}"/>
                    </a:ext>
                  </a:extLst>
                </p14:cNvPr>
                <p14:cNvContentPartPr/>
                <p14:nvPr/>
              </p14:nvContentPartPr>
              <p14:xfrm>
                <a:off x="2812286" y="2718489"/>
                <a:ext cx="360" cy="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F4DCD65-07DA-4663-55EB-9CFDD74AF0F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76286" y="268248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E3EBC41-8223-97EF-FD25-A7FB172C9AE9}"/>
                    </a:ext>
                  </a:extLst>
                </p14:cNvPr>
                <p14:cNvContentPartPr/>
                <p14:nvPr/>
              </p14:nvContentPartPr>
              <p14:xfrm>
                <a:off x="2813726" y="2676369"/>
                <a:ext cx="360" cy="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E3EBC41-8223-97EF-FD25-A7FB172C9AE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77726" y="264036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6A2F3EE-1022-C728-31FD-45CD8DB681EE}"/>
                    </a:ext>
                  </a:extLst>
                </p14:cNvPr>
                <p14:cNvContentPartPr/>
                <p14:nvPr/>
              </p14:nvContentPartPr>
              <p14:xfrm>
                <a:off x="2822006" y="2623449"/>
                <a:ext cx="360" cy="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6A2F3EE-1022-C728-31FD-45CD8DB681E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86006" y="25874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5909BD1-E6A0-6BCF-F7A1-71252655A790}"/>
                    </a:ext>
                  </a:extLst>
                </p14:cNvPr>
                <p14:cNvContentPartPr/>
                <p14:nvPr/>
              </p14:nvContentPartPr>
              <p14:xfrm>
                <a:off x="2823086" y="2366049"/>
                <a:ext cx="77040" cy="422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5909BD1-E6A0-6BCF-F7A1-71252655A79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814086" y="2357049"/>
                  <a:ext cx="9468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C412460-C200-79FB-A03F-607A797F8B14}"/>
                    </a:ext>
                  </a:extLst>
                </p14:cNvPr>
                <p14:cNvContentPartPr/>
                <p14:nvPr/>
              </p14:nvContentPartPr>
              <p14:xfrm>
                <a:off x="2887166" y="2363529"/>
                <a:ext cx="360" cy="3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C412460-C200-79FB-A03F-607A797F8B1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78166" y="235452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856CFE7-C085-D845-93F5-8F515A053FAB}"/>
                    </a:ext>
                  </a:extLst>
                </p14:cNvPr>
                <p14:cNvContentPartPr/>
                <p14:nvPr/>
              </p14:nvContentPartPr>
              <p14:xfrm>
                <a:off x="2869526" y="2362089"/>
                <a:ext cx="360" cy="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856CFE7-C085-D845-93F5-8F515A053FA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60526" y="235308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F3B04CD-E94D-F9E5-6893-5CFB6ED841C4}"/>
                    </a:ext>
                  </a:extLst>
                </p14:cNvPr>
                <p14:cNvContentPartPr/>
                <p14:nvPr/>
              </p14:nvContentPartPr>
              <p14:xfrm>
                <a:off x="2862686" y="2360649"/>
                <a:ext cx="30240" cy="3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F3B04CD-E94D-F9E5-6893-5CFB6ED841C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853686" y="2350524"/>
                  <a:ext cx="47880" cy="230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7B52B95-801D-A9FE-EC42-987F573A426D}"/>
                    </a:ext>
                  </a:extLst>
                </p14:cNvPr>
                <p14:cNvContentPartPr/>
                <p14:nvPr/>
              </p14:nvContentPartPr>
              <p14:xfrm>
                <a:off x="2651726" y="2381169"/>
                <a:ext cx="90360" cy="271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7B52B95-801D-A9FE-EC42-987F573A426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642726" y="2372169"/>
                  <a:ext cx="1080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8FB0393-9152-8A50-081A-DAA167DE4454}"/>
                    </a:ext>
                  </a:extLst>
                </p14:cNvPr>
                <p14:cNvContentPartPr/>
                <p14:nvPr/>
              </p14:nvContentPartPr>
              <p14:xfrm>
                <a:off x="2674766" y="2375769"/>
                <a:ext cx="54360" cy="138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8FB0393-9152-8A50-081A-DAA167DE445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665766" y="2366769"/>
                  <a:ext cx="720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E6D42B4-3162-F5E1-202D-5B9103331415}"/>
                    </a:ext>
                  </a:extLst>
                </p14:cNvPr>
                <p14:cNvContentPartPr/>
                <p14:nvPr/>
              </p14:nvContentPartPr>
              <p14:xfrm>
                <a:off x="2613977" y="2367330"/>
                <a:ext cx="64080" cy="172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E6D42B4-3162-F5E1-202D-5B910333141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604977" y="2358330"/>
                  <a:ext cx="81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3295C9E-9799-4F95-301D-391617EB2980}"/>
                    </a:ext>
                  </a:extLst>
                </p14:cNvPr>
                <p14:cNvContentPartPr/>
                <p14:nvPr/>
              </p14:nvContentPartPr>
              <p14:xfrm>
                <a:off x="2592017" y="2355090"/>
                <a:ext cx="360" cy="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3295C9E-9799-4F95-301D-391617EB298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83017" y="23460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F9E0C3C-3D6F-B5DC-44D8-15AE9F0D0930}"/>
                    </a:ext>
                  </a:extLst>
                </p14:cNvPr>
                <p14:cNvContentPartPr/>
                <p14:nvPr/>
              </p14:nvContentPartPr>
              <p14:xfrm>
                <a:off x="2570057" y="2355090"/>
                <a:ext cx="360" cy="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F9E0C3C-3D6F-B5DC-44D8-15AE9F0D09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61057" y="23460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48A7B89-5BC8-00C3-E33F-D91F6322E1E9}"/>
                    </a:ext>
                  </a:extLst>
                </p14:cNvPr>
                <p14:cNvContentPartPr/>
                <p14:nvPr/>
              </p14:nvContentPartPr>
              <p14:xfrm>
                <a:off x="2592017" y="2359410"/>
                <a:ext cx="360" cy="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48A7B89-5BC8-00C3-E33F-D91F6322E1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83017" y="23504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8F46081-FE64-BC66-E8A4-C76231396F94}"/>
                    </a:ext>
                  </a:extLst>
                </p14:cNvPr>
                <p14:cNvContentPartPr/>
                <p14:nvPr/>
              </p14:nvContentPartPr>
              <p14:xfrm>
                <a:off x="2615417" y="2367330"/>
                <a:ext cx="133200" cy="2584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8F46081-FE64-BC66-E8A4-C76231396F9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06417" y="2358330"/>
                  <a:ext cx="150840" cy="276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43B66FAE-20C0-14D4-C398-EA06CC9F6ED1}"/>
              </a:ext>
            </a:extLst>
          </p:cNvPr>
          <p:cNvSpPr/>
          <p:nvPr/>
        </p:nvSpPr>
        <p:spPr>
          <a:xfrm>
            <a:off x="2801163" y="2004617"/>
            <a:ext cx="315478" cy="3437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6193E9C-D449-D644-2681-A5094C73D911}"/>
              </a:ext>
            </a:extLst>
          </p:cNvPr>
          <p:cNvGrpSpPr/>
          <p:nvPr/>
        </p:nvGrpSpPr>
        <p:grpSpPr>
          <a:xfrm>
            <a:off x="2743031" y="2164761"/>
            <a:ext cx="41040" cy="68400"/>
            <a:chOff x="2743031" y="2164761"/>
            <a:chExt cx="41040" cy="6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1D77D34-6A65-BAAE-460E-EEF6E9BD048A}"/>
                    </a:ext>
                  </a:extLst>
                </p14:cNvPr>
                <p14:cNvContentPartPr/>
                <p14:nvPr/>
              </p14:nvContentPartPr>
              <p14:xfrm>
                <a:off x="2743031" y="2168361"/>
                <a:ext cx="12960" cy="57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1D77D34-6A65-BAAE-460E-EEF6E9BD048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34031" y="2159361"/>
                  <a:ext cx="30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D5521B0-EB36-CEFE-C9ED-2E4F62539D0A}"/>
                    </a:ext>
                  </a:extLst>
                </p14:cNvPr>
                <p14:cNvContentPartPr/>
                <p14:nvPr/>
              </p14:nvContentPartPr>
              <p14:xfrm>
                <a:off x="2770031" y="2170161"/>
                <a:ext cx="4680" cy="54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D5521B0-EB36-CEFE-C9ED-2E4F62539D0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61031" y="2161161"/>
                  <a:ext cx="22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40749AB-9923-38B1-6FCE-E353AD7624FB}"/>
                    </a:ext>
                  </a:extLst>
                </p14:cNvPr>
                <p14:cNvContentPartPr/>
                <p14:nvPr/>
              </p14:nvContentPartPr>
              <p14:xfrm>
                <a:off x="2783711" y="2171601"/>
                <a:ext cx="360" cy="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40749AB-9923-38B1-6FCE-E353AD7624F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74711" y="216260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2D45422-0D77-8537-FFD7-D8785B90C926}"/>
                    </a:ext>
                  </a:extLst>
                </p14:cNvPr>
                <p14:cNvContentPartPr/>
                <p14:nvPr/>
              </p14:nvContentPartPr>
              <p14:xfrm>
                <a:off x="2755271" y="2164761"/>
                <a:ext cx="360" cy="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2D45422-0D77-8537-FFD7-D8785B90C92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46271" y="21557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63860FC-0284-EC52-2500-D72FB789731A}"/>
                    </a:ext>
                  </a:extLst>
                </p14:cNvPr>
                <p14:cNvContentPartPr/>
                <p14:nvPr/>
              </p14:nvContentPartPr>
              <p14:xfrm>
                <a:off x="2749871" y="2217681"/>
                <a:ext cx="360" cy="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63860FC-0284-EC52-2500-D72FB789731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40871" y="220868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2DDB6C1-C681-7C08-0B5F-9937033F1889}"/>
                    </a:ext>
                  </a:extLst>
                </p14:cNvPr>
                <p14:cNvContentPartPr/>
                <p14:nvPr/>
              </p14:nvContentPartPr>
              <p14:xfrm>
                <a:off x="2745551" y="2231361"/>
                <a:ext cx="360" cy="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2DDB6C1-C681-7C08-0B5F-9937033F188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36551" y="22223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153BA37-60D5-0227-9CBC-6B3F4AA86FC6}"/>
                    </a:ext>
                  </a:extLst>
                </p14:cNvPr>
                <p14:cNvContentPartPr/>
                <p14:nvPr/>
              </p14:nvContentPartPr>
              <p14:xfrm>
                <a:off x="2745551" y="2204361"/>
                <a:ext cx="360" cy="3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153BA37-60D5-0227-9CBC-6B3F4AA86FC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36551" y="21953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93D6A4D-C92E-F627-36DD-202B027B0E04}"/>
                    </a:ext>
                  </a:extLst>
                </p14:cNvPr>
                <p14:cNvContentPartPr/>
                <p14:nvPr/>
              </p14:nvContentPartPr>
              <p14:xfrm>
                <a:off x="2763551" y="2232801"/>
                <a:ext cx="1800" cy="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93D6A4D-C92E-F627-36DD-202B027B0E0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54551" y="2223801"/>
                  <a:ext cx="19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EFFD3E6-A08C-A1B4-A4B3-DDCBFDE141D0}"/>
                    </a:ext>
                  </a:extLst>
                </p14:cNvPr>
                <p14:cNvContentPartPr/>
                <p14:nvPr/>
              </p14:nvContentPartPr>
              <p14:xfrm>
                <a:off x="2778311" y="2227761"/>
                <a:ext cx="720" cy="1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EFFD3E6-A08C-A1B4-A4B3-DDCBFDE141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69311" y="2218761"/>
                  <a:ext cx="183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73A04B8-E01B-78E1-8436-8E3955ACD6EA}"/>
                    </a:ext>
                  </a:extLst>
                </p14:cNvPr>
                <p14:cNvContentPartPr/>
                <p14:nvPr/>
              </p14:nvContentPartPr>
              <p14:xfrm>
                <a:off x="2779751" y="2188881"/>
                <a:ext cx="360" cy="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73A04B8-E01B-78E1-8436-8E3955ACD6E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70751" y="2179881"/>
                  <a:ext cx="180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0CDEE69-232C-4258-F715-7F645B6EEF06}"/>
                    </a:ext>
                  </a:extLst>
                </p14:cNvPr>
                <p14:cNvContentPartPr/>
                <p14:nvPr/>
              </p14:nvContentPartPr>
              <p14:xfrm>
                <a:off x="2748431" y="2186361"/>
                <a:ext cx="360" cy="3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0CDEE69-232C-4258-F715-7F645B6EEF0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39431" y="21773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66C3F478-1731-3D6D-0D5B-18FB144DE7FA}"/>
              </a:ext>
            </a:extLst>
          </p:cNvPr>
          <p:cNvCxnSpPr>
            <a:cxnSpLocks/>
          </p:cNvCxnSpPr>
          <p:nvPr/>
        </p:nvCxnSpPr>
        <p:spPr>
          <a:xfrm flipH="1">
            <a:off x="2992399" y="1218425"/>
            <a:ext cx="2144936" cy="9463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FC5FF3-CCAE-307D-BA62-323251AC7B90}"/>
              </a:ext>
            </a:extLst>
          </p:cNvPr>
          <p:cNvCxnSpPr>
            <a:cxnSpLocks/>
          </p:cNvCxnSpPr>
          <p:nvPr/>
        </p:nvCxnSpPr>
        <p:spPr>
          <a:xfrm flipH="1" flipV="1">
            <a:off x="3259046" y="3487783"/>
            <a:ext cx="1752737" cy="11625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40942C-4800-E105-CCEC-BBDE7F9522DE}"/>
              </a:ext>
            </a:extLst>
          </p:cNvPr>
          <p:cNvCxnSpPr>
            <a:cxnSpLocks/>
          </p:cNvCxnSpPr>
          <p:nvPr/>
        </p:nvCxnSpPr>
        <p:spPr>
          <a:xfrm>
            <a:off x="5011783" y="4650377"/>
            <a:ext cx="1657078" cy="195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DFD815-890C-53CD-5123-109F59387391}"/>
              </a:ext>
            </a:extLst>
          </p:cNvPr>
          <p:cNvCxnSpPr>
            <a:cxnSpLocks/>
          </p:cNvCxnSpPr>
          <p:nvPr/>
        </p:nvCxnSpPr>
        <p:spPr>
          <a:xfrm flipH="1" flipV="1">
            <a:off x="2473526" y="2960679"/>
            <a:ext cx="2504811" cy="2329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E5CE0CC-6180-2DE2-0081-6E9276ED2E0B}"/>
              </a:ext>
            </a:extLst>
          </p:cNvPr>
          <p:cNvCxnSpPr>
            <a:cxnSpLocks/>
          </p:cNvCxnSpPr>
          <p:nvPr/>
        </p:nvCxnSpPr>
        <p:spPr>
          <a:xfrm>
            <a:off x="4979482" y="5279668"/>
            <a:ext cx="1742447" cy="441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469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A2AF43-1EF0-02DA-C698-6E390C86E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114" y="2320516"/>
            <a:ext cx="3655480" cy="27188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C6E3BC-E6E9-3CFA-4C5D-0DEB73BD2748}"/>
              </a:ext>
            </a:extLst>
          </p:cNvPr>
          <p:cNvSpPr/>
          <p:nvPr/>
        </p:nvSpPr>
        <p:spPr>
          <a:xfrm>
            <a:off x="4354584" y="4280955"/>
            <a:ext cx="222860" cy="4543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9B0DD2-87CC-42C2-E4E8-476EF6BFB44F}"/>
              </a:ext>
            </a:extLst>
          </p:cNvPr>
          <p:cNvCxnSpPr>
            <a:cxnSpLocks/>
          </p:cNvCxnSpPr>
          <p:nvPr/>
        </p:nvCxnSpPr>
        <p:spPr>
          <a:xfrm flipV="1">
            <a:off x="3520511" y="4664984"/>
            <a:ext cx="1276500" cy="8636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EC1A06-8FBB-985C-8D03-A18D38D7FBF8}"/>
              </a:ext>
            </a:extLst>
          </p:cNvPr>
          <p:cNvCxnSpPr>
            <a:cxnSpLocks/>
          </p:cNvCxnSpPr>
          <p:nvPr/>
        </p:nvCxnSpPr>
        <p:spPr>
          <a:xfrm>
            <a:off x="3526970" y="3147786"/>
            <a:ext cx="111034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E383FE-0948-1AF4-5C81-D2F326BB8CE8}"/>
              </a:ext>
            </a:extLst>
          </p:cNvPr>
          <p:cNvCxnSpPr>
            <a:cxnSpLocks/>
          </p:cNvCxnSpPr>
          <p:nvPr/>
        </p:nvCxnSpPr>
        <p:spPr>
          <a:xfrm flipH="1" flipV="1">
            <a:off x="6524171" y="4508120"/>
            <a:ext cx="1354208" cy="10490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12B9D32-9024-53FE-5482-F537C667E405}"/>
              </a:ext>
            </a:extLst>
          </p:cNvPr>
          <p:cNvCxnSpPr>
            <a:cxnSpLocks/>
          </p:cNvCxnSpPr>
          <p:nvPr/>
        </p:nvCxnSpPr>
        <p:spPr>
          <a:xfrm>
            <a:off x="3526970" y="2237014"/>
            <a:ext cx="1386116" cy="4844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257B199-3D21-EBEB-5FC0-C202D970E271}"/>
              </a:ext>
            </a:extLst>
          </p:cNvPr>
          <p:cNvCxnSpPr>
            <a:cxnSpLocks/>
          </p:cNvCxnSpPr>
          <p:nvPr/>
        </p:nvCxnSpPr>
        <p:spPr>
          <a:xfrm>
            <a:off x="3526971" y="1258661"/>
            <a:ext cx="1937658" cy="15063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97099A2-9823-711C-22D7-402CD2694A14}"/>
              </a:ext>
            </a:extLst>
          </p:cNvPr>
          <p:cNvCxnSpPr>
            <a:cxnSpLocks/>
          </p:cNvCxnSpPr>
          <p:nvPr/>
        </p:nvCxnSpPr>
        <p:spPr>
          <a:xfrm flipH="1">
            <a:off x="6906986" y="2810404"/>
            <a:ext cx="948864" cy="3301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7C00275-2F2B-05FE-BA6F-D8202C1EAAC8}"/>
              </a:ext>
            </a:extLst>
          </p:cNvPr>
          <p:cNvCxnSpPr>
            <a:cxnSpLocks/>
          </p:cNvCxnSpPr>
          <p:nvPr/>
        </p:nvCxnSpPr>
        <p:spPr>
          <a:xfrm flipH="1">
            <a:off x="6355443" y="990600"/>
            <a:ext cx="1464500" cy="19920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F500F4-AD24-4D70-C9F0-071469E7E67A}"/>
              </a:ext>
            </a:extLst>
          </p:cNvPr>
          <p:cNvCxnSpPr>
            <a:cxnSpLocks/>
          </p:cNvCxnSpPr>
          <p:nvPr/>
        </p:nvCxnSpPr>
        <p:spPr>
          <a:xfrm flipV="1">
            <a:off x="3533432" y="3681642"/>
            <a:ext cx="1056710" cy="2412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DE76579-EA4E-4875-6199-EA536CD2D69E}"/>
              </a:ext>
            </a:extLst>
          </p:cNvPr>
          <p:cNvCxnSpPr>
            <a:cxnSpLocks/>
          </p:cNvCxnSpPr>
          <p:nvPr/>
        </p:nvCxnSpPr>
        <p:spPr>
          <a:xfrm flipV="1">
            <a:off x="3533432" y="3671759"/>
            <a:ext cx="1936978" cy="9833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CB3497A-BAC5-9AEB-C871-E7D93ED6598E}"/>
              </a:ext>
            </a:extLst>
          </p:cNvPr>
          <p:cNvCxnSpPr>
            <a:cxnSpLocks/>
          </p:cNvCxnSpPr>
          <p:nvPr/>
        </p:nvCxnSpPr>
        <p:spPr>
          <a:xfrm flipH="1">
            <a:off x="6835171" y="3679954"/>
            <a:ext cx="1020679" cy="50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F80C6FE-75FA-9EAD-D876-6FB1A9A8222A}"/>
              </a:ext>
            </a:extLst>
          </p:cNvPr>
          <p:cNvCxnSpPr>
            <a:cxnSpLocks/>
          </p:cNvCxnSpPr>
          <p:nvPr/>
        </p:nvCxnSpPr>
        <p:spPr>
          <a:xfrm flipH="1" flipV="1">
            <a:off x="5626854" y="3859441"/>
            <a:ext cx="2251525" cy="6486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C199D2E-A0DC-3521-9BAF-5C96F30AEC9F}"/>
              </a:ext>
            </a:extLst>
          </p:cNvPr>
          <p:cNvCxnSpPr>
            <a:cxnSpLocks/>
          </p:cNvCxnSpPr>
          <p:nvPr/>
        </p:nvCxnSpPr>
        <p:spPr>
          <a:xfrm flipH="1">
            <a:off x="6956271" y="1937657"/>
            <a:ext cx="876000" cy="8980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05124AA-01EE-8A2B-03F3-EF1742AD0FD5}"/>
              </a:ext>
            </a:extLst>
          </p:cNvPr>
          <p:cNvCxnSpPr>
            <a:cxnSpLocks/>
          </p:cNvCxnSpPr>
          <p:nvPr/>
        </p:nvCxnSpPr>
        <p:spPr>
          <a:xfrm>
            <a:off x="3526971" y="1126671"/>
            <a:ext cx="0" cy="45266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0D23F62-C162-FB6C-441F-46E0133017CC}"/>
              </a:ext>
            </a:extLst>
          </p:cNvPr>
          <p:cNvCxnSpPr>
            <a:cxnSpLocks/>
          </p:cNvCxnSpPr>
          <p:nvPr/>
        </p:nvCxnSpPr>
        <p:spPr>
          <a:xfrm>
            <a:off x="7819943" y="975201"/>
            <a:ext cx="71814" cy="5071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58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A2AF43-1EF0-02DA-C698-6E390C86E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114" y="2332404"/>
            <a:ext cx="3655480" cy="27188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C6E3BC-E6E9-3CFA-4C5D-0DEB73BD2748}"/>
              </a:ext>
            </a:extLst>
          </p:cNvPr>
          <p:cNvSpPr/>
          <p:nvPr/>
        </p:nvSpPr>
        <p:spPr>
          <a:xfrm>
            <a:off x="4354584" y="4280955"/>
            <a:ext cx="222860" cy="4543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9B0DD2-87CC-42C2-E4E8-476EF6BFB44F}"/>
              </a:ext>
            </a:extLst>
          </p:cNvPr>
          <p:cNvCxnSpPr>
            <a:cxnSpLocks/>
          </p:cNvCxnSpPr>
          <p:nvPr/>
        </p:nvCxnSpPr>
        <p:spPr>
          <a:xfrm flipV="1">
            <a:off x="3520511" y="4579257"/>
            <a:ext cx="928118" cy="949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EC1A06-8FBB-985C-8D03-A18D38D7FBF8}"/>
              </a:ext>
            </a:extLst>
          </p:cNvPr>
          <p:cNvCxnSpPr>
            <a:cxnSpLocks/>
          </p:cNvCxnSpPr>
          <p:nvPr/>
        </p:nvCxnSpPr>
        <p:spPr>
          <a:xfrm>
            <a:off x="3520511" y="2858096"/>
            <a:ext cx="1116803" cy="3303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12B9D32-9024-53FE-5482-F537C667E405}"/>
              </a:ext>
            </a:extLst>
          </p:cNvPr>
          <p:cNvCxnSpPr>
            <a:cxnSpLocks/>
          </p:cNvCxnSpPr>
          <p:nvPr/>
        </p:nvCxnSpPr>
        <p:spPr>
          <a:xfrm>
            <a:off x="3520511" y="1949899"/>
            <a:ext cx="1356669" cy="7650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257B199-3D21-EBEB-5FC0-C202D970E271}"/>
              </a:ext>
            </a:extLst>
          </p:cNvPr>
          <p:cNvCxnSpPr>
            <a:cxnSpLocks/>
          </p:cNvCxnSpPr>
          <p:nvPr/>
        </p:nvCxnSpPr>
        <p:spPr>
          <a:xfrm>
            <a:off x="3544923" y="1072347"/>
            <a:ext cx="1919706" cy="16926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97099A2-9823-711C-22D7-402CD2694A14}"/>
              </a:ext>
            </a:extLst>
          </p:cNvPr>
          <p:cNvCxnSpPr>
            <a:cxnSpLocks/>
          </p:cNvCxnSpPr>
          <p:nvPr/>
        </p:nvCxnSpPr>
        <p:spPr>
          <a:xfrm flipH="1">
            <a:off x="6906986" y="2810404"/>
            <a:ext cx="948864" cy="3301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7C00275-2F2B-05FE-BA6F-D8202C1EAAC8}"/>
              </a:ext>
            </a:extLst>
          </p:cNvPr>
          <p:cNvCxnSpPr>
            <a:cxnSpLocks/>
          </p:cNvCxnSpPr>
          <p:nvPr/>
        </p:nvCxnSpPr>
        <p:spPr>
          <a:xfrm flipH="1">
            <a:off x="6351786" y="983380"/>
            <a:ext cx="1464500" cy="19920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F500F4-AD24-4D70-C9F0-071469E7E67A}"/>
              </a:ext>
            </a:extLst>
          </p:cNvPr>
          <p:cNvCxnSpPr>
            <a:cxnSpLocks/>
            <a:stCxn id="65" idx="6"/>
          </p:cNvCxnSpPr>
          <p:nvPr/>
        </p:nvCxnSpPr>
        <p:spPr>
          <a:xfrm flipV="1">
            <a:off x="2858009" y="3681642"/>
            <a:ext cx="1732133" cy="923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DE76579-EA4E-4875-6199-EA536CD2D69E}"/>
              </a:ext>
            </a:extLst>
          </p:cNvPr>
          <p:cNvCxnSpPr>
            <a:cxnSpLocks/>
          </p:cNvCxnSpPr>
          <p:nvPr/>
        </p:nvCxnSpPr>
        <p:spPr>
          <a:xfrm flipV="1">
            <a:off x="3533432" y="3679954"/>
            <a:ext cx="1544754" cy="9751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CB3497A-BAC5-9AEB-C871-E7D93ED6598E}"/>
              </a:ext>
            </a:extLst>
          </p:cNvPr>
          <p:cNvCxnSpPr>
            <a:cxnSpLocks/>
          </p:cNvCxnSpPr>
          <p:nvPr/>
        </p:nvCxnSpPr>
        <p:spPr>
          <a:xfrm flipH="1">
            <a:off x="6835171" y="3685051"/>
            <a:ext cx="17083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F80C6FE-75FA-9EAD-D876-6FB1A9A8222A}"/>
              </a:ext>
            </a:extLst>
          </p:cNvPr>
          <p:cNvCxnSpPr>
            <a:cxnSpLocks/>
          </p:cNvCxnSpPr>
          <p:nvPr/>
        </p:nvCxnSpPr>
        <p:spPr>
          <a:xfrm flipH="1" flipV="1">
            <a:off x="6351786" y="4394637"/>
            <a:ext cx="1526593" cy="113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C199D2E-A0DC-3521-9BAF-5C96F30AEC9F}"/>
              </a:ext>
            </a:extLst>
          </p:cNvPr>
          <p:cNvCxnSpPr>
            <a:cxnSpLocks/>
          </p:cNvCxnSpPr>
          <p:nvPr/>
        </p:nvCxnSpPr>
        <p:spPr>
          <a:xfrm flipH="1">
            <a:off x="6960068" y="1931554"/>
            <a:ext cx="876000" cy="8980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6EB588-6701-896F-7B0C-F89977CEE074}"/>
              </a:ext>
            </a:extLst>
          </p:cNvPr>
          <p:cNvCxnSpPr>
            <a:cxnSpLocks/>
            <a:endCxn id="55" idx="6"/>
          </p:cNvCxnSpPr>
          <p:nvPr/>
        </p:nvCxnSpPr>
        <p:spPr>
          <a:xfrm flipH="1">
            <a:off x="2849210" y="1068783"/>
            <a:ext cx="701785" cy="35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6C081B-4652-5CF3-DFD5-06D4DCFECF83}"/>
              </a:ext>
            </a:extLst>
          </p:cNvPr>
          <p:cNvCxnSpPr>
            <a:cxnSpLocks/>
          </p:cNvCxnSpPr>
          <p:nvPr/>
        </p:nvCxnSpPr>
        <p:spPr>
          <a:xfrm flipH="1">
            <a:off x="2817187" y="1949900"/>
            <a:ext cx="70978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656B2C-C629-C56A-A4E6-B5CE1B589F3F}"/>
              </a:ext>
            </a:extLst>
          </p:cNvPr>
          <p:cNvCxnSpPr>
            <a:cxnSpLocks/>
          </p:cNvCxnSpPr>
          <p:nvPr/>
        </p:nvCxnSpPr>
        <p:spPr>
          <a:xfrm flipH="1">
            <a:off x="2850022" y="2858096"/>
            <a:ext cx="6704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0B4F5E-3211-CBD7-509B-0F4AF43E230F}"/>
              </a:ext>
            </a:extLst>
          </p:cNvPr>
          <p:cNvCxnSpPr>
            <a:cxnSpLocks/>
          </p:cNvCxnSpPr>
          <p:nvPr/>
        </p:nvCxnSpPr>
        <p:spPr>
          <a:xfrm flipH="1">
            <a:off x="2803071" y="4655101"/>
            <a:ext cx="7376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B963692-0F69-397D-3A17-DE56D7563DA2}"/>
              </a:ext>
            </a:extLst>
          </p:cNvPr>
          <p:cNvCxnSpPr>
            <a:cxnSpLocks/>
          </p:cNvCxnSpPr>
          <p:nvPr/>
        </p:nvCxnSpPr>
        <p:spPr>
          <a:xfrm flipH="1">
            <a:off x="2759529" y="5528584"/>
            <a:ext cx="76744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F0BE462-D996-AFBE-EF3D-0DAC2E11F10D}"/>
              </a:ext>
            </a:extLst>
          </p:cNvPr>
          <p:cNvCxnSpPr>
            <a:cxnSpLocks/>
          </p:cNvCxnSpPr>
          <p:nvPr/>
        </p:nvCxnSpPr>
        <p:spPr>
          <a:xfrm>
            <a:off x="7807779" y="990600"/>
            <a:ext cx="7048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F88ABE2-D237-FCBF-DD60-5D0BEE8B1BFF}"/>
              </a:ext>
            </a:extLst>
          </p:cNvPr>
          <p:cNvCxnSpPr>
            <a:cxnSpLocks/>
          </p:cNvCxnSpPr>
          <p:nvPr/>
        </p:nvCxnSpPr>
        <p:spPr>
          <a:xfrm>
            <a:off x="7819943" y="1937657"/>
            <a:ext cx="6926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E1B1E44-5390-559B-8F96-50476DF108AD}"/>
              </a:ext>
            </a:extLst>
          </p:cNvPr>
          <p:cNvCxnSpPr>
            <a:cxnSpLocks/>
          </p:cNvCxnSpPr>
          <p:nvPr/>
        </p:nvCxnSpPr>
        <p:spPr>
          <a:xfrm>
            <a:off x="7855850" y="2810404"/>
            <a:ext cx="65677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7020764-2881-4053-34EC-DDED983E2258}"/>
              </a:ext>
            </a:extLst>
          </p:cNvPr>
          <p:cNvCxnSpPr>
            <a:cxnSpLocks/>
          </p:cNvCxnSpPr>
          <p:nvPr/>
        </p:nvCxnSpPr>
        <p:spPr>
          <a:xfrm>
            <a:off x="7867650" y="4508120"/>
            <a:ext cx="7030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EC64DB75-12CA-FC9B-955E-95DEC0B22A37}"/>
              </a:ext>
            </a:extLst>
          </p:cNvPr>
          <p:cNvSpPr/>
          <p:nvPr/>
        </p:nvSpPr>
        <p:spPr>
          <a:xfrm>
            <a:off x="2075306" y="672907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1169BE3-5D66-7C5F-E95C-A530BC2F331D}"/>
              </a:ext>
            </a:extLst>
          </p:cNvPr>
          <p:cNvSpPr/>
          <p:nvPr/>
        </p:nvSpPr>
        <p:spPr>
          <a:xfrm>
            <a:off x="2077134" y="1544559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9229B69-481F-DD12-0E3E-48E8629D6CC7}"/>
              </a:ext>
            </a:extLst>
          </p:cNvPr>
          <p:cNvSpPr/>
          <p:nvPr/>
        </p:nvSpPr>
        <p:spPr>
          <a:xfrm>
            <a:off x="2089645" y="2458656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8C96FB7-4741-B6E0-1D95-72419601FF56}"/>
              </a:ext>
            </a:extLst>
          </p:cNvPr>
          <p:cNvSpPr/>
          <p:nvPr/>
        </p:nvSpPr>
        <p:spPr>
          <a:xfrm>
            <a:off x="2084105" y="3374544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E6DA41E-D0B7-70AC-E154-DCCE7774AE50}"/>
              </a:ext>
            </a:extLst>
          </p:cNvPr>
          <p:cNvSpPr/>
          <p:nvPr/>
        </p:nvSpPr>
        <p:spPr>
          <a:xfrm>
            <a:off x="2089142" y="4265543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84B98F2-5077-5B77-5C2A-2DDCD0C9FB51}"/>
              </a:ext>
            </a:extLst>
          </p:cNvPr>
          <p:cNvSpPr/>
          <p:nvPr/>
        </p:nvSpPr>
        <p:spPr>
          <a:xfrm>
            <a:off x="2077134" y="5157716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27BC774-8D68-E4B8-E3B0-06A02ED113D6}"/>
              </a:ext>
            </a:extLst>
          </p:cNvPr>
          <p:cNvSpPr/>
          <p:nvPr/>
        </p:nvSpPr>
        <p:spPr>
          <a:xfrm>
            <a:off x="8543471" y="4289233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ED46A22-B803-C5A6-B952-87D9B5564C50}"/>
              </a:ext>
            </a:extLst>
          </p:cNvPr>
          <p:cNvSpPr/>
          <p:nvPr/>
        </p:nvSpPr>
        <p:spPr>
          <a:xfrm>
            <a:off x="8518071" y="3365078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C878682-7987-5E7A-7774-D4946DA68ED2}"/>
              </a:ext>
            </a:extLst>
          </p:cNvPr>
          <p:cNvSpPr/>
          <p:nvPr/>
        </p:nvSpPr>
        <p:spPr>
          <a:xfrm>
            <a:off x="8510539" y="2440197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497B0FF-78C7-B7C3-AD28-66190B301762}"/>
              </a:ext>
            </a:extLst>
          </p:cNvPr>
          <p:cNvSpPr/>
          <p:nvPr/>
        </p:nvSpPr>
        <p:spPr>
          <a:xfrm>
            <a:off x="8516258" y="1555903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1A97311-3BF2-171E-4D75-88A6A8CC3D12}"/>
              </a:ext>
            </a:extLst>
          </p:cNvPr>
          <p:cNvSpPr/>
          <p:nvPr/>
        </p:nvSpPr>
        <p:spPr>
          <a:xfrm>
            <a:off x="8518071" y="645572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65480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A2AF43-1EF0-02DA-C698-6E390C86E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114" y="2332404"/>
            <a:ext cx="3655480" cy="27188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C6E3BC-E6E9-3CFA-4C5D-0DEB73BD2748}"/>
              </a:ext>
            </a:extLst>
          </p:cNvPr>
          <p:cNvSpPr/>
          <p:nvPr/>
        </p:nvSpPr>
        <p:spPr>
          <a:xfrm>
            <a:off x="4354584" y="4280955"/>
            <a:ext cx="222860" cy="4543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9B0DD2-87CC-42C2-E4E8-476EF6BFB44F}"/>
              </a:ext>
            </a:extLst>
          </p:cNvPr>
          <p:cNvCxnSpPr>
            <a:cxnSpLocks/>
          </p:cNvCxnSpPr>
          <p:nvPr/>
        </p:nvCxnSpPr>
        <p:spPr>
          <a:xfrm flipV="1">
            <a:off x="3520511" y="4579257"/>
            <a:ext cx="928118" cy="949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EC1A06-8FBB-985C-8D03-A18D38D7FBF8}"/>
              </a:ext>
            </a:extLst>
          </p:cNvPr>
          <p:cNvCxnSpPr>
            <a:cxnSpLocks/>
          </p:cNvCxnSpPr>
          <p:nvPr/>
        </p:nvCxnSpPr>
        <p:spPr>
          <a:xfrm>
            <a:off x="3520511" y="2858096"/>
            <a:ext cx="1116803" cy="3303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12B9D32-9024-53FE-5482-F537C667E405}"/>
              </a:ext>
            </a:extLst>
          </p:cNvPr>
          <p:cNvCxnSpPr>
            <a:cxnSpLocks/>
          </p:cNvCxnSpPr>
          <p:nvPr/>
        </p:nvCxnSpPr>
        <p:spPr>
          <a:xfrm>
            <a:off x="3520511" y="1949899"/>
            <a:ext cx="1356669" cy="7650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257B199-3D21-EBEB-5FC0-C202D970E271}"/>
              </a:ext>
            </a:extLst>
          </p:cNvPr>
          <p:cNvCxnSpPr>
            <a:cxnSpLocks/>
          </p:cNvCxnSpPr>
          <p:nvPr/>
        </p:nvCxnSpPr>
        <p:spPr>
          <a:xfrm>
            <a:off x="3544923" y="1072347"/>
            <a:ext cx="1919706" cy="16926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97099A2-9823-711C-22D7-402CD2694A14}"/>
              </a:ext>
            </a:extLst>
          </p:cNvPr>
          <p:cNvCxnSpPr>
            <a:cxnSpLocks/>
          </p:cNvCxnSpPr>
          <p:nvPr/>
        </p:nvCxnSpPr>
        <p:spPr>
          <a:xfrm flipH="1">
            <a:off x="6906986" y="3037329"/>
            <a:ext cx="971393" cy="1032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7C00275-2F2B-05FE-BA6F-D8202C1EAAC8}"/>
              </a:ext>
            </a:extLst>
          </p:cNvPr>
          <p:cNvCxnSpPr>
            <a:cxnSpLocks/>
          </p:cNvCxnSpPr>
          <p:nvPr/>
        </p:nvCxnSpPr>
        <p:spPr>
          <a:xfrm flipH="1">
            <a:off x="6351786" y="983380"/>
            <a:ext cx="1464500" cy="19920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F500F4-AD24-4D70-C9F0-071469E7E67A}"/>
              </a:ext>
            </a:extLst>
          </p:cNvPr>
          <p:cNvCxnSpPr>
            <a:cxnSpLocks/>
            <a:stCxn id="65" idx="6"/>
          </p:cNvCxnSpPr>
          <p:nvPr/>
        </p:nvCxnSpPr>
        <p:spPr>
          <a:xfrm flipV="1">
            <a:off x="2858009" y="3681642"/>
            <a:ext cx="1732133" cy="923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DE76579-EA4E-4875-6199-EA536CD2D69E}"/>
              </a:ext>
            </a:extLst>
          </p:cNvPr>
          <p:cNvCxnSpPr>
            <a:cxnSpLocks/>
          </p:cNvCxnSpPr>
          <p:nvPr/>
        </p:nvCxnSpPr>
        <p:spPr>
          <a:xfrm flipV="1">
            <a:off x="3533432" y="3679954"/>
            <a:ext cx="1544754" cy="9751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CB3497A-BAC5-9AEB-C871-E7D93ED6598E}"/>
              </a:ext>
            </a:extLst>
          </p:cNvPr>
          <p:cNvCxnSpPr>
            <a:cxnSpLocks/>
            <a:stCxn id="70" idx="2"/>
          </p:cNvCxnSpPr>
          <p:nvPr/>
        </p:nvCxnSpPr>
        <p:spPr>
          <a:xfrm flipH="1" flipV="1">
            <a:off x="6835171" y="3685051"/>
            <a:ext cx="1681087" cy="411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F80C6FE-75FA-9EAD-D876-6FB1A9A8222A}"/>
              </a:ext>
            </a:extLst>
          </p:cNvPr>
          <p:cNvCxnSpPr>
            <a:cxnSpLocks/>
          </p:cNvCxnSpPr>
          <p:nvPr/>
        </p:nvCxnSpPr>
        <p:spPr>
          <a:xfrm flipH="1" flipV="1">
            <a:off x="6351786" y="4394637"/>
            <a:ext cx="1526593" cy="7561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C199D2E-A0DC-3521-9BAF-5C96F30AEC9F}"/>
              </a:ext>
            </a:extLst>
          </p:cNvPr>
          <p:cNvCxnSpPr>
            <a:cxnSpLocks/>
          </p:cNvCxnSpPr>
          <p:nvPr/>
        </p:nvCxnSpPr>
        <p:spPr>
          <a:xfrm flipH="1">
            <a:off x="6960068" y="1931554"/>
            <a:ext cx="876000" cy="8980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6EB588-6701-896F-7B0C-F89977CEE074}"/>
              </a:ext>
            </a:extLst>
          </p:cNvPr>
          <p:cNvCxnSpPr>
            <a:cxnSpLocks/>
            <a:endCxn id="55" idx="6"/>
          </p:cNvCxnSpPr>
          <p:nvPr/>
        </p:nvCxnSpPr>
        <p:spPr>
          <a:xfrm flipH="1">
            <a:off x="2849210" y="1068783"/>
            <a:ext cx="701785" cy="35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6C081B-4652-5CF3-DFD5-06D4DCFECF83}"/>
              </a:ext>
            </a:extLst>
          </p:cNvPr>
          <p:cNvCxnSpPr>
            <a:cxnSpLocks/>
          </p:cNvCxnSpPr>
          <p:nvPr/>
        </p:nvCxnSpPr>
        <p:spPr>
          <a:xfrm flipH="1">
            <a:off x="2817187" y="1949900"/>
            <a:ext cx="70978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656B2C-C629-C56A-A4E6-B5CE1B589F3F}"/>
              </a:ext>
            </a:extLst>
          </p:cNvPr>
          <p:cNvCxnSpPr>
            <a:cxnSpLocks/>
          </p:cNvCxnSpPr>
          <p:nvPr/>
        </p:nvCxnSpPr>
        <p:spPr>
          <a:xfrm flipH="1">
            <a:off x="2850022" y="2858096"/>
            <a:ext cx="6704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0B4F5E-3211-CBD7-509B-0F4AF43E230F}"/>
              </a:ext>
            </a:extLst>
          </p:cNvPr>
          <p:cNvCxnSpPr>
            <a:cxnSpLocks/>
          </p:cNvCxnSpPr>
          <p:nvPr/>
        </p:nvCxnSpPr>
        <p:spPr>
          <a:xfrm flipH="1">
            <a:off x="2803071" y="4655101"/>
            <a:ext cx="7376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B963692-0F69-397D-3A17-DE56D7563DA2}"/>
              </a:ext>
            </a:extLst>
          </p:cNvPr>
          <p:cNvCxnSpPr>
            <a:cxnSpLocks/>
          </p:cNvCxnSpPr>
          <p:nvPr/>
        </p:nvCxnSpPr>
        <p:spPr>
          <a:xfrm flipH="1">
            <a:off x="2759529" y="5528584"/>
            <a:ext cx="76744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F0BE462-D996-AFBE-EF3D-0DAC2E11F10D}"/>
              </a:ext>
            </a:extLst>
          </p:cNvPr>
          <p:cNvCxnSpPr>
            <a:cxnSpLocks/>
          </p:cNvCxnSpPr>
          <p:nvPr/>
        </p:nvCxnSpPr>
        <p:spPr>
          <a:xfrm>
            <a:off x="7807779" y="990600"/>
            <a:ext cx="7048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F88ABE2-D237-FCBF-DD60-5D0BEE8B1BFF}"/>
              </a:ext>
            </a:extLst>
          </p:cNvPr>
          <p:cNvCxnSpPr>
            <a:cxnSpLocks/>
          </p:cNvCxnSpPr>
          <p:nvPr/>
        </p:nvCxnSpPr>
        <p:spPr>
          <a:xfrm>
            <a:off x="7819943" y="1937657"/>
            <a:ext cx="6926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E1B1E44-5390-559B-8F96-50476DF108AD}"/>
              </a:ext>
            </a:extLst>
          </p:cNvPr>
          <p:cNvCxnSpPr>
            <a:cxnSpLocks/>
          </p:cNvCxnSpPr>
          <p:nvPr/>
        </p:nvCxnSpPr>
        <p:spPr>
          <a:xfrm>
            <a:off x="7855850" y="3042416"/>
            <a:ext cx="65677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7020764-2881-4053-34EC-DDED983E2258}"/>
              </a:ext>
            </a:extLst>
          </p:cNvPr>
          <p:cNvCxnSpPr>
            <a:cxnSpLocks/>
          </p:cNvCxnSpPr>
          <p:nvPr/>
        </p:nvCxnSpPr>
        <p:spPr>
          <a:xfrm>
            <a:off x="7878379" y="5150755"/>
            <a:ext cx="7030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EC64DB75-12CA-FC9B-955E-95DEC0B22A37}"/>
              </a:ext>
            </a:extLst>
          </p:cNvPr>
          <p:cNvSpPr/>
          <p:nvPr/>
        </p:nvSpPr>
        <p:spPr>
          <a:xfrm>
            <a:off x="2075306" y="672907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1169BE3-5D66-7C5F-E95C-A530BC2F331D}"/>
              </a:ext>
            </a:extLst>
          </p:cNvPr>
          <p:cNvSpPr/>
          <p:nvPr/>
        </p:nvSpPr>
        <p:spPr>
          <a:xfrm>
            <a:off x="2077134" y="1544559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9229B69-481F-DD12-0E3E-48E8629D6CC7}"/>
              </a:ext>
            </a:extLst>
          </p:cNvPr>
          <p:cNvSpPr/>
          <p:nvPr/>
        </p:nvSpPr>
        <p:spPr>
          <a:xfrm>
            <a:off x="2089645" y="2458656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8C96FB7-4741-B6E0-1D95-72419601FF56}"/>
              </a:ext>
            </a:extLst>
          </p:cNvPr>
          <p:cNvSpPr/>
          <p:nvPr/>
        </p:nvSpPr>
        <p:spPr>
          <a:xfrm>
            <a:off x="2084105" y="3374544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E6DA41E-D0B7-70AC-E154-DCCE7774AE50}"/>
              </a:ext>
            </a:extLst>
          </p:cNvPr>
          <p:cNvSpPr/>
          <p:nvPr/>
        </p:nvSpPr>
        <p:spPr>
          <a:xfrm>
            <a:off x="2089142" y="4265543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84B98F2-5077-5B77-5C2A-2DDCD0C9FB51}"/>
              </a:ext>
            </a:extLst>
          </p:cNvPr>
          <p:cNvSpPr/>
          <p:nvPr/>
        </p:nvSpPr>
        <p:spPr>
          <a:xfrm>
            <a:off x="2077134" y="5157716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27BC774-8D68-E4B8-E3B0-06A02ED113D6}"/>
              </a:ext>
            </a:extLst>
          </p:cNvPr>
          <p:cNvSpPr/>
          <p:nvPr/>
        </p:nvSpPr>
        <p:spPr>
          <a:xfrm>
            <a:off x="8543471" y="4751315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ED46A22-B803-C5A6-B952-87D9B5564C50}"/>
              </a:ext>
            </a:extLst>
          </p:cNvPr>
          <p:cNvSpPr/>
          <p:nvPr/>
        </p:nvSpPr>
        <p:spPr>
          <a:xfrm>
            <a:off x="8516258" y="3696932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C878682-7987-5E7A-7774-D4946DA68ED2}"/>
              </a:ext>
            </a:extLst>
          </p:cNvPr>
          <p:cNvSpPr/>
          <p:nvPr/>
        </p:nvSpPr>
        <p:spPr>
          <a:xfrm>
            <a:off x="8516258" y="2642976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497B0FF-78C7-B7C3-AD28-66190B301762}"/>
              </a:ext>
            </a:extLst>
          </p:cNvPr>
          <p:cNvSpPr/>
          <p:nvPr/>
        </p:nvSpPr>
        <p:spPr>
          <a:xfrm>
            <a:off x="8516258" y="1645002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1A97311-3BF2-171E-4D75-88A6A8CC3D12}"/>
              </a:ext>
            </a:extLst>
          </p:cNvPr>
          <p:cNvSpPr/>
          <p:nvPr/>
        </p:nvSpPr>
        <p:spPr>
          <a:xfrm>
            <a:off x="8518071" y="645572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48105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A2AF43-1EF0-02DA-C698-6E390C86E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2910" y="1773491"/>
            <a:ext cx="3730394" cy="37922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C6E3BC-E6E9-3CFA-4C5D-0DEB73BD2748}"/>
              </a:ext>
            </a:extLst>
          </p:cNvPr>
          <p:cNvSpPr/>
          <p:nvPr/>
        </p:nvSpPr>
        <p:spPr>
          <a:xfrm>
            <a:off x="4354584" y="4280955"/>
            <a:ext cx="222860" cy="4543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9B0DD2-87CC-42C2-E4E8-476EF6BFB44F}"/>
              </a:ext>
            </a:extLst>
          </p:cNvPr>
          <p:cNvCxnSpPr>
            <a:cxnSpLocks/>
          </p:cNvCxnSpPr>
          <p:nvPr/>
        </p:nvCxnSpPr>
        <p:spPr>
          <a:xfrm flipV="1">
            <a:off x="3520511" y="4579257"/>
            <a:ext cx="928118" cy="949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EC1A06-8FBB-985C-8D03-A18D38D7FBF8}"/>
              </a:ext>
            </a:extLst>
          </p:cNvPr>
          <p:cNvCxnSpPr>
            <a:cxnSpLocks/>
          </p:cNvCxnSpPr>
          <p:nvPr/>
        </p:nvCxnSpPr>
        <p:spPr>
          <a:xfrm>
            <a:off x="3520511" y="2858096"/>
            <a:ext cx="1164428" cy="3384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12B9D32-9024-53FE-5482-F537C667E405}"/>
              </a:ext>
            </a:extLst>
          </p:cNvPr>
          <p:cNvCxnSpPr>
            <a:cxnSpLocks/>
          </p:cNvCxnSpPr>
          <p:nvPr/>
        </p:nvCxnSpPr>
        <p:spPr>
          <a:xfrm>
            <a:off x="3520511" y="1949899"/>
            <a:ext cx="1386225" cy="7901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257B199-3D21-EBEB-5FC0-C202D970E271}"/>
              </a:ext>
            </a:extLst>
          </p:cNvPr>
          <p:cNvCxnSpPr>
            <a:cxnSpLocks/>
          </p:cNvCxnSpPr>
          <p:nvPr/>
        </p:nvCxnSpPr>
        <p:spPr>
          <a:xfrm>
            <a:off x="3544923" y="1072347"/>
            <a:ext cx="1919706" cy="16926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97099A2-9823-711C-22D7-402CD2694A14}"/>
              </a:ext>
            </a:extLst>
          </p:cNvPr>
          <p:cNvCxnSpPr>
            <a:cxnSpLocks/>
          </p:cNvCxnSpPr>
          <p:nvPr/>
        </p:nvCxnSpPr>
        <p:spPr>
          <a:xfrm flipH="1">
            <a:off x="6906986" y="3037329"/>
            <a:ext cx="971393" cy="1032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7C00275-2F2B-05FE-BA6F-D8202C1EAAC8}"/>
              </a:ext>
            </a:extLst>
          </p:cNvPr>
          <p:cNvCxnSpPr>
            <a:cxnSpLocks/>
          </p:cNvCxnSpPr>
          <p:nvPr/>
        </p:nvCxnSpPr>
        <p:spPr>
          <a:xfrm flipH="1">
            <a:off x="6351786" y="983380"/>
            <a:ext cx="1464500" cy="19920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F500F4-AD24-4D70-C9F0-071469E7E67A}"/>
              </a:ext>
            </a:extLst>
          </p:cNvPr>
          <p:cNvCxnSpPr>
            <a:cxnSpLocks/>
            <a:stCxn id="65" idx="6"/>
          </p:cNvCxnSpPr>
          <p:nvPr/>
        </p:nvCxnSpPr>
        <p:spPr>
          <a:xfrm flipV="1">
            <a:off x="2858009" y="3681642"/>
            <a:ext cx="1732133" cy="923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DE76579-EA4E-4875-6199-EA536CD2D69E}"/>
              </a:ext>
            </a:extLst>
          </p:cNvPr>
          <p:cNvCxnSpPr>
            <a:cxnSpLocks/>
          </p:cNvCxnSpPr>
          <p:nvPr/>
        </p:nvCxnSpPr>
        <p:spPr>
          <a:xfrm flipV="1">
            <a:off x="3533432" y="3679954"/>
            <a:ext cx="1544754" cy="9751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CB3497A-BAC5-9AEB-C871-E7D93ED6598E}"/>
              </a:ext>
            </a:extLst>
          </p:cNvPr>
          <p:cNvCxnSpPr>
            <a:cxnSpLocks/>
            <a:stCxn id="70" idx="2"/>
          </p:cNvCxnSpPr>
          <p:nvPr/>
        </p:nvCxnSpPr>
        <p:spPr>
          <a:xfrm flipH="1" flipV="1">
            <a:off x="6835171" y="3685051"/>
            <a:ext cx="1681087" cy="411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F80C6FE-75FA-9EAD-D876-6FB1A9A8222A}"/>
              </a:ext>
            </a:extLst>
          </p:cNvPr>
          <p:cNvCxnSpPr>
            <a:cxnSpLocks/>
          </p:cNvCxnSpPr>
          <p:nvPr/>
        </p:nvCxnSpPr>
        <p:spPr>
          <a:xfrm flipH="1" flipV="1">
            <a:off x="6351786" y="4394637"/>
            <a:ext cx="1526593" cy="7561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C199D2E-A0DC-3521-9BAF-5C96F30AEC9F}"/>
              </a:ext>
            </a:extLst>
          </p:cNvPr>
          <p:cNvCxnSpPr>
            <a:cxnSpLocks/>
          </p:cNvCxnSpPr>
          <p:nvPr/>
        </p:nvCxnSpPr>
        <p:spPr>
          <a:xfrm flipH="1">
            <a:off x="6960068" y="1931554"/>
            <a:ext cx="876000" cy="8980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6EB588-6701-896F-7B0C-F89977CEE074}"/>
              </a:ext>
            </a:extLst>
          </p:cNvPr>
          <p:cNvCxnSpPr>
            <a:cxnSpLocks/>
            <a:endCxn id="55" idx="6"/>
          </p:cNvCxnSpPr>
          <p:nvPr/>
        </p:nvCxnSpPr>
        <p:spPr>
          <a:xfrm flipH="1">
            <a:off x="2849210" y="1068783"/>
            <a:ext cx="701785" cy="35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6C081B-4652-5CF3-DFD5-06D4DCFECF83}"/>
              </a:ext>
            </a:extLst>
          </p:cNvPr>
          <p:cNvCxnSpPr>
            <a:cxnSpLocks/>
          </p:cNvCxnSpPr>
          <p:nvPr/>
        </p:nvCxnSpPr>
        <p:spPr>
          <a:xfrm flipH="1">
            <a:off x="2817187" y="1949900"/>
            <a:ext cx="70978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656B2C-C629-C56A-A4E6-B5CE1B589F3F}"/>
              </a:ext>
            </a:extLst>
          </p:cNvPr>
          <p:cNvCxnSpPr>
            <a:cxnSpLocks/>
          </p:cNvCxnSpPr>
          <p:nvPr/>
        </p:nvCxnSpPr>
        <p:spPr>
          <a:xfrm flipH="1">
            <a:off x="2850022" y="2858096"/>
            <a:ext cx="6704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0B4F5E-3211-CBD7-509B-0F4AF43E230F}"/>
              </a:ext>
            </a:extLst>
          </p:cNvPr>
          <p:cNvCxnSpPr>
            <a:cxnSpLocks/>
          </p:cNvCxnSpPr>
          <p:nvPr/>
        </p:nvCxnSpPr>
        <p:spPr>
          <a:xfrm flipH="1">
            <a:off x="2803071" y="4655101"/>
            <a:ext cx="7376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B963692-0F69-397D-3A17-DE56D7563DA2}"/>
              </a:ext>
            </a:extLst>
          </p:cNvPr>
          <p:cNvCxnSpPr>
            <a:cxnSpLocks/>
          </p:cNvCxnSpPr>
          <p:nvPr/>
        </p:nvCxnSpPr>
        <p:spPr>
          <a:xfrm flipH="1">
            <a:off x="2759529" y="5528584"/>
            <a:ext cx="76744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F0BE462-D996-AFBE-EF3D-0DAC2E11F10D}"/>
              </a:ext>
            </a:extLst>
          </p:cNvPr>
          <p:cNvCxnSpPr>
            <a:cxnSpLocks/>
          </p:cNvCxnSpPr>
          <p:nvPr/>
        </p:nvCxnSpPr>
        <p:spPr>
          <a:xfrm>
            <a:off x="7807779" y="990600"/>
            <a:ext cx="7048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F88ABE2-D237-FCBF-DD60-5D0BEE8B1BFF}"/>
              </a:ext>
            </a:extLst>
          </p:cNvPr>
          <p:cNvCxnSpPr>
            <a:cxnSpLocks/>
          </p:cNvCxnSpPr>
          <p:nvPr/>
        </p:nvCxnSpPr>
        <p:spPr>
          <a:xfrm>
            <a:off x="7819943" y="1937657"/>
            <a:ext cx="6926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E1B1E44-5390-559B-8F96-50476DF108AD}"/>
              </a:ext>
            </a:extLst>
          </p:cNvPr>
          <p:cNvCxnSpPr>
            <a:cxnSpLocks/>
          </p:cNvCxnSpPr>
          <p:nvPr/>
        </p:nvCxnSpPr>
        <p:spPr>
          <a:xfrm>
            <a:off x="7855850" y="3042416"/>
            <a:ext cx="65677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7020764-2881-4053-34EC-DDED983E2258}"/>
              </a:ext>
            </a:extLst>
          </p:cNvPr>
          <p:cNvCxnSpPr>
            <a:cxnSpLocks/>
          </p:cNvCxnSpPr>
          <p:nvPr/>
        </p:nvCxnSpPr>
        <p:spPr>
          <a:xfrm>
            <a:off x="7878379" y="5150755"/>
            <a:ext cx="7030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EC64DB75-12CA-FC9B-955E-95DEC0B22A37}"/>
              </a:ext>
            </a:extLst>
          </p:cNvPr>
          <p:cNvSpPr/>
          <p:nvPr/>
        </p:nvSpPr>
        <p:spPr>
          <a:xfrm>
            <a:off x="2075306" y="672907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1169BE3-5D66-7C5F-E95C-A530BC2F331D}"/>
              </a:ext>
            </a:extLst>
          </p:cNvPr>
          <p:cNvSpPr/>
          <p:nvPr/>
        </p:nvSpPr>
        <p:spPr>
          <a:xfrm>
            <a:off x="2077134" y="1544559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9229B69-481F-DD12-0E3E-48E8629D6CC7}"/>
              </a:ext>
            </a:extLst>
          </p:cNvPr>
          <p:cNvSpPr/>
          <p:nvPr/>
        </p:nvSpPr>
        <p:spPr>
          <a:xfrm>
            <a:off x="2089645" y="2458656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8C96FB7-4741-B6E0-1D95-72419601FF56}"/>
              </a:ext>
            </a:extLst>
          </p:cNvPr>
          <p:cNvSpPr/>
          <p:nvPr/>
        </p:nvSpPr>
        <p:spPr>
          <a:xfrm>
            <a:off x="2084105" y="3374544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E6DA41E-D0B7-70AC-E154-DCCE7774AE50}"/>
              </a:ext>
            </a:extLst>
          </p:cNvPr>
          <p:cNvSpPr/>
          <p:nvPr/>
        </p:nvSpPr>
        <p:spPr>
          <a:xfrm>
            <a:off x="2089142" y="4265543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84B98F2-5077-5B77-5C2A-2DDCD0C9FB51}"/>
              </a:ext>
            </a:extLst>
          </p:cNvPr>
          <p:cNvSpPr/>
          <p:nvPr/>
        </p:nvSpPr>
        <p:spPr>
          <a:xfrm>
            <a:off x="2077134" y="5157716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27BC774-8D68-E4B8-E3B0-06A02ED113D6}"/>
              </a:ext>
            </a:extLst>
          </p:cNvPr>
          <p:cNvSpPr/>
          <p:nvPr/>
        </p:nvSpPr>
        <p:spPr>
          <a:xfrm>
            <a:off x="8543471" y="4751315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ED46A22-B803-C5A6-B952-87D9B5564C50}"/>
              </a:ext>
            </a:extLst>
          </p:cNvPr>
          <p:cNvSpPr/>
          <p:nvPr/>
        </p:nvSpPr>
        <p:spPr>
          <a:xfrm>
            <a:off x="8516258" y="3696932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C878682-7987-5E7A-7774-D4946DA68ED2}"/>
              </a:ext>
            </a:extLst>
          </p:cNvPr>
          <p:cNvSpPr/>
          <p:nvPr/>
        </p:nvSpPr>
        <p:spPr>
          <a:xfrm>
            <a:off x="8516258" y="2642976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497B0FF-78C7-B7C3-AD28-66190B301762}"/>
              </a:ext>
            </a:extLst>
          </p:cNvPr>
          <p:cNvSpPr/>
          <p:nvPr/>
        </p:nvSpPr>
        <p:spPr>
          <a:xfrm>
            <a:off x="8516258" y="1645002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1A97311-3BF2-171E-4D75-88A6A8CC3D12}"/>
              </a:ext>
            </a:extLst>
          </p:cNvPr>
          <p:cNvSpPr/>
          <p:nvPr/>
        </p:nvSpPr>
        <p:spPr>
          <a:xfrm>
            <a:off x="8518071" y="645572"/>
            <a:ext cx="773904" cy="798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03628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F18F63-9822-5E5F-28E7-8ACCE6C02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487" y="0"/>
            <a:ext cx="5915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329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140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51</Words>
  <Application>Microsoft Office PowerPoint</Application>
  <PresentationFormat>Widescreen</PresentationFormat>
  <Paragraphs>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Sukesh Periyasamy</dc:creator>
  <cp:lastModifiedBy>Sukesh Periyasamy</cp:lastModifiedBy>
  <cp:revision>5</cp:revision>
  <dcterms:created xsi:type="dcterms:W3CDTF">2024-05-29T10:08:47Z</dcterms:created>
  <dcterms:modified xsi:type="dcterms:W3CDTF">2024-06-03T15:39:15Z</dcterms:modified>
</cp:coreProperties>
</file>