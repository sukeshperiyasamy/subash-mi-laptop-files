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59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74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51B9-4D0A-BAE5-A8FB-4A3D002DC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2F53B-FD20-C48D-0DB4-E5731F9EB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CD089-F8DF-87BA-F8D2-8161B48A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75D11-061F-0BD1-1193-AC8F66BB4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CC929-026C-7F0D-87AD-0A77C15D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0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EEB4-96B9-315D-5DE0-420C85A8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801D1-3276-2643-457E-9E63F358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332BC-F1BA-4639-39F1-07FD35D0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03D62-3F76-0F02-DA04-F48B58721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5BE7-165E-42FA-FA6D-294645F1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28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7CDD-DF18-951E-3CD8-8532FAEE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98078-B6CE-86BB-BAAE-2929ED503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02AB3-019C-39DE-A81F-20FA523D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B9C0-82A1-C267-BAF3-0FB07ABB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DB527-EEE9-2D98-B264-50F99C0B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8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52D4C-6212-B602-1508-0897E6DF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29E0-61F5-14D0-7D0A-CA3BBA438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66386-C831-A062-FCD5-7057E10A3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189C1-440B-87A7-13EF-3F782B87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6F1-0500-0926-1D7C-73BFAFDD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A3750-3B6C-41D6-B07C-81C999E2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44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A808-FB26-C71E-7DB2-59161DD7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5AD07-D8A8-708C-1255-96545D06B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F1689-9E0E-D4D6-728C-84B0AB3E3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A5318-052C-BE91-2AD6-5C04F8E95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73795-B78B-FAC3-4ADE-44C8E4F3B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A80F9-7642-5FCD-18BA-F90DDDA4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53C62-2587-7DE2-312C-7739DBAB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C414F-A29A-86AE-F29A-7CFF6884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4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2B1B-BD98-A624-D468-441A86AC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91E95-E79F-099C-3CC1-D1589FFB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66086-53B6-8383-9A33-2328529D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3F1A3-C916-3D50-4626-B6D3DD20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1AF61-88D4-85CD-6D94-195D0835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BDE61-B526-D581-EA12-7E63BFF2B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C7F75-E247-078F-1ED9-0D1F6C0D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68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DC16-425D-024A-57E4-448AC1B3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7E53F-58D2-107C-501D-60829542F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3C47D-5776-A282-A43F-1AE14F793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D1BD0-1286-0150-8FAF-A9FCF34A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2D4D7-F1C2-D3EC-B79D-9BB69D0B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5A8B4-ED94-18F3-DD1F-084BE423A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70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ECD9-5B66-89E8-0A07-AE69F62BC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E46E44-441A-E31E-FFC9-2DC0E9A22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223A7-A511-F67B-4335-240D107B4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5200E-6704-2A1B-B22A-10F69291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92301-AF21-BC3A-E6A5-762D60D6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D2897-29E7-928E-5B60-A0784C73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60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1FFD-773C-07F3-B373-A9E64999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C8BB6-6F30-DF98-7861-107AD6197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84CD4-429D-EBEC-0852-5013745E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E6E23-B6D5-99C6-2E6B-52BF2D028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1C574-727C-C3DE-C097-D284C6BC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86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2F85-CAD0-EF12-F429-C8BB7B411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B1F3C-EBCB-8E7B-3711-9A0921B2C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1904C-7FD8-6387-ED7B-6B599FA8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70116-4316-D498-E709-B36587CD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6BB11-A836-A262-06B3-1C99E74A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6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B68C2-9FD2-8B60-E7C0-56E5D203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EA502-6F46-DF93-2396-7FF03C350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BEA19-653F-70E4-F1EE-D66477F8D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69041-0F18-4729-84CE-23E8C145743E}" type="datetimeFigureOut">
              <a:rPr lang="en-IN" smtClean="0"/>
              <a:t>08-05-2024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18ED-A087-9C39-4BFF-E347CE8CC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80606-9918-3073-0808-8B1388B65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7C0F0-939E-4C6C-BD31-88E26E0DD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43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69EE8-79CD-10F7-73A4-AD45C5679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8" y="21771"/>
            <a:ext cx="510048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7A362B-E98B-389B-2B7B-545F2B11A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23" y="976453"/>
            <a:ext cx="2721982" cy="18828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571C479-FA07-BC6D-0976-E8E5227A3CE8}"/>
              </a:ext>
            </a:extLst>
          </p:cNvPr>
          <p:cNvSpPr/>
          <p:nvPr/>
        </p:nvSpPr>
        <p:spPr>
          <a:xfrm>
            <a:off x="4702629" y="2565399"/>
            <a:ext cx="2576286" cy="269965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D5BB8-9C52-0D58-1F53-585A152D4E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863" t="10534" r="17808" b="14735"/>
          <a:stretch/>
        </p:blipFill>
        <p:spPr>
          <a:xfrm>
            <a:off x="4956629" y="3084284"/>
            <a:ext cx="2068286" cy="150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6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69EE8-79CD-10F7-73A4-AD45C5679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8" y="21771"/>
            <a:ext cx="510048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7A362B-E98B-389B-2B7B-545F2B11A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23" y="976453"/>
            <a:ext cx="2721982" cy="188285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571C479-FA07-BC6D-0976-E8E5227A3CE8}"/>
              </a:ext>
            </a:extLst>
          </p:cNvPr>
          <p:cNvSpPr/>
          <p:nvPr/>
        </p:nvSpPr>
        <p:spPr>
          <a:xfrm>
            <a:off x="4702629" y="2565399"/>
            <a:ext cx="2576286" cy="269965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D5BB8-9C52-0D58-1F53-585A152D4E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863" t="10534" r="17808" b="14735"/>
          <a:stretch/>
        </p:blipFill>
        <p:spPr>
          <a:xfrm>
            <a:off x="4956629" y="3084284"/>
            <a:ext cx="2068286" cy="150223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014891-08A8-6F71-C060-9BFB90A7E272}"/>
              </a:ext>
            </a:extLst>
          </p:cNvPr>
          <p:cNvCxnSpPr/>
          <p:nvPr/>
        </p:nvCxnSpPr>
        <p:spPr>
          <a:xfrm>
            <a:off x="5638800" y="3534229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44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9CD75-9ACA-63DC-0133-D53FC2D69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33" y="0"/>
            <a:ext cx="6840164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1291CA-60AC-9DD4-CCC1-2B0B0A07253D}"/>
              </a:ext>
            </a:extLst>
          </p:cNvPr>
          <p:cNvCxnSpPr>
            <a:cxnSpLocks/>
          </p:cNvCxnSpPr>
          <p:nvPr/>
        </p:nvCxnSpPr>
        <p:spPr>
          <a:xfrm flipV="1">
            <a:off x="2452914" y="3294743"/>
            <a:ext cx="2590800" cy="174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F688A0-E151-022B-FDC4-E3B2DDAF5691}"/>
              </a:ext>
            </a:extLst>
          </p:cNvPr>
          <p:cNvCxnSpPr>
            <a:cxnSpLocks/>
          </p:cNvCxnSpPr>
          <p:nvPr/>
        </p:nvCxnSpPr>
        <p:spPr>
          <a:xfrm>
            <a:off x="2619829" y="5490028"/>
            <a:ext cx="29536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5D4FD7-ECFE-1021-DDF5-6DA1A11C7E3F}"/>
              </a:ext>
            </a:extLst>
          </p:cNvPr>
          <p:cNvCxnSpPr>
            <a:cxnSpLocks/>
          </p:cNvCxnSpPr>
          <p:nvPr/>
        </p:nvCxnSpPr>
        <p:spPr>
          <a:xfrm>
            <a:off x="6260646" y="2315029"/>
            <a:ext cx="13666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AB1214-4AE5-80CD-BC23-156ACBFE5092}"/>
              </a:ext>
            </a:extLst>
          </p:cNvPr>
          <p:cNvCxnSpPr>
            <a:cxnSpLocks/>
          </p:cNvCxnSpPr>
          <p:nvPr/>
        </p:nvCxnSpPr>
        <p:spPr>
          <a:xfrm flipH="1">
            <a:off x="4913086" y="2315029"/>
            <a:ext cx="1358446" cy="15385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57E8168-F396-36F7-8355-6E6BD70851F6}"/>
              </a:ext>
            </a:extLst>
          </p:cNvPr>
          <p:cNvSpPr/>
          <p:nvPr/>
        </p:nvSpPr>
        <p:spPr>
          <a:xfrm>
            <a:off x="7627257" y="1950357"/>
            <a:ext cx="703037" cy="7293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2E9DC57-796E-0611-E365-D3D0C4096DA5}"/>
              </a:ext>
            </a:extLst>
          </p:cNvPr>
          <p:cNvCxnSpPr>
            <a:cxnSpLocks/>
          </p:cNvCxnSpPr>
          <p:nvPr/>
        </p:nvCxnSpPr>
        <p:spPr>
          <a:xfrm flipH="1">
            <a:off x="4913086" y="3550558"/>
            <a:ext cx="1857828" cy="484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D7AFC5-1D17-9BB9-E597-A3A237C1F445}"/>
              </a:ext>
            </a:extLst>
          </p:cNvPr>
          <p:cNvCxnSpPr>
            <a:cxnSpLocks/>
          </p:cNvCxnSpPr>
          <p:nvPr/>
        </p:nvCxnSpPr>
        <p:spPr>
          <a:xfrm flipV="1">
            <a:off x="6760029" y="3537857"/>
            <a:ext cx="921734" cy="127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B6D43F9-4383-266A-F5C8-B8C77661E67D}"/>
              </a:ext>
            </a:extLst>
          </p:cNvPr>
          <p:cNvSpPr/>
          <p:nvPr/>
        </p:nvSpPr>
        <p:spPr>
          <a:xfrm>
            <a:off x="7699151" y="3179535"/>
            <a:ext cx="703037" cy="7293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85638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B3B59-A243-A35B-3D6C-905E6538E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39" y="573110"/>
            <a:ext cx="4976352" cy="536405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D6C178-3481-2D4B-6271-6AE634EF352C}"/>
              </a:ext>
            </a:extLst>
          </p:cNvPr>
          <p:cNvCxnSpPr>
            <a:cxnSpLocks/>
          </p:cNvCxnSpPr>
          <p:nvPr/>
        </p:nvCxnSpPr>
        <p:spPr>
          <a:xfrm flipH="1">
            <a:off x="5786846" y="2686594"/>
            <a:ext cx="901337" cy="6226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3B6BD7-F8B3-5A03-19DA-DA6252F4DC41}"/>
              </a:ext>
            </a:extLst>
          </p:cNvPr>
          <p:cNvCxnSpPr>
            <a:cxnSpLocks/>
          </p:cNvCxnSpPr>
          <p:nvPr/>
        </p:nvCxnSpPr>
        <p:spPr>
          <a:xfrm>
            <a:off x="6688183" y="2690949"/>
            <a:ext cx="11930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139F2DB-8786-B82D-BDC6-9EE4A9FE1B13}"/>
              </a:ext>
            </a:extLst>
          </p:cNvPr>
          <p:cNvSpPr/>
          <p:nvPr/>
        </p:nvSpPr>
        <p:spPr>
          <a:xfrm>
            <a:off x="7878128" y="2418805"/>
            <a:ext cx="512581" cy="53557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606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B3B59-A243-A35B-3D6C-905E6538E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39" y="573110"/>
            <a:ext cx="4976352" cy="536405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D6C178-3481-2D4B-6271-6AE634EF352C}"/>
              </a:ext>
            </a:extLst>
          </p:cNvPr>
          <p:cNvCxnSpPr>
            <a:cxnSpLocks/>
          </p:cNvCxnSpPr>
          <p:nvPr/>
        </p:nvCxnSpPr>
        <p:spPr>
          <a:xfrm flipH="1">
            <a:off x="5786846" y="2686594"/>
            <a:ext cx="901337" cy="6226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3B6BD7-F8B3-5A03-19DA-DA6252F4DC41}"/>
              </a:ext>
            </a:extLst>
          </p:cNvPr>
          <p:cNvCxnSpPr>
            <a:cxnSpLocks/>
          </p:cNvCxnSpPr>
          <p:nvPr/>
        </p:nvCxnSpPr>
        <p:spPr>
          <a:xfrm>
            <a:off x="6688183" y="2690949"/>
            <a:ext cx="119307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139F2DB-8786-B82D-BDC6-9EE4A9FE1B13}"/>
              </a:ext>
            </a:extLst>
          </p:cNvPr>
          <p:cNvSpPr/>
          <p:nvPr/>
        </p:nvSpPr>
        <p:spPr>
          <a:xfrm>
            <a:off x="7878128" y="2418805"/>
            <a:ext cx="512581" cy="53557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8841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2</cp:revision>
  <dcterms:created xsi:type="dcterms:W3CDTF">2024-05-08T04:17:58Z</dcterms:created>
  <dcterms:modified xsi:type="dcterms:W3CDTF">2024-05-08T04:49:12Z</dcterms:modified>
</cp:coreProperties>
</file>