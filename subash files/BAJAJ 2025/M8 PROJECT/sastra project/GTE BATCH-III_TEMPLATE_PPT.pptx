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4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2F4E0-0BE3-4A4C-BC06-BFA91A6E6C26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ED6E0-19C8-4B70-BB0B-C85F25A00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43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66071-2F57-4F94-8D55-8C24035E2693}" type="datetime1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D686284-C436-7563-9C40-CAF05FD718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573" y="167640"/>
            <a:ext cx="6522720" cy="118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40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28F-A65D-4473-86F3-54BF2E72B0A0}" type="datetime1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D57221-4780-CE42-11D1-6A8EA37A5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85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3ADA-C40A-4276-8510-32C8FF292436}" type="datetime1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F873DBF-4057-0BD8-AFEF-A364D5C736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A3ADE-0AD4-4B52-8654-6CDBBED750F0}" type="datetime1">
              <a:rPr lang="en-IN" smtClean="0"/>
              <a:t>17-04-2025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7E8B89-E463-2E32-5C28-5804ECCFAA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7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5A1DD-16C8-475A-8C0C-6A5A0D813E26}" type="datetime1">
              <a:rPr lang="en-IN" smtClean="0"/>
              <a:t>17-04-2025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A289B4-85C6-160F-9C9E-1032506122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77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618F-A83D-4DB4-8DE6-0F5D650A959D}" type="datetime1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9AD41-269E-FFCB-AE95-EA9FC001E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61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17-04-2025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/>
              <a:t>GTE BATCH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DD1E45-B712-5E6B-6FBE-B0AEB29F36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24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216124A-5009-4117-8CCB-9B8100BD532F}" type="datetime1">
              <a:rPr lang="en-IN" smtClean="0"/>
              <a:t>17-04-2025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N"/>
              <a:t>GTE BATCH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A5534A-E2DB-4466-5C9C-ACBE8F75D9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1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3C71E-7DE2-4898-84C2-2C281AEE25AE}" type="datetime1">
              <a:rPr lang="en-IN" smtClean="0"/>
              <a:t>17-04-2025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765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177A-58BB-4053-B06F-D5FFD5904A0B}" type="datetime1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966F9A-A7AA-AE3B-74C6-DED9D297CD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2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C78D-32AB-481A-AA3E-06D32D8FE799}" type="datetime1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50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CDFD627-E7D3-493A-AB09-36B17B54E276}" type="datetime1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98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40DB7FDB-CF16-6445-2B26-EC7A0EBAA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719638"/>
            <a:ext cx="100584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NO:24</a:t>
            </a:r>
          </a:p>
          <a:p>
            <a:r>
              <a:rPr lang="en-IN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GTE BATCH-III (PROJECT WORK _ PHASE I)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ACA5E81-B169-91A4-A98C-5337404DE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36DD-49E1-4195-A03E-DA8709B0EA2B}" type="datetime1">
              <a:rPr lang="en-IN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17-04-2025</a:t>
            </a:fld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DB44FC-A538-C984-24B7-D6B1AD41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4E3ECB-D66F-E980-F1B5-2798E32C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E1F176-E7A5-6ECE-E342-A1E31C2D6DBA}"/>
              </a:ext>
            </a:extLst>
          </p:cNvPr>
          <p:cNvSpPr txBox="1"/>
          <p:nvPr/>
        </p:nvSpPr>
        <p:spPr>
          <a:xfrm>
            <a:off x="135228" y="2024792"/>
            <a:ext cx="119258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Advanced short circuit preventive mechanism for Electric vehicles</a:t>
            </a:r>
            <a:endParaRPr lang="en-IN" sz="5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560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F6E8-575C-945E-9CF3-E22440FB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BC214-CEF1-DB14-F7EA-D8C4E0EF9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311" y="2109751"/>
            <a:ext cx="10058400" cy="3350891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EVs face safety risks from short circuits and battery imbalance.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real-time detection and response.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AI to monitor temperature, current, and voltage.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detect abnormalities early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predicts risks and suggests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prtactive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safety measures.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7D07A-076F-E20C-9C3C-9EF34C62D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B957-43A8-4BAB-A2CE-11CADCC53FA8}" type="datetime1">
              <a:rPr lang="en-IN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17-04-2025</a:t>
            </a:fld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FA8BB-E352-31B4-AFED-4352160F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AA022-4181-62BB-F918-E4B7F654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</p:spTree>
    <p:extLst>
      <p:ext uri="{BB962C8B-B14F-4D97-AF65-F5344CB8AC3E}">
        <p14:creationId xmlns:p14="http://schemas.microsoft.com/office/powerpoint/2010/main" val="194101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A719-1507-C2A1-574A-9A5A2E33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3E3E8-5252-FF0A-F1D0-D89A3FC22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77553"/>
            <a:ext cx="10058400" cy="3492559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proposes an advanced short circuit prevention system for EVs to enhance safety and performance.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like fuses and breaks are too slow and reactive for modern EV needs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high-speed sensing, machine learning, and intelligent control to predict and prevent faults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components and self-diagnostics enable fast response, real-time monitoring, and auto-recovery.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Simulations show improved speed, accuracy, and reliability over conventional protection techniques.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A6AD8-FE32-598B-2ADD-4AF7ABDD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5038-5746-4D72-AC90-14380DBA6415}" type="datetime1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17-04-2025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EDAC9-821D-7ABF-D2F2-00276F14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61707-B1B8-1B85-DAA4-8804D92D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2E83F549-0B28-34B3-79FD-D025AEC7B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FA7758F-D19F-0788-736B-757B8D1A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430" y="-41740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8C83C7D-CB71-3C03-271E-FE724CE4B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611787"/>
              </p:ext>
            </p:extLst>
          </p:nvPr>
        </p:nvGraphicFramePr>
        <p:xfrm>
          <a:off x="592430" y="1737360"/>
          <a:ext cx="11088708" cy="371162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7720">
                  <a:extLst>
                    <a:ext uri="{9D8B030D-6E8A-4147-A177-3AD203B41FA5}">
                      <a16:colId xmlns:a16="http://schemas.microsoft.com/office/drawing/2014/main" val="3396984231"/>
                    </a:ext>
                  </a:extLst>
                </a:gridCol>
                <a:gridCol w="2971664">
                  <a:extLst>
                    <a:ext uri="{9D8B030D-6E8A-4147-A177-3AD203B41FA5}">
                      <a16:colId xmlns:a16="http://schemas.microsoft.com/office/drawing/2014/main" val="1733671280"/>
                    </a:ext>
                  </a:extLst>
                </a:gridCol>
                <a:gridCol w="3693880">
                  <a:extLst>
                    <a:ext uri="{9D8B030D-6E8A-4147-A177-3AD203B41FA5}">
                      <a16:colId xmlns:a16="http://schemas.microsoft.com/office/drawing/2014/main" val="4185633288"/>
                    </a:ext>
                  </a:extLst>
                </a:gridCol>
                <a:gridCol w="3505444">
                  <a:extLst>
                    <a:ext uri="{9D8B030D-6E8A-4147-A177-3AD203B41FA5}">
                      <a16:colId xmlns:a16="http://schemas.microsoft.com/office/drawing/2014/main" val="2887656272"/>
                    </a:ext>
                  </a:extLst>
                </a:gridCol>
              </a:tblGrid>
              <a:tr h="803235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Year of publication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1290042"/>
                  </a:ext>
                </a:extLst>
              </a:tr>
              <a:tr h="1151303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2024, IEEE Transactions on Industrial Electronics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"Quantitative Diagnosis of Internal Short Circuit for Lithium-Ion Batteries Using Relaxation Voltage"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Focuses primarily on diagnosis without providing real-time mitigation strategies for detected faults.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316927"/>
                  </a:ext>
                </a:extLst>
              </a:tr>
              <a:tr h="803235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2.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2024, IEEE Access</a:t>
                      </a:r>
                    </a:p>
                    <a:p>
                      <a:pPr algn="l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"Short Circuit Effects on HV Feeders of Optimally Located Electric Vehicle Fast Charging Stations"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Addresses stationary systems only; does not factor in dynamic or mobile EV charging scenarios.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976671"/>
                  </a:ext>
                </a:extLst>
              </a:tr>
              <a:tr h="803235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3.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2022, IEEE Transactions on Power Electronics</a:t>
                      </a:r>
                      <a:endParaRPr lang="en-IN" sz="16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"An Online Data-Driven Fault Diagnosis and Thermal Runaway Early Warning for Electric Vehicle Batteries"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Limited to battery systems; lacks consideration of external factors like environmental conditions.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693775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EE0CC7C0-A173-42A3-F9D7-13111CABF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B760-3CC9-4D69-B113-7E5474D03B43}" type="datetime1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17-04-2025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D8AC24-5949-31E2-65D5-CBA83DFB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78C188-9960-59B1-19F0-4164D326F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</p:spTree>
    <p:extLst>
      <p:ext uri="{BB962C8B-B14F-4D97-AF65-F5344CB8AC3E}">
        <p14:creationId xmlns:p14="http://schemas.microsoft.com/office/powerpoint/2010/main" val="2990378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EBED1-9F31-7705-09F3-1E578ABA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27D59-5BC6-7822-32A9-356F82E3B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01569"/>
            <a:ext cx="10058400" cy="3119072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 a sensor-based circuit with a PIC microcontroller.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 and train an AI model for fault prediction.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Embed the model for real-time monitoring and alerts.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Test, refine, and deploy the system for EV use.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6682-D983-9D81-1426-5EC359968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BE5B-9B16-4360-880C-80463CECC742}" type="datetime1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17-04-2025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B3915-7D4E-CFFF-CC2F-434F7703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78DEF-F409-14ED-14E6-D16AE0390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</p:spTree>
    <p:extLst>
      <p:ext uri="{BB962C8B-B14F-4D97-AF65-F5344CB8AC3E}">
        <p14:creationId xmlns:p14="http://schemas.microsoft.com/office/powerpoint/2010/main" val="4108110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039A-88A4-278A-6376-DD89FA57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1F710-E8CE-0C70-F6DE-4ABBA0651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735" y="1845734"/>
            <a:ext cx="9742868" cy="3402407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and Roles –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6400" dirty="0"/>
              <a:t>          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Subash P (GTE3B2561):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Responsible for  data collection, and preparing project presentations.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6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Nathish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(GTE3A2544):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Contributed by helping in project documentation.</a:t>
            </a: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Sujit M(GTE3B2562):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Focused on studying previous research papers to gather useful data,  assisted in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presentation work.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6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Monish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(GTE3A2542):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Managed testing of final outputs and verified accuracy of model     </a:t>
            </a:r>
          </a:p>
          <a:p>
            <a:pPr marL="0" indent="0"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switching and  results.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Sarvesh M D (GTE3A2554):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for Documentation.</a:t>
            </a:r>
          </a:p>
          <a:p>
            <a:pPr marL="0" indent="0"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>
              <a:buNone/>
            </a:pPr>
            <a:r>
              <a:rPr lang="en-IN" sz="2000" b="1" dirty="0"/>
              <a:t>           </a:t>
            </a:r>
            <a:endParaRPr lang="en-IN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E6E67-9444-F3C1-62F7-4A99C676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8A60-4563-4A09-AD58-5EF9B34A3C45}" type="datetime1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17-04-2025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4E29C-A1E6-7B2C-0832-38AA840B8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E4E8A-CD19-14AD-D09E-89090EE48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</p:spTree>
    <p:extLst>
      <p:ext uri="{BB962C8B-B14F-4D97-AF65-F5344CB8AC3E}">
        <p14:creationId xmlns:p14="http://schemas.microsoft.com/office/powerpoint/2010/main" val="9978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4BC1D-6716-7CA8-D750-4F144D698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353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 &amp; COST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7C0C-F84C-965F-957C-E2DE1E587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836" y="2361341"/>
            <a:ext cx="9660175" cy="3056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&amp; Research – Topic finalized, basic study completed.</a:t>
            </a:r>
          </a:p>
          <a:p>
            <a:pPr>
              <a:buFont typeface="+mj-lt"/>
              <a:buAutoNum type="arabicPeriod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– Sensor logic and conveyor setup in progress.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Refinement – Yet to begin, planned next.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Presentation – To be done at the end</a:t>
            </a:r>
            <a:r>
              <a:rPr lang="en-IN" sz="24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62DD7-6D6D-47B1-8FB7-3C58C82E3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A4E1-04DD-4C35-A5C2-F877287BC57C}" type="datetime1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17-04-2025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A6668-D551-A875-19C2-CFDACAB87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0B1BB-829D-5570-FD4C-E875D2879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</p:spTree>
    <p:extLst>
      <p:ext uri="{BB962C8B-B14F-4D97-AF65-F5344CB8AC3E}">
        <p14:creationId xmlns:p14="http://schemas.microsoft.com/office/powerpoint/2010/main" val="1099414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D7C6F-7DF3-92A3-C989-9DC6D62BD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17-04-2025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4A488B-FDAA-47EF-7BE9-797E03EF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16C5B-4BCD-453B-AF6C-A79C1F90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AFA8D-BA07-CCC1-0584-C06682AC411C}"/>
              </a:ext>
            </a:extLst>
          </p:cNvPr>
          <p:cNvSpPr txBox="1"/>
          <p:nvPr/>
        </p:nvSpPr>
        <p:spPr>
          <a:xfrm>
            <a:off x="1481447" y="346085"/>
            <a:ext cx="8301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 &amp; COST ANALYSIS</a:t>
            </a:r>
            <a:endParaRPr lang="en-IN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1D9B3-62AB-CBC4-F024-D76F14C09F60}"/>
              </a:ext>
            </a:extLst>
          </p:cNvPr>
          <p:cNvSpPr txBox="1"/>
          <p:nvPr/>
        </p:nvSpPr>
        <p:spPr>
          <a:xfrm>
            <a:off x="1481447" y="1507808"/>
            <a:ext cx="94438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Milestones &amp; Deliverables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1–2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Topic finalization, team role distribution, research.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3–4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Select sensors that can accurately detect the mechanism 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5–6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Choose the components to built the kit.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7.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Assemble components.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Final report, presentation, and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941A4E-D2E4-66D3-809B-1AC59B145A25}"/>
              </a:ext>
            </a:extLst>
          </p:cNvPr>
          <p:cNvSpPr txBox="1"/>
          <p:nvPr/>
        </p:nvSpPr>
        <p:spPr>
          <a:xfrm>
            <a:off x="1481447" y="4015921"/>
            <a:ext cx="60979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Plan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check-ins for progress updates.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Google Drive for all resources.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 group for daily coordination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7598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FEC8C-EE83-548A-9AF9-0901B78D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17-04-2025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DFDA2-70D9-E001-D0D5-F41F8ADAE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73FFD-99D2-3656-F88D-50606776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9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36E83A-A559-66C3-5422-F7735E76C3AE}"/>
              </a:ext>
            </a:extLst>
          </p:cNvPr>
          <p:cNvSpPr txBox="1">
            <a:spLocks/>
          </p:cNvSpPr>
          <p:nvPr/>
        </p:nvSpPr>
        <p:spPr>
          <a:xfrm>
            <a:off x="2852670" y="3342068"/>
            <a:ext cx="8303010" cy="2527026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908E98-1802-BDB1-8AAD-196C724FA3B8}"/>
              </a:ext>
            </a:extLst>
          </p:cNvPr>
          <p:cNvSpPr txBox="1"/>
          <p:nvPr/>
        </p:nvSpPr>
        <p:spPr>
          <a:xfrm>
            <a:off x="1161674" y="763525"/>
            <a:ext cx="27277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A9CD6E-9A00-B863-AD90-4612FA5D53A4}"/>
              </a:ext>
            </a:extLst>
          </p:cNvPr>
          <p:cNvCxnSpPr>
            <a:cxnSpLocks/>
          </p:cNvCxnSpPr>
          <p:nvPr/>
        </p:nvCxnSpPr>
        <p:spPr>
          <a:xfrm>
            <a:off x="1281448" y="1652477"/>
            <a:ext cx="96784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56A590-143B-917B-2BD0-E3D972CC0F43}"/>
              </a:ext>
            </a:extLst>
          </p:cNvPr>
          <p:cNvSpPr txBox="1"/>
          <p:nvPr/>
        </p:nvSpPr>
        <p:spPr>
          <a:xfrm>
            <a:off x="1161674" y="2243169"/>
            <a:ext cx="102065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D. Qiao et al., "Quantitative Diagnosis of Internal Short Circuit for Lithium-Ion Batteries Using Relaxation Voltage," in IEEE Transactions on Industrial Electronics, vol. 71, no. 10, pp. 13201-13210, Oct. 2024,doi: 10.1109/TIE.2023.3342289.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D. Walch, A. Geiger and C.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Sültrop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"Inter-Turn Short Circuit Faults and Mitigation Measures for Dual-Three Phase Machines," 2024 International Conference on Electrical Machines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ICEM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Torino, Italy, 2024, pp. 1-7,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10.1109/ICEM60801.2024.10700240.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I. Husain et al., "Electric Drive Technology Trends, Challenges, and Opportunities for Future Electric Vehicles," in Proceedings of the IEEE, vol. 109, no. 6, pp. 1039-1059, June 2021,doi: 10.1109/JPROC.2020.3046112.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4669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284</TotalTime>
  <Words>766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Retrospect</vt:lpstr>
      <vt:lpstr>PowerPoint Presentation</vt:lpstr>
      <vt:lpstr>PROBLEM STATEMENT &amp; OBJECTIVE</vt:lpstr>
      <vt:lpstr>ABSTRACT</vt:lpstr>
      <vt:lpstr>LITERATURE REVIEW</vt:lpstr>
      <vt:lpstr>METHODOLOGY</vt:lpstr>
      <vt:lpstr>TEAM STRENGTH</vt:lpstr>
      <vt:lpstr>PROJECT PLAN &amp; COST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Suvetha PS</dc:creator>
  <cp:lastModifiedBy>subash P</cp:lastModifiedBy>
  <cp:revision>12</cp:revision>
  <dcterms:created xsi:type="dcterms:W3CDTF">2024-06-19T07:02:26Z</dcterms:created>
  <dcterms:modified xsi:type="dcterms:W3CDTF">2025-04-17T17:51:19Z</dcterms:modified>
</cp:coreProperties>
</file>