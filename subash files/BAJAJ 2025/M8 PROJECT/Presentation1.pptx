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1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1E5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>
        <p:scale>
          <a:sx n="66" d="100"/>
          <a:sy n="66" d="100"/>
        </p:scale>
        <p:origin x="1111" y="4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D9DDD-5324-A5D7-0B7D-3858F5C1B5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E4BB16-6276-3D83-BE98-8A9C2E389D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8B4EA-49EC-B0FD-4865-18C0BA4B8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5E2D6-1006-4EBA-A97C-F900F6D46111}" type="datetimeFigureOut">
              <a:rPr lang="en-IN" smtClean="0"/>
              <a:t>21-01-2025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B1E497-DC40-7B83-D4E2-2E3ADFA8F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CF5334-2AF5-4992-52F3-7EECA74CB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613EB-A7A3-4F3A-A871-87B1DA340B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27282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B8594-B518-0AF5-9409-051747F93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DB3CEA-7E82-2ECF-B3F9-646F2F4C9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C7098B-49C7-CBFA-0455-008C09876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5E2D6-1006-4EBA-A97C-F900F6D46111}" type="datetimeFigureOut">
              <a:rPr lang="en-IN" smtClean="0"/>
              <a:t>21-01-2025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3D1D2D-918B-91CB-AE48-BE56EF11CA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79E6DA-9A00-DB99-ED14-A9F8082DA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613EB-A7A3-4F3A-A871-87B1DA340B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231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F8B97-0BA4-6665-E860-3EB13A3EF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BB6E8A-772D-C6E1-EFD9-B263F71D6A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E2B546-3D7D-6499-2C99-A9670FE8C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5E2D6-1006-4EBA-A97C-F900F6D46111}" type="datetimeFigureOut">
              <a:rPr lang="en-IN" smtClean="0"/>
              <a:t>21-01-2025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68F82-C13D-AB33-EB44-C8A9F2F3B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3534ED-7300-301E-A32E-AD3D13016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613EB-A7A3-4F3A-A871-87B1DA340B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1266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230EB-FB8B-9FD4-14A2-18415A50D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F2AA9E-29D9-2394-F8CB-35AD22D8A7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1AB7DC-4948-EA61-48F6-82D1913A9F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F20FB0-0C22-7AFC-88D5-A07A72B3C9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5E2D6-1006-4EBA-A97C-F900F6D46111}" type="datetimeFigureOut">
              <a:rPr lang="en-IN" smtClean="0"/>
              <a:t>21-01-2025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3D2D0F-44F6-B156-6CC8-DA23A3D5D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59A3F5-D6CA-1A4C-28F7-35A8B8F37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613EB-A7A3-4F3A-A871-87B1DA340B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9919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FAC01-4806-9CC5-13ED-9F310A219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524869-9659-BF26-2189-4614EA7988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966AF6-7E24-07C3-4D71-6359F60446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BEE639-245E-5F39-F228-3FCED20BA3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DE4017-AA7E-D80B-A13B-027B6E378C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60C549-3D21-681E-826C-C73C5F847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5E2D6-1006-4EBA-A97C-F900F6D46111}" type="datetimeFigureOut">
              <a:rPr lang="en-IN" smtClean="0"/>
              <a:t>21-01-2025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37F30E-C2A4-ABBA-914B-48D2B4219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F9F67B-6BA2-FA81-7ED2-02FF3F63B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613EB-A7A3-4F3A-A871-87B1DA340B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2091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A643B-1359-780C-80CA-C42D53587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D29143-D611-9B4A-E902-3103F774A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5E2D6-1006-4EBA-A97C-F900F6D46111}" type="datetimeFigureOut">
              <a:rPr lang="en-IN" smtClean="0"/>
              <a:t>21-01-2025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BB2007-36CB-9517-7BD7-60DC5DC89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ABCBAB-1FFF-2B33-1E97-143A3A1C1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613EB-A7A3-4F3A-A871-87B1DA340B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8268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E11E4DE-0810-6F6D-971D-C5184E85D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5E2D6-1006-4EBA-A97C-F900F6D46111}" type="datetimeFigureOut">
              <a:rPr lang="en-IN" smtClean="0"/>
              <a:t>21-01-2025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976556-933C-C0DC-9B87-3D92F2D53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F92270-AC3E-055A-E213-C38E553BC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613EB-A7A3-4F3A-A871-87B1DA340B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4186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4112C-6A6F-D617-0E8F-7C90D2D51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17FEA-E882-FB61-CE30-3474457121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EEC681-0C34-0DF6-E3B9-0965A75D38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267671-175B-994B-64B6-7F3057A00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5E2D6-1006-4EBA-A97C-F900F6D46111}" type="datetimeFigureOut">
              <a:rPr lang="en-IN" smtClean="0"/>
              <a:t>21-01-2025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41E4E6-0A8E-6292-704F-278658C75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4D7105-1E60-C5AD-1321-416D7F818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613EB-A7A3-4F3A-A871-87B1DA340B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5317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C5184-9219-0533-49D9-B9BB43B20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97E52B-FC9D-00A4-BFF8-2FB0902E44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BCDC6B-09F2-3B39-585B-426D54D8B3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B70514-1DF7-F902-E914-AF198B945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5E2D6-1006-4EBA-A97C-F900F6D46111}" type="datetimeFigureOut">
              <a:rPr lang="en-IN" smtClean="0"/>
              <a:t>21-01-2025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482552-C437-2F0C-7FE6-509D2F343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CBEC75-6092-4ABC-15DF-A4913E831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613EB-A7A3-4F3A-A871-87B1DA340B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0668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CD6A0-7228-F741-F256-38314F8FD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28661D-C5AD-954F-AED1-FB0A54CE4D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1A4332-7BC0-8A28-E236-F17BC98E3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5E2D6-1006-4EBA-A97C-F900F6D46111}" type="datetimeFigureOut">
              <a:rPr lang="en-IN" smtClean="0"/>
              <a:t>21-01-2025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34058D-5081-4501-4400-751E5787F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4BEF30-F44F-8D77-0334-FD36A71C3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613EB-A7A3-4F3A-A871-87B1DA340B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7465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9F8985-5E10-9EBC-84E0-260D6F6E87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E4ACE0-D23A-162F-C90A-A79F81844B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DA4F3-3504-7DA9-4823-E8E90B89E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5E2D6-1006-4EBA-A97C-F900F6D46111}" type="datetimeFigureOut">
              <a:rPr lang="en-IN" smtClean="0"/>
              <a:t>21-01-2025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D001DE-C194-EEA9-9580-82B275FE7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5171AF-D340-C5DD-F4EA-9275A5359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D613EB-A7A3-4F3A-A871-87B1DA340B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6206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5C94A2-B898-7F4A-4B9D-956E81A7D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0CEB14-C9B1-B09C-E4A3-EF554E1AAD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40FCE7-47D2-84C3-6722-185D6D28D5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25E2D6-1006-4EBA-A97C-F900F6D46111}" type="datetimeFigureOut">
              <a:rPr lang="en-IN" smtClean="0"/>
              <a:t>21-01-2025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01C1CD-A0B0-8DF7-AD0C-E64315BF5B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7947B4-0547-2918-916D-E9C72B8690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D613EB-A7A3-4F3A-A871-87B1DA340B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5665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44E7B59-89DA-E8B1-A9E2-852B827A5534}"/>
              </a:ext>
            </a:extLst>
          </p:cNvPr>
          <p:cNvSpPr txBox="1"/>
          <p:nvPr/>
        </p:nvSpPr>
        <p:spPr>
          <a:xfrm>
            <a:off x="-488239" y="1359364"/>
            <a:ext cx="840906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/>
            <a:r>
              <a:rPr lang="en-GB" sz="4400" kern="100" dirty="0">
                <a:effectLst/>
                <a:latin typeface="Franklin Gothic Heavy" panose="020B0903020102020204" pitchFamily="34" charset="0"/>
                <a:ea typeface="宋体" panose="02010600030101010101" pitchFamily="2" charset="-122"/>
              </a:rPr>
              <a:t>Advanced short circuit preventive mechanism for Electric vehicles</a:t>
            </a:r>
          </a:p>
        </p:txBody>
      </p:sp>
      <p:grpSp>
        <p:nvGrpSpPr>
          <p:cNvPr id="4" name="Google Shape;103;p27">
            <a:extLst>
              <a:ext uri="{FF2B5EF4-FFF2-40B4-BE49-F238E27FC236}">
                <a16:creationId xmlns:a16="http://schemas.microsoft.com/office/drawing/2014/main" id="{8B25DC03-5639-1660-72E4-74CEB3FD11E9}"/>
              </a:ext>
            </a:extLst>
          </p:cNvPr>
          <p:cNvGrpSpPr/>
          <p:nvPr/>
        </p:nvGrpSpPr>
        <p:grpSpPr>
          <a:xfrm>
            <a:off x="6212115" y="1328058"/>
            <a:ext cx="7424056" cy="5796982"/>
            <a:chOff x="2992125" y="538850"/>
            <a:chExt cx="6603300" cy="4193214"/>
          </a:xfrm>
        </p:grpSpPr>
        <p:sp>
          <p:nvSpPr>
            <p:cNvPr id="5" name="Google Shape;104;p27">
              <a:extLst>
                <a:ext uri="{FF2B5EF4-FFF2-40B4-BE49-F238E27FC236}">
                  <a16:creationId xmlns:a16="http://schemas.microsoft.com/office/drawing/2014/main" id="{4023C341-81BC-F418-4FEB-0781F89CF435}"/>
                </a:ext>
              </a:extLst>
            </p:cNvPr>
            <p:cNvSpPr/>
            <p:nvPr/>
          </p:nvSpPr>
          <p:spPr>
            <a:xfrm>
              <a:off x="6436429" y="3248526"/>
              <a:ext cx="1169834" cy="661276"/>
            </a:xfrm>
            <a:custGeom>
              <a:avLst/>
              <a:gdLst/>
              <a:ahLst/>
              <a:cxnLst/>
              <a:rect l="l" t="t" r="r" b="b"/>
              <a:pathLst>
                <a:path w="12941" h="7315" extrusionOk="0">
                  <a:moveTo>
                    <a:pt x="5157" y="0"/>
                  </a:moveTo>
                  <a:lnTo>
                    <a:pt x="5032" y="31"/>
                  </a:lnTo>
                  <a:lnTo>
                    <a:pt x="656" y="2563"/>
                  </a:lnTo>
                  <a:lnTo>
                    <a:pt x="500" y="2657"/>
                  </a:lnTo>
                  <a:lnTo>
                    <a:pt x="375" y="2782"/>
                  </a:lnTo>
                  <a:lnTo>
                    <a:pt x="250" y="2907"/>
                  </a:lnTo>
                  <a:lnTo>
                    <a:pt x="156" y="3032"/>
                  </a:lnTo>
                  <a:lnTo>
                    <a:pt x="94" y="3188"/>
                  </a:lnTo>
                  <a:lnTo>
                    <a:pt x="31" y="3345"/>
                  </a:lnTo>
                  <a:lnTo>
                    <a:pt x="0" y="3532"/>
                  </a:lnTo>
                  <a:lnTo>
                    <a:pt x="0" y="3688"/>
                  </a:lnTo>
                  <a:lnTo>
                    <a:pt x="0" y="3876"/>
                  </a:lnTo>
                  <a:lnTo>
                    <a:pt x="31" y="4032"/>
                  </a:lnTo>
                  <a:lnTo>
                    <a:pt x="94" y="4189"/>
                  </a:lnTo>
                  <a:lnTo>
                    <a:pt x="156" y="4345"/>
                  </a:lnTo>
                  <a:lnTo>
                    <a:pt x="250" y="4501"/>
                  </a:lnTo>
                  <a:lnTo>
                    <a:pt x="375" y="4626"/>
                  </a:lnTo>
                  <a:lnTo>
                    <a:pt x="500" y="4720"/>
                  </a:lnTo>
                  <a:lnTo>
                    <a:pt x="656" y="4814"/>
                  </a:lnTo>
                  <a:lnTo>
                    <a:pt x="1032" y="5001"/>
                  </a:lnTo>
                  <a:lnTo>
                    <a:pt x="1407" y="5157"/>
                  </a:lnTo>
                  <a:lnTo>
                    <a:pt x="1813" y="5220"/>
                  </a:lnTo>
                  <a:lnTo>
                    <a:pt x="2219" y="5251"/>
                  </a:lnTo>
                  <a:lnTo>
                    <a:pt x="2626" y="5220"/>
                  </a:lnTo>
                  <a:lnTo>
                    <a:pt x="3032" y="5157"/>
                  </a:lnTo>
                  <a:lnTo>
                    <a:pt x="3438" y="5001"/>
                  </a:lnTo>
                  <a:lnTo>
                    <a:pt x="3813" y="4814"/>
                  </a:lnTo>
                  <a:lnTo>
                    <a:pt x="7095" y="2938"/>
                  </a:lnTo>
                  <a:lnTo>
                    <a:pt x="7283" y="2844"/>
                  </a:lnTo>
                  <a:lnTo>
                    <a:pt x="7471" y="2782"/>
                  </a:lnTo>
                  <a:lnTo>
                    <a:pt x="7658" y="2751"/>
                  </a:lnTo>
                  <a:lnTo>
                    <a:pt x="7846" y="2719"/>
                  </a:lnTo>
                  <a:lnTo>
                    <a:pt x="8033" y="2751"/>
                  </a:lnTo>
                  <a:lnTo>
                    <a:pt x="8252" y="2782"/>
                  </a:lnTo>
                  <a:lnTo>
                    <a:pt x="8440" y="2844"/>
                  </a:lnTo>
                  <a:lnTo>
                    <a:pt x="8596" y="2938"/>
                  </a:lnTo>
                  <a:lnTo>
                    <a:pt x="8721" y="3032"/>
                  </a:lnTo>
                  <a:lnTo>
                    <a:pt x="8815" y="3157"/>
                  </a:lnTo>
                  <a:lnTo>
                    <a:pt x="8846" y="3251"/>
                  </a:lnTo>
                  <a:lnTo>
                    <a:pt x="8846" y="3345"/>
                  </a:lnTo>
                  <a:lnTo>
                    <a:pt x="8846" y="3438"/>
                  </a:lnTo>
                  <a:lnTo>
                    <a:pt x="8815" y="3532"/>
                  </a:lnTo>
                  <a:lnTo>
                    <a:pt x="8721" y="3657"/>
                  </a:lnTo>
                  <a:lnTo>
                    <a:pt x="8596" y="3751"/>
                  </a:lnTo>
                  <a:lnTo>
                    <a:pt x="7877" y="4189"/>
                  </a:lnTo>
                  <a:lnTo>
                    <a:pt x="7721" y="4282"/>
                  </a:lnTo>
                  <a:lnTo>
                    <a:pt x="7596" y="4407"/>
                  </a:lnTo>
                  <a:lnTo>
                    <a:pt x="7471" y="4532"/>
                  </a:lnTo>
                  <a:lnTo>
                    <a:pt x="7377" y="4689"/>
                  </a:lnTo>
                  <a:lnTo>
                    <a:pt x="7314" y="4845"/>
                  </a:lnTo>
                  <a:lnTo>
                    <a:pt x="7252" y="5001"/>
                  </a:lnTo>
                  <a:lnTo>
                    <a:pt x="7220" y="5189"/>
                  </a:lnTo>
                  <a:lnTo>
                    <a:pt x="7189" y="5345"/>
                  </a:lnTo>
                  <a:lnTo>
                    <a:pt x="7220" y="5533"/>
                  </a:lnTo>
                  <a:lnTo>
                    <a:pt x="7252" y="5720"/>
                  </a:lnTo>
                  <a:lnTo>
                    <a:pt x="7314" y="5876"/>
                  </a:lnTo>
                  <a:lnTo>
                    <a:pt x="7377" y="6033"/>
                  </a:lnTo>
                  <a:lnTo>
                    <a:pt x="7471" y="6189"/>
                  </a:lnTo>
                  <a:lnTo>
                    <a:pt x="7596" y="6314"/>
                  </a:lnTo>
                  <a:lnTo>
                    <a:pt x="7721" y="6439"/>
                  </a:lnTo>
                  <a:lnTo>
                    <a:pt x="7877" y="6533"/>
                  </a:lnTo>
                  <a:lnTo>
                    <a:pt x="8565" y="6908"/>
                  </a:lnTo>
                  <a:lnTo>
                    <a:pt x="8908" y="7095"/>
                  </a:lnTo>
                  <a:lnTo>
                    <a:pt x="9252" y="7220"/>
                  </a:lnTo>
                  <a:lnTo>
                    <a:pt x="9627" y="7283"/>
                  </a:lnTo>
                  <a:lnTo>
                    <a:pt x="10002" y="7314"/>
                  </a:lnTo>
                  <a:lnTo>
                    <a:pt x="10377" y="7283"/>
                  </a:lnTo>
                  <a:lnTo>
                    <a:pt x="10721" y="7220"/>
                  </a:lnTo>
                  <a:lnTo>
                    <a:pt x="11096" y="7095"/>
                  </a:lnTo>
                  <a:lnTo>
                    <a:pt x="11440" y="6908"/>
                  </a:lnTo>
                  <a:lnTo>
                    <a:pt x="12753" y="6158"/>
                  </a:lnTo>
                  <a:lnTo>
                    <a:pt x="12878" y="6064"/>
                  </a:lnTo>
                  <a:lnTo>
                    <a:pt x="12941" y="5939"/>
                  </a:lnTo>
                  <a:lnTo>
                    <a:pt x="12941" y="5783"/>
                  </a:lnTo>
                  <a:lnTo>
                    <a:pt x="12909" y="5626"/>
                  </a:lnTo>
                  <a:lnTo>
                    <a:pt x="12784" y="5501"/>
                  </a:lnTo>
                  <a:lnTo>
                    <a:pt x="12659" y="5439"/>
                  </a:lnTo>
                  <a:lnTo>
                    <a:pt x="12503" y="5439"/>
                  </a:lnTo>
                  <a:lnTo>
                    <a:pt x="12378" y="5501"/>
                  </a:lnTo>
                  <a:lnTo>
                    <a:pt x="11034" y="6252"/>
                  </a:lnTo>
                  <a:lnTo>
                    <a:pt x="10784" y="6377"/>
                  </a:lnTo>
                  <a:lnTo>
                    <a:pt x="10534" y="6470"/>
                  </a:lnTo>
                  <a:lnTo>
                    <a:pt x="10284" y="6502"/>
                  </a:lnTo>
                  <a:lnTo>
                    <a:pt x="10002" y="6533"/>
                  </a:lnTo>
                  <a:lnTo>
                    <a:pt x="9721" y="6502"/>
                  </a:lnTo>
                  <a:lnTo>
                    <a:pt x="9471" y="6470"/>
                  </a:lnTo>
                  <a:lnTo>
                    <a:pt x="9190" y="6377"/>
                  </a:lnTo>
                  <a:lnTo>
                    <a:pt x="8940" y="6252"/>
                  </a:lnTo>
                  <a:lnTo>
                    <a:pt x="8252" y="5845"/>
                  </a:lnTo>
                  <a:lnTo>
                    <a:pt x="8158" y="5751"/>
                  </a:lnTo>
                  <a:lnTo>
                    <a:pt x="8064" y="5658"/>
                  </a:lnTo>
                  <a:lnTo>
                    <a:pt x="8002" y="5501"/>
                  </a:lnTo>
                  <a:lnTo>
                    <a:pt x="7971" y="5345"/>
                  </a:lnTo>
                  <a:lnTo>
                    <a:pt x="8002" y="5220"/>
                  </a:lnTo>
                  <a:lnTo>
                    <a:pt x="8064" y="5064"/>
                  </a:lnTo>
                  <a:lnTo>
                    <a:pt x="8158" y="4939"/>
                  </a:lnTo>
                  <a:lnTo>
                    <a:pt x="8252" y="4845"/>
                  </a:lnTo>
                  <a:lnTo>
                    <a:pt x="9002" y="4439"/>
                  </a:lnTo>
                  <a:lnTo>
                    <a:pt x="9127" y="4345"/>
                  </a:lnTo>
                  <a:lnTo>
                    <a:pt x="9252" y="4220"/>
                  </a:lnTo>
                  <a:lnTo>
                    <a:pt x="9377" y="4126"/>
                  </a:lnTo>
                  <a:lnTo>
                    <a:pt x="9471" y="3970"/>
                  </a:lnTo>
                  <a:lnTo>
                    <a:pt x="9534" y="3845"/>
                  </a:lnTo>
                  <a:lnTo>
                    <a:pt x="9565" y="3688"/>
                  </a:lnTo>
                  <a:lnTo>
                    <a:pt x="9627" y="3501"/>
                  </a:lnTo>
                  <a:lnTo>
                    <a:pt x="9627" y="3345"/>
                  </a:lnTo>
                  <a:lnTo>
                    <a:pt x="9627" y="3188"/>
                  </a:lnTo>
                  <a:lnTo>
                    <a:pt x="9565" y="3032"/>
                  </a:lnTo>
                  <a:lnTo>
                    <a:pt x="9534" y="2876"/>
                  </a:lnTo>
                  <a:lnTo>
                    <a:pt x="9471" y="2719"/>
                  </a:lnTo>
                  <a:lnTo>
                    <a:pt x="9377" y="2594"/>
                  </a:lnTo>
                  <a:lnTo>
                    <a:pt x="9252" y="2469"/>
                  </a:lnTo>
                  <a:lnTo>
                    <a:pt x="9127" y="2344"/>
                  </a:lnTo>
                  <a:lnTo>
                    <a:pt x="9002" y="2251"/>
                  </a:lnTo>
                  <a:lnTo>
                    <a:pt x="8721" y="2126"/>
                  </a:lnTo>
                  <a:lnTo>
                    <a:pt x="8440" y="2032"/>
                  </a:lnTo>
                  <a:lnTo>
                    <a:pt x="8158" y="1969"/>
                  </a:lnTo>
                  <a:lnTo>
                    <a:pt x="7846" y="1938"/>
                  </a:lnTo>
                  <a:lnTo>
                    <a:pt x="7564" y="1969"/>
                  </a:lnTo>
                  <a:lnTo>
                    <a:pt x="7252" y="2032"/>
                  </a:lnTo>
                  <a:lnTo>
                    <a:pt x="6970" y="2126"/>
                  </a:lnTo>
                  <a:lnTo>
                    <a:pt x="6689" y="2251"/>
                  </a:lnTo>
                  <a:lnTo>
                    <a:pt x="3407" y="4157"/>
                  </a:lnTo>
                  <a:lnTo>
                    <a:pt x="3126" y="4282"/>
                  </a:lnTo>
                  <a:lnTo>
                    <a:pt x="2844" y="4376"/>
                  </a:lnTo>
                  <a:lnTo>
                    <a:pt x="2532" y="4439"/>
                  </a:lnTo>
                  <a:lnTo>
                    <a:pt x="2219" y="4470"/>
                  </a:lnTo>
                  <a:lnTo>
                    <a:pt x="1907" y="4439"/>
                  </a:lnTo>
                  <a:lnTo>
                    <a:pt x="1625" y="4376"/>
                  </a:lnTo>
                  <a:lnTo>
                    <a:pt x="1313" y="4282"/>
                  </a:lnTo>
                  <a:lnTo>
                    <a:pt x="1032" y="4157"/>
                  </a:lnTo>
                  <a:lnTo>
                    <a:pt x="906" y="4063"/>
                  </a:lnTo>
                  <a:lnTo>
                    <a:pt x="844" y="3970"/>
                  </a:lnTo>
                  <a:lnTo>
                    <a:pt x="781" y="3845"/>
                  </a:lnTo>
                  <a:lnTo>
                    <a:pt x="781" y="3688"/>
                  </a:lnTo>
                  <a:lnTo>
                    <a:pt x="781" y="3563"/>
                  </a:lnTo>
                  <a:lnTo>
                    <a:pt x="844" y="3438"/>
                  </a:lnTo>
                  <a:lnTo>
                    <a:pt x="906" y="3313"/>
                  </a:lnTo>
                  <a:lnTo>
                    <a:pt x="1032" y="3251"/>
                  </a:lnTo>
                  <a:lnTo>
                    <a:pt x="5408" y="719"/>
                  </a:lnTo>
                  <a:lnTo>
                    <a:pt x="5533" y="625"/>
                  </a:lnTo>
                  <a:lnTo>
                    <a:pt x="5595" y="469"/>
                  </a:lnTo>
                  <a:lnTo>
                    <a:pt x="5595" y="344"/>
                  </a:lnTo>
                  <a:lnTo>
                    <a:pt x="5564" y="188"/>
                  </a:lnTo>
                  <a:lnTo>
                    <a:pt x="5439" y="63"/>
                  </a:lnTo>
                  <a:lnTo>
                    <a:pt x="53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05;p27">
              <a:extLst>
                <a:ext uri="{FF2B5EF4-FFF2-40B4-BE49-F238E27FC236}">
                  <a16:creationId xmlns:a16="http://schemas.microsoft.com/office/drawing/2014/main" id="{3001BB77-C30D-C253-D85A-DBB3FD2738E1}"/>
                </a:ext>
              </a:extLst>
            </p:cNvPr>
            <p:cNvSpPr/>
            <p:nvPr/>
          </p:nvSpPr>
          <p:spPr>
            <a:xfrm>
              <a:off x="2992125" y="1852649"/>
              <a:ext cx="4351464" cy="2565823"/>
            </a:xfrm>
            <a:custGeom>
              <a:avLst/>
              <a:gdLst/>
              <a:ahLst/>
              <a:cxnLst/>
              <a:rect l="l" t="t" r="r" b="b"/>
              <a:pathLst>
                <a:path w="48137" h="28383" extrusionOk="0">
                  <a:moveTo>
                    <a:pt x="28663" y="1"/>
                  </a:moveTo>
                  <a:lnTo>
                    <a:pt x="28101" y="32"/>
                  </a:lnTo>
                  <a:lnTo>
                    <a:pt x="27569" y="157"/>
                  </a:lnTo>
                  <a:lnTo>
                    <a:pt x="27038" y="313"/>
                  </a:lnTo>
                  <a:lnTo>
                    <a:pt x="26788" y="438"/>
                  </a:lnTo>
                  <a:lnTo>
                    <a:pt x="26538" y="563"/>
                  </a:lnTo>
                  <a:lnTo>
                    <a:pt x="844" y="15411"/>
                  </a:lnTo>
                  <a:lnTo>
                    <a:pt x="625" y="15536"/>
                  </a:lnTo>
                  <a:lnTo>
                    <a:pt x="469" y="15692"/>
                  </a:lnTo>
                  <a:lnTo>
                    <a:pt x="344" y="15848"/>
                  </a:lnTo>
                  <a:lnTo>
                    <a:pt x="219" y="16036"/>
                  </a:lnTo>
                  <a:lnTo>
                    <a:pt x="125" y="16223"/>
                  </a:lnTo>
                  <a:lnTo>
                    <a:pt x="63" y="16442"/>
                  </a:lnTo>
                  <a:lnTo>
                    <a:pt x="32" y="16630"/>
                  </a:lnTo>
                  <a:lnTo>
                    <a:pt x="0" y="16849"/>
                  </a:lnTo>
                  <a:lnTo>
                    <a:pt x="32" y="17067"/>
                  </a:lnTo>
                  <a:lnTo>
                    <a:pt x="63" y="17255"/>
                  </a:lnTo>
                  <a:lnTo>
                    <a:pt x="125" y="17474"/>
                  </a:lnTo>
                  <a:lnTo>
                    <a:pt x="219" y="17661"/>
                  </a:lnTo>
                  <a:lnTo>
                    <a:pt x="344" y="17849"/>
                  </a:lnTo>
                  <a:lnTo>
                    <a:pt x="469" y="18005"/>
                  </a:lnTo>
                  <a:lnTo>
                    <a:pt x="625" y="18161"/>
                  </a:lnTo>
                  <a:lnTo>
                    <a:pt x="844" y="18286"/>
                  </a:lnTo>
                  <a:lnTo>
                    <a:pt x="17379" y="27820"/>
                  </a:lnTo>
                  <a:lnTo>
                    <a:pt x="17629" y="27976"/>
                  </a:lnTo>
                  <a:lnTo>
                    <a:pt x="17879" y="28070"/>
                  </a:lnTo>
                  <a:lnTo>
                    <a:pt x="18411" y="28258"/>
                  </a:lnTo>
                  <a:lnTo>
                    <a:pt x="18942" y="28351"/>
                  </a:lnTo>
                  <a:lnTo>
                    <a:pt x="19505" y="28383"/>
                  </a:lnTo>
                  <a:lnTo>
                    <a:pt x="20036" y="28351"/>
                  </a:lnTo>
                  <a:lnTo>
                    <a:pt x="20568" y="28258"/>
                  </a:lnTo>
                  <a:lnTo>
                    <a:pt x="21099" y="28070"/>
                  </a:lnTo>
                  <a:lnTo>
                    <a:pt x="21349" y="27976"/>
                  </a:lnTo>
                  <a:lnTo>
                    <a:pt x="21599" y="27820"/>
                  </a:lnTo>
                  <a:lnTo>
                    <a:pt x="47324" y="13004"/>
                  </a:lnTo>
                  <a:lnTo>
                    <a:pt x="47511" y="12848"/>
                  </a:lnTo>
                  <a:lnTo>
                    <a:pt x="47668" y="12723"/>
                  </a:lnTo>
                  <a:lnTo>
                    <a:pt x="47824" y="12535"/>
                  </a:lnTo>
                  <a:lnTo>
                    <a:pt x="47949" y="12379"/>
                  </a:lnTo>
                  <a:lnTo>
                    <a:pt x="48012" y="12160"/>
                  </a:lnTo>
                  <a:lnTo>
                    <a:pt x="48074" y="11972"/>
                  </a:lnTo>
                  <a:lnTo>
                    <a:pt x="48137" y="11754"/>
                  </a:lnTo>
                  <a:lnTo>
                    <a:pt x="48137" y="11566"/>
                  </a:lnTo>
                  <a:lnTo>
                    <a:pt x="48137" y="11347"/>
                  </a:lnTo>
                  <a:lnTo>
                    <a:pt x="48074" y="11160"/>
                  </a:lnTo>
                  <a:lnTo>
                    <a:pt x="48012" y="10941"/>
                  </a:lnTo>
                  <a:lnTo>
                    <a:pt x="47949" y="10753"/>
                  </a:lnTo>
                  <a:lnTo>
                    <a:pt x="47824" y="10566"/>
                  </a:lnTo>
                  <a:lnTo>
                    <a:pt x="47668" y="10410"/>
                  </a:lnTo>
                  <a:lnTo>
                    <a:pt x="47511" y="10253"/>
                  </a:lnTo>
                  <a:lnTo>
                    <a:pt x="47324" y="10128"/>
                  </a:lnTo>
                  <a:lnTo>
                    <a:pt x="30758" y="563"/>
                  </a:lnTo>
                  <a:lnTo>
                    <a:pt x="30507" y="438"/>
                  </a:lnTo>
                  <a:lnTo>
                    <a:pt x="30257" y="313"/>
                  </a:lnTo>
                  <a:lnTo>
                    <a:pt x="29726" y="157"/>
                  </a:lnTo>
                  <a:lnTo>
                    <a:pt x="29195" y="32"/>
                  </a:lnTo>
                  <a:lnTo>
                    <a:pt x="28663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06;p27">
              <a:extLst>
                <a:ext uri="{FF2B5EF4-FFF2-40B4-BE49-F238E27FC236}">
                  <a16:creationId xmlns:a16="http://schemas.microsoft.com/office/drawing/2014/main" id="{39C04551-252D-AB67-51A8-5468818B51ED}"/>
                </a:ext>
              </a:extLst>
            </p:cNvPr>
            <p:cNvSpPr/>
            <p:nvPr/>
          </p:nvSpPr>
          <p:spPr>
            <a:xfrm>
              <a:off x="7515740" y="3519710"/>
              <a:ext cx="2079685" cy="1212354"/>
            </a:xfrm>
            <a:custGeom>
              <a:avLst/>
              <a:gdLst/>
              <a:ahLst/>
              <a:cxnLst/>
              <a:rect l="l" t="t" r="r" b="b"/>
              <a:pathLst>
                <a:path w="23006" h="13411" extrusionOk="0">
                  <a:moveTo>
                    <a:pt x="9315" y="1"/>
                  </a:moveTo>
                  <a:lnTo>
                    <a:pt x="9002" y="32"/>
                  </a:lnTo>
                  <a:lnTo>
                    <a:pt x="8721" y="95"/>
                  </a:lnTo>
                  <a:lnTo>
                    <a:pt x="8409" y="188"/>
                  </a:lnTo>
                  <a:lnTo>
                    <a:pt x="8127" y="313"/>
                  </a:lnTo>
                  <a:lnTo>
                    <a:pt x="344" y="4814"/>
                  </a:lnTo>
                  <a:lnTo>
                    <a:pt x="188" y="4939"/>
                  </a:lnTo>
                  <a:lnTo>
                    <a:pt x="63" y="5096"/>
                  </a:lnTo>
                  <a:lnTo>
                    <a:pt x="0" y="5252"/>
                  </a:lnTo>
                  <a:lnTo>
                    <a:pt x="0" y="5440"/>
                  </a:lnTo>
                  <a:lnTo>
                    <a:pt x="0" y="5627"/>
                  </a:lnTo>
                  <a:lnTo>
                    <a:pt x="63" y="5783"/>
                  </a:lnTo>
                  <a:lnTo>
                    <a:pt x="188" y="5940"/>
                  </a:lnTo>
                  <a:lnTo>
                    <a:pt x="344" y="6065"/>
                  </a:lnTo>
                  <a:lnTo>
                    <a:pt x="12472" y="13066"/>
                  </a:lnTo>
                  <a:lnTo>
                    <a:pt x="12785" y="13223"/>
                  </a:lnTo>
                  <a:lnTo>
                    <a:pt x="13066" y="13316"/>
                  </a:lnTo>
                  <a:lnTo>
                    <a:pt x="13378" y="13379"/>
                  </a:lnTo>
                  <a:lnTo>
                    <a:pt x="13691" y="13410"/>
                  </a:lnTo>
                  <a:lnTo>
                    <a:pt x="13972" y="13379"/>
                  </a:lnTo>
                  <a:lnTo>
                    <a:pt x="14285" y="13316"/>
                  </a:lnTo>
                  <a:lnTo>
                    <a:pt x="14598" y="13223"/>
                  </a:lnTo>
                  <a:lnTo>
                    <a:pt x="14879" y="13066"/>
                  </a:lnTo>
                  <a:lnTo>
                    <a:pt x="22662" y="8597"/>
                  </a:lnTo>
                  <a:lnTo>
                    <a:pt x="22818" y="8472"/>
                  </a:lnTo>
                  <a:lnTo>
                    <a:pt x="22912" y="8315"/>
                  </a:lnTo>
                  <a:lnTo>
                    <a:pt x="22975" y="8128"/>
                  </a:lnTo>
                  <a:lnTo>
                    <a:pt x="23006" y="7971"/>
                  </a:lnTo>
                  <a:lnTo>
                    <a:pt x="22975" y="7784"/>
                  </a:lnTo>
                  <a:lnTo>
                    <a:pt x="22912" y="7596"/>
                  </a:lnTo>
                  <a:lnTo>
                    <a:pt x="22818" y="7471"/>
                  </a:lnTo>
                  <a:lnTo>
                    <a:pt x="22662" y="7346"/>
                  </a:lnTo>
                  <a:lnTo>
                    <a:pt x="10503" y="313"/>
                  </a:lnTo>
                  <a:lnTo>
                    <a:pt x="10221" y="188"/>
                  </a:lnTo>
                  <a:lnTo>
                    <a:pt x="9940" y="95"/>
                  </a:lnTo>
                  <a:lnTo>
                    <a:pt x="9628" y="32"/>
                  </a:lnTo>
                  <a:lnTo>
                    <a:pt x="93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07;p27">
              <a:extLst>
                <a:ext uri="{FF2B5EF4-FFF2-40B4-BE49-F238E27FC236}">
                  <a16:creationId xmlns:a16="http://schemas.microsoft.com/office/drawing/2014/main" id="{19E4828A-4D2D-35EE-556C-1DB5C946C297}"/>
                </a:ext>
              </a:extLst>
            </p:cNvPr>
            <p:cNvSpPr/>
            <p:nvPr/>
          </p:nvSpPr>
          <p:spPr>
            <a:xfrm>
              <a:off x="3511984" y="1790547"/>
              <a:ext cx="344866" cy="375883"/>
            </a:xfrm>
            <a:custGeom>
              <a:avLst/>
              <a:gdLst/>
              <a:ahLst/>
              <a:cxnLst/>
              <a:rect l="l" t="t" r="r" b="b"/>
              <a:pathLst>
                <a:path w="3815" h="4158" extrusionOk="0">
                  <a:moveTo>
                    <a:pt x="563" y="0"/>
                  </a:moveTo>
                  <a:lnTo>
                    <a:pt x="438" y="31"/>
                  </a:lnTo>
                  <a:lnTo>
                    <a:pt x="313" y="63"/>
                  </a:lnTo>
                  <a:lnTo>
                    <a:pt x="219" y="156"/>
                  </a:lnTo>
                  <a:lnTo>
                    <a:pt x="126" y="250"/>
                  </a:lnTo>
                  <a:lnTo>
                    <a:pt x="63" y="375"/>
                  </a:lnTo>
                  <a:lnTo>
                    <a:pt x="1" y="532"/>
                  </a:lnTo>
                  <a:lnTo>
                    <a:pt x="1" y="750"/>
                  </a:lnTo>
                  <a:lnTo>
                    <a:pt x="32" y="969"/>
                  </a:lnTo>
                  <a:lnTo>
                    <a:pt x="94" y="1219"/>
                  </a:lnTo>
                  <a:lnTo>
                    <a:pt x="188" y="1469"/>
                  </a:lnTo>
                  <a:lnTo>
                    <a:pt x="282" y="1719"/>
                  </a:lnTo>
                  <a:lnTo>
                    <a:pt x="438" y="1907"/>
                  </a:lnTo>
                  <a:lnTo>
                    <a:pt x="1157" y="2720"/>
                  </a:lnTo>
                  <a:lnTo>
                    <a:pt x="1376" y="2907"/>
                  </a:lnTo>
                  <a:lnTo>
                    <a:pt x="1564" y="3095"/>
                  </a:lnTo>
                  <a:lnTo>
                    <a:pt x="2032" y="3407"/>
                  </a:lnTo>
                  <a:lnTo>
                    <a:pt x="2470" y="3657"/>
                  </a:lnTo>
                  <a:lnTo>
                    <a:pt x="2845" y="3845"/>
                  </a:lnTo>
                  <a:lnTo>
                    <a:pt x="3501" y="4126"/>
                  </a:lnTo>
                  <a:lnTo>
                    <a:pt x="3626" y="4157"/>
                  </a:lnTo>
                  <a:lnTo>
                    <a:pt x="3720" y="4157"/>
                  </a:lnTo>
                  <a:lnTo>
                    <a:pt x="3783" y="4064"/>
                  </a:lnTo>
                  <a:lnTo>
                    <a:pt x="3814" y="3939"/>
                  </a:lnTo>
                  <a:lnTo>
                    <a:pt x="3814" y="3720"/>
                  </a:lnTo>
                  <a:lnTo>
                    <a:pt x="3814" y="3501"/>
                  </a:lnTo>
                  <a:lnTo>
                    <a:pt x="3752" y="3251"/>
                  </a:lnTo>
                  <a:lnTo>
                    <a:pt x="3689" y="3001"/>
                  </a:lnTo>
                  <a:lnTo>
                    <a:pt x="3501" y="2438"/>
                  </a:lnTo>
                  <a:lnTo>
                    <a:pt x="3220" y="1907"/>
                  </a:lnTo>
                  <a:lnTo>
                    <a:pt x="2908" y="1407"/>
                  </a:lnTo>
                  <a:lnTo>
                    <a:pt x="2532" y="969"/>
                  </a:lnTo>
                  <a:lnTo>
                    <a:pt x="2345" y="782"/>
                  </a:lnTo>
                  <a:lnTo>
                    <a:pt x="2157" y="625"/>
                  </a:lnTo>
                  <a:lnTo>
                    <a:pt x="1970" y="500"/>
                  </a:lnTo>
                  <a:lnTo>
                    <a:pt x="1751" y="375"/>
                  </a:lnTo>
                  <a:lnTo>
                    <a:pt x="1188" y="125"/>
                  </a:lnTo>
                  <a:lnTo>
                    <a:pt x="1032" y="63"/>
                  </a:lnTo>
                  <a:lnTo>
                    <a:pt x="876" y="31"/>
                  </a:lnTo>
                  <a:lnTo>
                    <a:pt x="72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08;p27">
              <a:extLst>
                <a:ext uri="{FF2B5EF4-FFF2-40B4-BE49-F238E27FC236}">
                  <a16:creationId xmlns:a16="http://schemas.microsoft.com/office/drawing/2014/main" id="{4B57A1B5-6673-D9C4-C457-016567CBF619}"/>
                </a:ext>
              </a:extLst>
            </p:cNvPr>
            <p:cNvSpPr/>
            <p:nvPr/>
          </p:nvSpPr>
          <p:spPr>
            <a:xfrm>
              <a:off x="7089078" y="1782050"/>
              <a:ext cx="70691" cy="387183"/>
            </a:xfrm>
            <a:custGeom>
              <a:avLst/>
              <a:gdLst/>
              <a:ahLst/>
              <a:cxnLst/>
              <a:rect l="l" t="t" r="r" b="b"/>
              <a:pathLst>
                <a:path w="782" h="4283" extrusionOk="0">
                  <a:moveTo>
                    <a:pt x="0" y="0"/>
                  </a:moveTo>
                  <a:lnTo>
                    <a:pt x="0" y="4283"/>
                  </a:lnTo>
                  <a:lnTo>
                    <a:pt x="782" y="4283"/>
                  </a:lnTo>
                  <a:lnTo>
                    <a:pt x="782" y="2470"/>
                  </a:lnTo>
                  <a:lnTo>
                    <a:pt x="782" y="2157"/>
                  </a:lnTo>
                  <a:lnTo>
                    <a:pt x="751" y="1813"/>
                  </a:lnTo>
                  <a:lnTo>
                    <a:pt x="688" y="1501"/>
                  </a:lnTo>
                  <a:lnTo>
                    <a:pt x="594" y="1188"/>
                  </a:lnTo>
                  <a:lnTo>
                    <a:pt x="469" y="876"/>
                  </a:lnTo>
                  <a:lnTo>
                    <a:pt x="344" y="563"/>
                  </a:lnTo>
                  <a:lnTo>
                    <a:pt x="188" y="2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8C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09;p27">
              <a:extLst>
                <a:ext uri="{FF2B5EF4-FFF2-40B4-BE49-F238E27FC236}">
                  <a16:creationId xmlns:a16="http://schemas.microsoft.com/office/drawing/2014/main" id="{DB0EB5D9-8B2A-9ABC-8E4E-2CC1528D6321}"/>
                </a:ext>
              </a:extLst>
            </p:cNvPr>
            <p:cNvSpPr/>
            <p:nvPr/>
          </p:nvSpPr>
          <p:spPr>
            <a:xfrm>
              <a:off x="3031627" y="2559084"/>
              <a:ext cx="720649" cy="955166"/>
            </a:xfrm>
            <a:custGeom>
              <a:avLst/>
              <a:gdLst/>
              <a:ahLst/>
              <a:cxnLst/>
              <a:rect l="l" t="t" r="r" b="b"/>
              <a:pathLst>
                <a:path w="7972" h="10566" extrusionOk="0">
                  <a:moveTo>
                    <a:pt x="4471" y="0"/>
                  </a:moveTo>
                  <a:lnTo>
                    <a:pt x="4158" y="31"/>
                  </a:lnTo>
                  <a:lnTo>
                    <a:pt x="3877" y="94"/>
                  </a:lnTo>
                  <a:lnTo>
                    <a:pt x="3564" y="219"/>
                  </a:lnTo>
                  <a:lnTo>
                    <a:pt x="3220" y="375"/>
                  </a:lnTo>
                  <a:lnTo>
                    <a:pt x="2908" y="594"/>
                  </a:lnTo>
                  <a:lnTo>
                    <a:pt x="2595" y="844"/>
                  </a:lnTo>
                  <a:lnTo>
                    <a:pt x="2283" y="1125"/>
                  </a:lnTo>
                  <a:lnTo>
                    <a:pt x="1970" y="1438"/>
                  </a:lnTo>
                  <a:lnTo>
                    <a:pt x="1689" y="1782"/>
                  </a:lnTo>
                  <a:lnTo>
                    <a:pt x="1439" y="2157"/>
                  </a:lnTo>
                  <a:lnTo>
                    <a:pt x="1189" y="2563"/>
                  </a:lnTo>
                  <a:lnTo>
                    <a:pt x="939" y="2970"/>
                  </a:lnTo>
                  <a:lnTo>
                    <a:pt x="751" y="3376"/>
                  </a:lnTo>
                  <a:lnTo>
                    <a:pt x="564" y="3814"/>
                  </a:lnTo>
                  <a:lnTo>
                    <a:pt x="376" y="4282"/>
                  </a:lnTo>
                  <a:lnTo>
                    <a:pt x="251" y="4720"/>
                  </a:lnTo>
                  <a:lnTo>
                    <a:pt x="157" y="5189"/>
                  </a:lnTo>
                  <a:lnTo>
                    <a:pt x="63" y="5658"/>
                  </a:lnTo>
                  <a:lnTo>
                    <a:pt x="1" y="6095"/>
                  </a:lnTo>
                  <a:lnTo>
                    <a:pt x="1" y="6564"/>
                  </a:lnTo>
                  <a:lnTo>
                    <a:pt x="32" y="7033"/>
                  </a:lnTo>
                  <a:lnTo>
                    <a:pt x="95" y="7502"/>
                  </a:lnTo>
                  <a:lnTo>
                    <a:pt x="188" y="7908"/>
                  </a:lnTo>
                  <a:lnTo>
                    <a:pt x="313" y="8252"/>
                  </a:lnTo>
                  <a:lnTo>
                    <a:pt x="501" y="8565"/>
                  </a:lnTo>
                  <a:lnTo>
                    <a:pt x="689" y="8846"/>
                  </a:lnTo>
                  <a:lnTo>
                    <a:pt x="939" y="9065"/>
                  </a:lnTo>
                  <a:lnTo>
                    <a:pt x="1189" y="9221"/>
                  </a:lnTo>
                  <a:lnTo>
                    <a:pt x="3502" y="10565"/>
                  </a:lnTo>
                  <a:lnTo>
                    <a:pt x="7972" y="1751"/>
                  </a:lnTo>
                  <a:lnTo>
                    <a:pt x="5471" y="282"/>
                  </a:lnTo>
                  <a:lnTo>
                    <a:pt x="5252" y="156"/>
                  </a:lnTo>
                  <a:lnTo>
                    <a:pt x="5002" y="63"/>
                  </a:lnTo>
                  <a:lnTo>
                    <a:pt x="4721" y="0"/>
                  </a:lnTo>
                  <a:close/>
                </a:path>
              </a:pathLst>
            </a:custGeom>
            <a:solidFill>
              <a:srgbClr val="133D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10;p27">
              <a:extLst>
                <a:ext uri="{FF2B5EF4-FFF2-40B4-BE49-F238E27FC236}">
                  <a16:creationId xmlns:a16="http://schemas.microsoft.com/office/drawing/2014/main" id="{F63668AD-A91F-B911-A430-F29D2F9A6555}"/>
                </a:ext>
              </a:extLst>
            </p:cNvPr>
            <p:cNvSpPr/>
            <p:nvPr/>
          </p:nvSpPr>
          <p:spPr>
            <a:xfrm>
              <a:off x="3254902" y="2686179"/>
              <a:ext cx="584962" cy="850664"/>
            </a:xfrm>
            <a:custGeom>
              <a:avLst/>
              <a:gdLst/>
              <a:ahLst/>
              <a:cxnLst/>
              <a:rect l="l" t="t" r="r" b="b"/>
              <a:pathLst>
                <a:path w="6471" h="9410" extrusionOk="0">
                  <a:moveTo>
                    <a:pt x="4470" y="1"/>
                  </a:moveTo>
                  <a:lnTo>
                    <a:pt x="4189" y="32"/>
                  </a:lnTo>
                  <a:lnTo>
                    <a:pt x="3876" y="95"/>
                  </a:lnTo>
                  <a:lnTo>
                    <a:pt x="3564" y="220"/>
                  </a:lnTo>
                  <a:lnTo>
                    <a:pt x="3220" y="407"/>
                  </a:lnTo>
                  <a:lnTo>
                    <a:pt x="2907" y="595"/>
                  </a:lnTo>
                  <a:lnTo>
                    <a:pt x="2563" y="845"/>
                  </a:lnTo>
                  <a:lnTo>
                    <a:pt x="2251" y="1157"/>
                  </a:lnTo>
                  <a:lnTo>
                    <a:pt x="1969" y="1470"/>
                  </a:lnTo>
                  <a:lnTo>
                    <a:pt x="1688" y="1814"/>
                  </a:lnTo>
                  <a:lnTo>
                    <a:pt x="1407" y="2189"/>
                  </a:lnTo>
                  <a:lnTo>
                    <a:pt x="1157" y="2564"/>
                  </a:lnTo>
                  <a:lnTo>
                    <a:pt x="938" y="2970"/>
                  </a:lnTo>
                  <a:lnTo>
                    <a:pt x="719" y="3408"/>
                  </a:lnTo>
                  <a:lnTo>
                    <a:pt x="532" y="3845"/>
                  </a:lnTo>
                  <a:lnTo>
                    <a:pt x="375" y="4283"/>
                  </a:lnTo>
                  <a:lnTo>
                    <a:pt x="250" y="4752"/>
                  </a:lnTo>
                  <a:lnTo>
                    <a:pt x="125" y="5221"/>
                  </a:lnTo>
                  <a:lnTo>
                    <a:pt x="63" y="5658"/>
                  </a:lnTo>
                  <a:lnTo>
                    <a:pt x="0" y="6127"/>
                  </a:lnTo>
                  <a:lnTo>
                    <a:pt x="0" y="6565"/>
                  </a:lnTo>
                  <a:lnTo>
                    <a:pt x="0" y="7002"/>
                  </a:lnTo>
                  <a:lnTo>
                    <a:pt x="63" y="7409"/>
                  </a:lnTo>
                  <a:lnTo>
                    <a:pt x="125" y="7784"/>
                  </a:lnTo>
                  <a:lnTo>
                    <a:pt x="250" y="8096"/>
                  </a:lnTo>
                  <a:lnTo>
                    <a:pt x="375" y="8409"/>
                  </a:lnTo>
                  <a:lnTo>
                    <a:pt x="532" y="8659"/>
                  </a:lnTo>
                  <a:lnTo>
                    <a:pt x="719" y="8878"/>
                  </a:lnTo>
                  <a:lnTo>
                    <a:pt x="938" y="9065"/>
                  </a:lnTo>
                  <a:lnTo>
                    <a:pt x="1157" y="9222"/>
                  </a:lnTo>
                  <a:lnTo>
                    <a:pt x="1407" y="9316"/>
                  </a:lnTo>
                  <a:lnTo>
                    <a:pt x="1688" y="9378"/>
                  </a:lnTo>
                  <a:lnTo>
                    <a:pt x="1969" y="9409"/>
                  </a:lnTo>
                  <a:lnTo>
                    <a:pt x="2251" y="9378"/>
                  </a:lnTo>
                  <a:lnTo>
                    <a:pt x="2563" y="9316"/>
                  </a:lnTo>
                  <a:lnTo>
                    <a:pt x="2907" y="9190"/>
                  </a:lnTo>
                  <a:lnTo>
                    <a:pt x="3220" y="9034"/>
                  </a:lnTo>
                  <a:lnTo>
                    <a:pt x="3564" y="8815"/>
                  </a:lnTo>
                  <a:lnTo>
                    <a:pt x="3876" y="8565"/>
                  </a:lnTo>
                  <a:lnTo>
                    <a:pt x="4189" y="8284"/>
                  </a:lnTo>
                  <a:lnTo>
                    <a:pt x="4470" y="7940"/>
                  </a:lnTo>
                  <a:lnTo>
                    <a:pt x="4783" y="7596"/>
                  </a:lnTo>
                  <a:lnTo>
                    <a:pt x="5033" y="7253"/>
                  </a:lnTo>
                  <a:lnTo>
                    <a:pt x="5283" y="6846"/>
                  </a:lnTo>
                  <a:lnTo>
                    <a:pt x="5502" y="6440"/>
                  </a:lnTo>
                  <a:lnTo>
                    <a:pt x="5720" y="6002"/>
                  </a:lnTo>
                  <a:lnTo>
                    <a:pt x="5908" y="5565"/>
                  </a:lnTo>
                  <a:lnTo>
                    <a:pt x="6064" y="5127"/>
                  </a:lnTo>
                  <a:lnTo>
                    <a:pt x="6220" y="4658"/>
                  </a:lnTo>
                  <a:lnTo>
                    <a:pt x="6314" y="4221"/>
                  </a:lnTo>
                  <a:lnTo>
                    <a:pt x="6408" y="3752"/>
                  </a:lnTo>
                  <a:lnTo>
                    <a:pt x="6439" y="3283"/>
                  </a:lnTo>
                  <a:lnTo>
                    <a:pt x="6470" y="2845"/>
                  </a:lnTo>
                  <a:lnTo>
                    <a:pt x="6439" y="2408"/>
                  </a:lnTo>
                  <a:lnTo>
                    <a:pt x="6408" y="2001"/>
                  </a:lnTo>
                  <a:lnTo>
                    <a:pt x="6314" y="1626"/>
                  </a:lnTo>
                  <a:lnTo>
                    <a:pt x="6220" y="1314"/>
                  </a:lnTo>
                  <a:lnTo>
                    <a:pt x="6064" y="1001"/>
                  </a:lnTo>
                  <a:lnTo>
                    <a:pt x="5908" y="751"/>
                  </a:lnTo>
                  <a:lnTo>
                    <a:pt x="5720" y="532"/>
                  </a:lnTo>
                  <a:lnTo>
                    <a:pt x="5502" y="345"/>
                  </a:lnTo>
                  <a:lnTo>
                    <a:pt x="5283" y="188"/>
                  </a:lnTo>
                  <a:lnTo>
                    <a:pt x="5033" y="95"/>
                  </a:lnTo>
                  <a:lnTo>
                    <a:pt x="4783" y="32"/>
                  </a:lnTo>
                  <a:lnTo>
                    <a:pt x="4470" y="1"/>
                  </a:lnTo>
                  <a:close/>
                </a:path>
              </a:pathLst>
            </a:custGeom>
            <a:solidFill>
              <a:srgbClr val="0C26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11;p27">
              <a:extLst>
                <a:ext uri="{FF2B5EF4-FFF2-40B4-BE49-F238E27FC236}">
                  <a16:creationId xmlns:a16="http://schemas.microsoft.com/office/drawing/2014/main" id="{E7C9BC64-578D-5233-002C-D9B8AA6A6FAE}"/>
                </a:ext>
              </a:extLst>
            </p:cNvPr>
            <p:cNvSpPr/>
            <p:nvPr/>
          </p:nvSpPr>
          <p:spPr>
            <a:xfrm>
              <a:off x="6507027" y="2152217"/>
              <a:ext cx="720649" cy="955166"/>
            </a:xfrm>
            <a:custGeom>
              <a:avLst/>
              <a:gdLst/>
              <a:ahLst/>
              <a:cxnLst/>
              <a:rect l="l" t="t" r="r" b="b"/>
              <a:pathLst>
                <a:path w="7972" h="10566" extrusionOk="0">
                  <a:moveTo>
                    <a:pt x="4439" y="0"/>
                  </a:moveTo>
                  <a:lnTo>
                    <a:pt x="4158" y="31"/>
                  </a:lnTo>
                  <a:lnTo>
                    <a:pt x="3845" y="125"/>
                  </a:lnTo>
                  <a:lnTo>
                    <a:pt x="3533" y="219"/>
                  </a:lnTo>
                  <a:lnTo>
                    <a:pt x="3220" y="406"/>
                  </a:lnTo>
                  <a:lnTo>
                    <a:pt x="2907" y="594"/>
                  </a:lnTo>
                  <a:lnTo>
                    <a:pt x="2564" y="875"/>
                  </a:lnTo>
                  <a:lnTo>
                    <a:pt x="2251" y="1157"/>
                  </a:lnTo>
                  <a:lnTo>
                    <a:pt x="1970" y="1469"/>
                  </a:lnTo>
                  <a:lnTo>
                    <a:pt x="1688" y="1813"/>
                  </a:lnTo>
                  <a:lnTo>
                    <a:pt x="1407" y="2188"/>
                  </a:lnTo>
                  <a:lnTo>
                    <a:pt x="1157" y="2563"/>
                  </a:lnTo>
                  <a:lnTo>
                    <a:pt x="938" y="2970"/>
                  </a:lnTo>
                  <a:lnTo>
                    <a:pt x="719" y="3407"/>
                  </a:lnTo>
                  <a:lnTo>
                    <a:pt x="532" y="3845"/>
                  </a:lnTo>
                  <a:lnTo>
                    <a:pt x="376" y="4282"/>
                  </a:lnTo>
                  <a:lnTo>
                    <a:pt x="251" y="4751"/>
                  </a:lnTo>
                  <a:lnTo>
                    <a:pt x="125" y="5220"/>
                  </a:lnTo>
                  <a:lnTo>
                    <a:pt x="63" y="5658"/>
                  </a:lnTo>
                  <a:lnTo>
                    <a:pt x="0" y="6127"/>
                  </a:lnTo>
                  <a:lnTo>
                    <a:pt x="0" y="6564"/>
                  </a:lnTo>
                  <a:lnTo>
                    <a:pt x="0" y="7064"/>
                  </a:lnTo>
                  <a:lnTo>
                    <a:pt x="63" y="7502"/>
                  </a:lnTo>
                  <a:lnTo>
                    <a:pt x="188" y="7908"/>
                  </a:lnTo>
                  <a:lnTo>
                    <a:pt x="313" y="8283"/>
                  </a:lnTo>
                  <a:lnTo>
                    <a:pt x="501" y="8596"/>
                  </a:lnTo>
                  <a:lnTo>
                    <a:pt x="688" y="8846"/>
                  </a:lnTo>
                  <a:lnTo>
                    <a:pt x="938" y="9065"/>
                  </a:lnTo>
                  <a:lnTo>
                    <a:pt x="1188" y="9252"/>
                  </a:lnTo>
                  <a:lnTo>
                    <a:pt x="3501" y="10565"/>
                  </a:lnTo>
                  <a:lnTo>
                    <a:pt x="7971" y="1782"/>
                  </a:lnTo>
                  <a:lnTo>
                    <a:pt x="5470" y="313"/>
                  </a:lnTo>
                  <a:lnTo>
                    <a:pt x="5220" y="156"/>
                  </a:lnTo>
                  <a:lnTo>
                    <a:pt x="5002" y="63"/>
                  </a:lnTo>
                  <a:lnTo>
                    <a:pt x="4720" y="31"/>
                  </a:lnTo>
                  <a:lnTo>
                    <a:pt x="4439" y="0"/>
                  </a:lnTo>
                  <a:close/>
                </a:path>
              </a:pathLst>
            </a:custGeom>
            <a:solidFill>
              <a:srgbClr val="0C26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12;p27">
              <a:extLst>
                <a:ext uri="{FF2B5EF4-FFF2-40B4-BE49-F238E27FC236}">
                  <a16:creationId xmlns:a16="http://schemas.microsoft.com/office/drawing/2014/main" id="{B032460F-65A0-F670-08C8-07DE1BD3CB1D}"/>
                </a:ext>
              </a:extLst>
            </p:cNvPr>
            <p:cNvSpPr/>
            <p:nvPr/>
          </p:nvSpPr>
          <p:spPr>
            <a:xfrm>
              <a:off x="4424608" y="3364321"/>
              <a:ext cx="720649" cy="955166"/>
            </a:xfrm>
            <a:custGeom>
              <a:avLst/>
              <a:gdLst/>
              <a:ahLst/>
              <a:cxnLst/>
              <a:rect l="l" t="t" r="r" b="b"/>
              <a:pathLst>
                <a:path w="7972" h="10566" extrusionOk="0">
                  <a:moveTo>
                    <a:pt x="4439" y="1"/>
                  </a:moveTo>
                  <a:lnTo>
                    <a:pt x="4158" y="32"/>
                  </a:lnTo>
                  <a:lnTo>
                    <a:pt x="3877" y="94"/>
                  </a:lnTo>
                  <a:lnTo>
                    <a:pt x="3564" y="219"/>
                  </a:lnTo>
                  <a:lnTo>
                    <a:pt x="3220" y="407"/>
                  </a:lnTo>
                  <a:lnTo>
                    <a:pt x="2908" y="594"/>
                  </a:lnTo>
                  <a:lnTo>
                    <a:pt x="2564" y="845"/>
                  </a:lnTo>
                  <a:lnTo>
                    <a:pt x="2283" y="1126"/>
                  </a:lnTo>
                  <a:lnTo>
                    <a:pt x="1970" y="1470"/>
                  </a:lnTo>
                  <a:lnTo>
                    <a:pt x="1689" y="1814"/>
                  </a:lnTo>
                  <a:lnTo>
                    <a:pt x="1407" y="2157"/>
                  </a:lnTo>
                  <a:lnTo>
                    <a:pt x="1157" y="2564"/>
                  </a:lnTo>
                  <a:lnTo>
                    <a:pt x="938" y="2970"/>
                  </a:lnTo>
                  <a:lnTo>
                    <a:pt x="720" y="3408"/>
                  </a:lnTo>
                  <a:lnTo>
                    <a:pt x="532" y="3845"/>
                  </a:lnTo>
                  <a:lnTo>
                    <a:pt x="376" y="4283"/>
                  </a:lnTo>
                  <a:lnTo>
                    <a:pt x="251" y="4752"/>
                  </a:lnTo>
                  <a:lnTo>
                    <a:pt x="126" y="5221"/>
                  </a:lnTo>
                  <a:lnTo>
                    <a:pt x="63" y="5658"/>
                  </a:lnTo>
                  <a:lnTo>
                    <a:pt x="1" y="6127"/>
                  </a:lnTo>
                  <a:lnTo>
                    <a:pt x="1" y="6565"/>
                  </a:lnTo>
                  <a:lnTo>
                    <a:pt x="32" y="7065"/>
                  </a:lnTo>
                  <a:lnTo>
                    <a:pt x="95" y="7502"/>
                  </a:lnTo>
                  <a:lnTo>
                    <a:pt x="188" y="7909"/>
                  </a:lnTo>
                  <a:lnTo>
                    <a:pt x="313" y="8284"/>
                  </a:lnTo>
                  <a:lnTo>
                    <a:pt x="501" y="8596"/>
                  </a:lnTo>
                  <a:lnTo>
                    <a:pt x="688" y="8846"/>
                  </a:lnTo>
                  <a:lnTo>
                    <a:pt x="938" y="9065"/>
                  </a:lnTo>
                  <a:lnTo>
                    <a:pt x="1189" y="9222"/>
                  </a:lnTo>
                  <a:lnTo>
                    <a:pt x="3502" y="10566"/>
                  </a:lnTo>
                  <a:lnTo>
                    <a:pt x="7971" y="1782"/>
                  </a:lnTo>
                  <a:lnTo>
                    <a:pt x="5471" y="282"/>
                  </a:lnTo>
                  <a:lnTo>
                    <a:pt x="5221" y="157"/>
                  </a:lnTo>
                  <a:lnTo>
                    <a:pt x="5002" y="63"/>
                  </a:lnTo>
                  <a:lnTo>
                    <a:pt x="4721" y="32"/>
                  </a:lnTo>
                  <a:lnTo>
                    <a:pt x="4439" y="1"/>
                  </a:lnTo>
                  <a:close/>
                </a:path>
              </a:pathLst>
            </a:custGeom>
            <a:solidFill>
              <a:srgbClr val="0C26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13;p27">
              <a:extLst>
                <a:ext uri="{FF2B5EF4-FFF2-40B4-BE49-F238E27FC236}">
                  <a16:creationId xmlns:a16="http://schemas.microsoft.com/office/drawing/2014/main" id="{A90C983C-8F30-0E9F-2D36-7F293638696F}"/>
                </a:ext>
              </a:extLst>
            </p:cNvPr>
            <p:cNvSpPr/>
            <p:nvPr/>
          </p:nvSpPr>
          <p:spPr>
            <a:xfrm>
              <a:off x="3048622" y="538850"/>
              <a:ext cx="4266762" cy="3549104"/>
            </a:xfrm>
            <a:custGeom>
              <a:avLst/>
              <a:gdLst/>
              <a:ahLst/>
              <a:cxnLst/>
              <a:rect l="l" t="t" r="r" b="b"/>
              <a:pathLst>
                <a:path w="47200" h="39260" extrusionOk="0">
                  <a:moveTo>
                    <a:pt x="28476" y="0"/>
                  </a:moveTo>
                  <a:lnTo>
                    <a:pt x="27913" y="31"/>
                  </a:lnTo>
                  <a:lnTo>
                    <a:pt x="27382" y="94"/>
                  </a:lnTo>
                  <a:lnTo>
                    <a:pt x="26819" y="219"/>
                  </a:lnTo>
                  <a:lnTo>
                    <a:pt x="26288" y="344"/>
                  </a:lnTo>
                  <a:lnTo>
                    <a:pt x="25756" y="531"/>
                  </a:lnTo>
                  <a:lnTo>
                    <a:pt x="25225" y="719"/>
                  </a:lnTo>
                  <a:lnTo>
                    <a:pt x="24694" y="969"/>
                  </a:lnTo>
                  <a:lnTo>
                    <a:pt x="18786" y="3876"/>
                  </a:lnTo>
                  <a:lnTo>
                    <a:pt x="17942" y="4314"/>
                  </a:lnTo>
                  <a:lnTo>
                    <a:pt x="17098" y="4814"/>
                  </a:lnTo>
                  <a:lnTo>
                    <a:pt x="16317" y="5376"/>
                  </a:lnTo>
                  <a:lnTo>
                    <a:pt x="15535" y="5939"/>
                  </a:lnTo>
                  <a:lnTo>
                    <a:pt x="14785" y="6533"/>
                  </a:lnTo>
                  <a:lnTo>
                    <a:pt x="14097" y="7189"/>
                  </a:lnTo>
                  <a:lnTo>
                    <a:pt x="13410" y="7877"/>
                  </a:lnTo>
                  <a:lnTo>
                    <a:pt x="12753" y="8596"/>
                  </a:lnTo>
                  <a:lnTo>
                    <a:pt x="4158" y="18598"/>
                  </a:lnTo>
                  <a:lnTo>
                    <a:pt x="2313" y="22974"/>
                  </a:lnTo>
                  <a:lnTo>
                    <a:pt x="2063" y="23193"/>
                  </a:lnTo>
                  <a:lnTo>
                    <a:pt x="1813" y="23443"/>
                  </a:lnTo>
                  <a:lnTo>
                    <a:pt x="1470" y="23787"/>
                  </a:lnTo>
                  <a:lnTo>
                    <a:pt x="1126" y="24225"/>
                  </a:lnTo>
                  <a:lnTo>
                    <a:pt x="782" y="24756"/>
                  </a:lnTo>
                  <a:lnTo>
                    <a:pt x="626" y="25069"/>
                  </a:lnTo>
                  <a:lnTo>
                    <a:pt x="469" y="25381"/>
                  </a:lnTo>
                  <a:lnTo>
                    <a:pt x="313" y="25694"/>
                  </a:lnTo>
                  <a:lnTo>
                    <a:pt x="219" y="26038"/>
                  </a:lnTo>
                  <a:lnTo>
                    <a:pt x="125" y="26413"/>
                  </a:lnTo>
                  <a:lnTo>
                    <a:pt x="32" y="26756"/>
                  </a:lnTo>
                  <a:lnTo>
                    <a:pt x="0" y="27100"/>
                  </a:lnTo>
                  <a:lnTo>
                    <a:pt x="0" y="27475"/>
                  </a:lnTo>
                  <a:lnTo>
                    <a:pt x="0" y="27819"/>
                  </a:lnTo>
                  <a:lnTo>
                    <a:pt x="32" y="28132"/>
                  </a:lnTo>
                  <a:lnTo>
                    <a:pt x="63" y="28476"/>
                  </a:lnTo>
                  <a:lnTo>
                    <a:pt x="125" y="28788"/>
                  </a:lnTo>
                  <a:lnTo>
                    <a:pt x="313" y="29382"/>
                  </a:lnTo>
                  <a:lnTo>
                    <a:pt x="532" y="29882"/>
                  </a:lnTo>
                  <a:lnTo>
                    <a:pt x="751" y="30351"/>
                  </a:lnTo>
                  <a:lnTo>
                    <a:pt x="1032" y="30726"/>
                  </a:lnTo>
                  <a:lnTo>
                    <a:pt x="1157" y="30851"/>
                  </a:lnTo>
                  <a:lnTo>
                    <a:pt x="1313" y="31008"/>
                  </a:lnTo>
                  <a:lnTo>
                    <a:pt x="1657" y="31258"/>
                  </a:lnTo>
                  <a:lnTo>
                    <a:pt x="2001" y="31476"/>
                  </a:lnTo>
                  <a:lnTo>
                    <a:pt x="2376" y="31633"/>
                  </a:lnTo>
                  <a:lnTo>
                    <a:pt x="2970" y="31883"/>
                  </a:lnTo>
                  <a:lnTo>
                    <a:pt x="3220" y="31945"/>
                  </a:lnTo>
                  <a:lnTo>
                    <a:pt x="11597" y="36790"/>
                  </a:lnTo>
                  <a:lnTo>
                    <a:pt x="11753" y="37071"/>
                  </a:lnTo>
                  <a:lnTo>
                    <a:pt x="11972" y="37384"/>
                  </a:lnTo>
                  <a:lnTo>
                    <a:pt x="12285" y="37759"/>
                  </a:lnTo>
                  <a:lnTo>
                    <a:pt x="12691" y="38165"/>
                  </a:lnTo>
                  <a:lnTo>
                    <a:pt x="12910" y="38384"/>
                  </a:lnTo>
                  <a:lnTo>
                    <a:pt x="13160" y="38572"/>
                  </a:lnTo>
                  <a:lnTo>
                    <a:pt x="13441" y="38728"/>
                  </a:lnTo>
                  <a:lnTo>
                    <a:pt x="13754" y="38884"/>
                  </a:lnTo>
                  <a:lnTo>
                    <a:pt x="14066" y="39041"/>
                  </a:lnTo>
                  <a:lnTo>
                    <a:pt x="14441" y="39134"/>
                  </a:lnTo>
                  <a:lnTo>
                    <a:pt x="14754" y="39197"/>
                  </a:lnTo>
                  <a:lnTo>
                    <a:pt x="15098" y="39228"/>
                  </a:lnTo>
                  <a:lnTo>
                    <a:pt x="15442" y="39259"/>
                  </a:lnTo>
                  <a:lnTo>
                    <a:pt x="15817" y="39228"/>
                  </a:lnTo>
                  <a:lnTo>
                    <a:pt x="16192" y="39197"/>
                  </a:lnTo>
                  <a:lnTo>
                    <a:pt x="16567" y="39134"/>
                  </a:lnTo>
                  <a:lnTo>
                    <a:pt x="17380" y="38978"/>
                  </a:lnTo>
                  <a:lnTo>
                    <a:pt x="18192" y="38759"/>
                  </a:lnTo>
                  <a:lnTo>
                    <a:pt x="19005" y="38478"/>
                  </a:lnTo>
                  <a:lnTo>
                    <a:pt x="19786" y="38134"/>
                  </a:lnTo>
                  <a:lnTo>
                    <a:pt x="20568" y="37790"/>
                  </a:lnTo>
                  <a:lnTo>
                    <a:pt x="21287" y="37447"/>
                  </a:lnTo>
                  <a:lnTo>
                    <a:pt x="21974" y="37103"/>
                  </a:lnTo>
                  <a:lnTo>
                    <a:pt x="23100" y="36478"/>
                  </a:lnTo>
                  <a:lnTo>
                    <a:pt x="23881" y="36009"/>
                  </a:lnTo>
                  <a:lnTo>
                    <a:pt x="24162" y="35821"/>
                  </a:lnTo>
                  <a:lnTo>
                    <a:pt x="47199" y="22474"/>
                  </a:lnTo>
                  <a:lnTo>
                    <a:pt x="47168" y="22068"/>
                  </a:lnTo>
                  <a:lnTo>
                    <a:pt x="47137" y="21630"/>
                  </a:lnTo>
                  <a:lnTo>
                    <a:pt x="47074" y="21099"/>
                  </a:lnTo>
                  <a:lnTo>
                    <a:pt x="46980" y="20505"/>
                  </a:lnTo>
                  <a:lnTo>
                    <a:pt x="46824" y="19880"/>
                  </a:lnTo>
                  <a:lnTo>
                    <a:pt x="46730" y="19567"/>
                  </a:lnTo>
                  <a:lnTo>
                    <a:pt x="46605" y="19286"/>
                  </a:lnTo>
                  <a:lnTo>
                    <a:pt x="46480" y="19036"/>
                  </a:lnTo>
                  <a:lnTo>
                    <a:pt x="46324" y="18786"/>
                  </a:lnTo>
                  <a:lnTo>
                    <a:pt x="46011" y="18380"/>
                  </a:lnTo>
                  <a:lnTo>
                    <a:pt x="45699" y="18004"/>
                  </a:lnTo>
                  <a:lnTo>
                    <a:pt x="45417" y="17723"/>
                  </a:lnTo>
                  <a:lnTo>
                    <a:pt x="45199" y="17504"/>
                  </a:lnTo>
                  <a:lnTo>
                    <a:pt x="44823" y="17223"/>
                  </a:lnTo>
                  <a:lnTo>
                    <a:pt x="44698" y="17129"/>
                  </a:lnTo>
                  <a:lnTo>
                    <a:pt x="44698" y="13753"/>
                  </a:lnTo>
                  <a:lnTo>
                    <a:pt x="44698" y="13441"/>
                  </a:lnTo>
                  <a:lnTo>
                    <a:pt x="44667" y="13160"/>
                  </a:lnTo>
                  <a:lnTo>
                    <a:pt x="44605" y="12847"/>
                  </a:lnTo>
                  <a:lnTo>
                    <a:pt x="44542" y="12566"/>
                  </a:lnTo>
                  <a:lnTo>
                    <a:pt x="44448" y="12284"/>
                  </a:lnTo>
                  <a:lnTo>
                    <a:pt x="44323" y="12003"/>
                  </a:lnTo>
                  <a:lnTo>
                    <a:pt x="44198" y="11753"/>
                  </a:lnTo>
                  <a:lnTo>
                    <a:pt x="44042" y="11503"/>
                  </a:lnTo>
                  <a:lnTo>
                    <a:pt x="41166" y="7127"/>
                  </a:lnTo>
                  <a:lnTo>
                    <a:pt x="40823" y="6595"/>
                  </a:lnTo>
                  <a:lnTo>
                    <a:pt x="40416" y="6095"/>
                  </a:lnTo>
                  <a:lnTo>
                    <a:pt x="40010" y="5595"/>
                  </a:lnTo>
                  <a:lnTo>
                    <a:pt x="39541" y="5158"/>
                  </a:lnTo>
                  <a:lnTo>
                    <a:pt x="39072" y="4751"/>
                  </a:lnTo>
                  <a:lnTo>
                    <a:pt x="38572" y="4345"/>
                  </a:lnTo>
                  <a:lnTo>
                    <a:pt x="38072" y="3970"/>
                  </a:lnTo>
                  <a:lnTo>
                    <a:pt x="37509" y="3626"/>
                  </a:lnTo>
                  <a:lnTo>
                    <a:pt x="33290" y="1219"/>
                  </a:lnTo>
                  <a:lnTo>
                    <a:pt x="32789" y="938"/>
                  </a:lnTo>
                  <a:lnTo>
                    <a:pt x="32289" y="688"/>
                  </a:lnTo>
                  <a:lnTo>
                    <a:pt x="31758" y="500"/>
                  </a:lnTo>
                  <a:lnTo>
                    <a:pt x="31227" y="344"/>
                  </a:lnTo>
                  <a:lnTo>
                    <a:pt x="30695" y="188"/>
                  </a:lnTo>
                  <a:lnTo>
                    <a:pt x="30133" y="94"/>
                  </a:lnTo>
                  <a:lnTo>
                    <a:pt x="29601" y="31"/>
                  </a:lnTo>
                  <a:lnTo>
                    <a:pt x="29039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14;p27">
              <a:extLst>
                <a:ext uri="{FF2B5EF4-FFF2-40B4-BE49-F238E27FC236}">
                  <a16:creationId xmlns:a16="http://schemas.microsoft.com/office/drawing/2014/main" id="{BD394D99-A393-0435-3C43-4C8FAB1A6D5D}"/>
                </a:ext>
              </a:extLst>
            </p:cNvPr>
            <p:cNvSpPr/>
            <p:nvPr/>
          </p:nvSpPr>
          <p:spPr>
            <a:xfrm>
              <a:off x="6721805" y="2087223"/>
              <a:ext cx="593460" cy="822369"/>
            </a:xfrm>
            <a:custGeom>
              <a:avLst/>
              <a:gdLst/>
              <a:ahLst/>
              <a:cxnLst/>
              <a:rect l="l" t="t" r="r" b="b"/>
              <a:pathLst>
                <a:path w="6565" h="9097" extrusionOk="0">
                  <a:moveTo>
                    <a:pt x="4063" y="0"/>
                  </a:moveTo>
                  <a:lnTo>
                    <a:pt x="3876" y="188"/>
                  </a:lnTo>
                  <a:lnTo>
                    <a:pt x="3345" y="688"/>
                  </a:lnTo>
                  <a:lnTo>
                    <a:pt x="3001" y="1032"/>
                  </a:lnTo>
                  <a:lnTo>
                    <a:pt x="2626" y="1469"/>
                  </a:lnTo>
                  <a:lnTo>
                    <a:pt x="2219" y="1969"/>
                  </a:lnTo>
                  <a:lnTo>
                    <a:pt x="1813" y="2563"/>
                  </a:lnTo>
                  <a:lnTo>
                    <a:pt x="1407" y="3188"/>
                  </a:lnTo>
                  <a:lnTo>
                    <a:pt x="1032" y="3876"/>
                  </a:lnTo>
                  <a:lnTo>
                    <a:pt x="688" y="4626"/>
                  </a:lnTo>
                  <a:lnTo>
                    <a:pt x="531" y="5001"/>
                  </a:lnTo>
                  <a:lnTo>
                    <a:pt x="406" y="5408"/>
                  </a:lnTo>
                  <a:lnTo>
                    <a:pt x="281" y="5845"/>
                  </a:lnTo>
                  <a:lnTo>
                    <a:pt x="188" y="6283"/>
                  </a:lnTo>
                  <a:lnTo>
                    <a:pt x="94" y="6721"/>
                  </a:lnTo>
                  <a:lnTo>
                    <a:pt x="63" y="7158"/>
                  </a:lnTo>
                  <a:lnTo>
                    <a:pt x="31" y="7627"/>
                  </a:lnTo>
                  <a:lnTo>
                    <a:pt x="0" y="8096"/>
                  </a:lnTo>
                  <a:lnTo>
                    <a:pt x="31" y="8596"/>
                  </a:lnTo>
                  <a:lnTo>
                    <a:pt x="94" y="9096"/>
                  </a:lnTo>
                  <a:lnTo>
                    <a:pt x="6564" y="5345"/>
                  </a:lnTo>
                  <a:lnTo>
                    <a:pt x="6533" y="4939"/>
                  </a:lnTo>
                  <a:lnTo>
                    <a:pt x="6502" y="4501"/>
                  </a:lnTo>
                  <a:lnTo>
                    <a:pt x="6439" y="3970"/>
                  </a:lnTo>
                  <a:lnTo>
                    <a:pt x="6345" y="3376"/>
                  </a:lnTo>
                  <a:lnTo>
                    <a:pt x="6189" y="2751"/>
                  </a:lnTo>
                  <a:lnTo>
                    <a:pt x="6095" y="2438"/>
                  </a:lnTo>
                  <a:lnTo>
                    <a:pt x="5970" y="2157"/>
                  </a:lnTo>
                  <a:lnTo>
                    <a:pt x="5845" y="1907"/>
                  </a:lnTo>
                  <a:lnTo>
                    <a:pt x="5689" y="1657"/>
                  </a:lnTo>
                  <a:lnTo>
                    <a:pt x="5376" y="1251"/>
                  </a:lnTo>
                  <a:lnTo>
                    <a:pt x="5064" y="875"/>
                  </a:lnTo>
                  <a:lnTo>
                    <a:pt x="4782" y="594"/>
                  </a:lnTo>
                  <a:lnTo>
                    <a:pt x="4564" y="375"/>
                  </a:lnTo>
                  <a:lnTo>
                    <a:pt x="4188" y="94"/>
                  </a:lnTo>
                  <a:lnTo>
                    <a:pt x="4063" y="0"/>
                  </a:lnTo>
                  <a:close/>
                </a:path>
              </a:pathLst>
            </a:custGeom>
            <a:solidFill>
              <a:srgbClr val="66AFB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15;p27">
              <a:extLst>
                <a:ext uri="{FF2B5EF4-FFF2-40B4-BE49-F238E27FC236}">
                  <a16:creationId xmlns:a16="http://schemas.microsoft.com/office/drawing/2014/main" id="{51418915-409D-B76D-BE73-DD887ADD38E2}"/>
                </a:ext>
              </a:extLst>
            </p:cNvPr>
            <p:cNvSpPr/>
            <p:nvPr/>
          </p:nvSpPr>
          <p:spPr>
            <a:xfrm>
              <a:off x="6730212" y="2282114"/>
              <a:ext cx="585053" cy="850664"/>
            </a:xfrm>
            <a:custGeom>
              <a:avLst/>
              <a:gdLst/>
              <a:ahLst/>
              <a:cxnLst/>
              <a:rect l="l" t="t" r="r" b="b"/>
              <a:pathLst>
                <a:path w="6472" h="9410" extrusionOk="0">
                  <a:moveTo>
                    <a:pt x="4471" y="1"/>
                  </a:moveTo>
                  <a:lnTo>
                    <a:pt x="4189" y="32"/>
                  </a:lnTo>
                  <a:lnTo>
                    <a:pt x="3877" y="95"/>
                  </a:lnTo>
                  <a:lnTo>
                    <a:pt x="3564" y="220"/>
                  </a:lnTo>
                  <a:lnTo>
                    <a:pt x="3220" y="376"/>
                  </a:lnTo>
                  <a:lnTo>
                    <a:pt x="2876" y="595"/>
                  </a:lnTo>
                  <a:lnTo>
                    <a:pt x="2564" y="845"/>
                  </a:lnTo>
                  <a:lnTo>
                    <a:pt x="2251" y="1126"/>
                  </a:lnTo>
                  <a:lnTo>
                    <a:pt x="1970" y="1439"/>
                  </a:lnTo>
                  <a:lnTo>
                    <a:pt x="1689" y="1783"/>
                  </a:lnTo>
                  <a:lnTo>
                    <a:pt x="1407" y="2158"/>
                  </a:lnTo>
                  <a:lnTo>
                    <a:pt x="1157" y="2564"/>
                  </a:lnTo>
                  <a:lnTo>
                    <a:pt x="939" y="2970"/>
                  </a:lnTo>
                  <a:lnTo>
                    <a:pt x="720" y="3408"/>
                  </a:lnTo>
                  <a:lnTo>
                    <a:pt x="532" y="3846"/>
                  </a:lnTo>
                  <a:lnTo>
                    <a:pt x="376" y="4283"/>
                  </a:lnTo>
                  <a:lnTo>
                    <a:pt x="251" y="4752"/>
                  </a:lnTo>
                  <a:lnTo>
                    <a:pt x="126" y="5190"/>
                  </a:lnTo>
                  <a:lnTo>
                    <a:pt x="63" y="5659"/>
                  </a:lnTo>
                  <a:lnTo>
                    <a:pt x="1" y="6127"/>
                  </a:lnTo>
                  <a:lnTo>
                    <a:pt x="1" y="6565"/>
                  </a:lnTo>
                  <a:lnTo>
                    <a:pt x="1" y="7003"/>
                  </a:lnTo>
                  <a:lnTo>
                    <a:pt x="63" y="7409"/>
                  </a:lnTo>
                  <a:lnTo>
                    <a:pt x="126" y="7753"/>
                  </a:lnTo>
                  <a:lnTo>
                    <a:pt x="251" y="8097"/>
                  </a:lnTo>
                  <a:lnTo>
                    <a:pt x="376" y="8409"/>
                  </a:lnTo>
                  <a:lnTo>
                    <a:pt x="532" y="8659"/>
                  </a:lnTo>
                  <a:lnTo>
                    <a:pt x="720" y="8878"/>
                  </a:lnTo>
                  <a:lnTo>
                    <a:pt x="939" y="9066"/>
                  </a:lnTo>
                  <a:lnTo>
                    <a:pt x="1157" y="9222"/>
                  </a:lnTo>
                  <a:lnTo>
                    <a:pt x="1407" y="9316"/>
                  </a:lnTo>
                  <a:lnTo>
                    <a:pt x="1689" y="9378"/>
                  </a:lnTo>
                  <a:lnTo>
                    <a:pt x="1970" y="9409"/>
                  </a:lnTo>
                  <a:lnTo>
                    <a:pt x="2251" y="9378"/>
                  </a:lnTo>
                  <a:lnTo>
                    <a:pt x="2564" y="9284"/>
                  </a:lnTo>
                  <a:lnTo>
                    <a:pt x="2876" y="9191"/>
                  </a:lnTo>
                  <a:lnTo>
                    <a:pt x="3220" y="9003"/>
                  </a:lnTo>
                  <a:lnTo>
                    <a:pt x="3564" y="8784"/>
                  </a:lnTo>
                  <a:lnTo>
                    <a:pt x="3877" y="8534"/>
                  </a:lnTo>
                  <a:lnTo>
                    <a:pt x="4189" y="8253"/>
                  </a:lnTo>
                  <a:lnTo>
                    <a:pt x="4471" y="7940"/>
                  </a:lnTo>
                  <a:lnTo>
                    <a:pt x="4752" y="7597"/>
                  </a:lnTo>
                  <a:lnTo>
                    <a:pt x="5033" y="7221"/>
                  </a:lnTo>
                  <a:lnTo>
                    <a:pt x="5283" y="6846"/>
                  </a:lnTo>
                  <a:lnTo>
                    <a:pt x="5502" y="6440"/>
                  </a:lnTo>
                  <a:lnTo>
                    <a:pt x="5721" y="6002"/>
                  </a:lnTo>
                  <a:lnTo>
                    <a:pt x="5908" y="5565"/>
                  </a:lnTo>
                  <a:lnTo>
                    <a:pt x="6065" y="5096"/>
                  </a:lnTo>
                  <a:lnTo>
                    <a:pt x="6190" y="4658"/>
                  </a:lnTo>
                  <a:lnTo>
                    <a:pt x="6315" y="4189"/>
                  </a:lnTo>
                  <a:lnTo>
                    <a:pt x="6377" y="3721"/>
                  </a:lnTo>
                  <a:lnTo>
                    <a:pt x="6440" y="3283"/>
                  </a:lnTo>
                  <a:lnTo>
                    <a:pt x="6471" y="2814"/>
                  </a:lnTo>
                  <a:lnTo>
                    <a:pt x="6440" y="2408"/>
                  </a:lnTo>
                  <a:lnTo>
                    <a:pt x="6377" y="2001"/>
                  </a:lnTo>
                  <a:lnTo>
                    <a:pt x="6315" y="1626"/>
                  </a:lnTo>
                  <a:lnTo>
                    <a:pt x="6190" y="1283"/>
                  </a:lnTo>
                  <a:lnTo>
                    <a:pt x="6065" y="1001"/>
                  </a:lnTo>
                  <a:lnTo>
                    <a:pt x="5908" y="720"/>
                  </a:lnTo>
                  <a:lnTo>
                    <a:pt x="5721" y="501"/>
                  </a:lnTo>
                  <a:lnTo>
                    <a:pt x="5502" y="314"/>
                  </a:lnTo>
                  <a:lnTo>
                    <a:pt x="5283" y="189"/>
                  </a:lnTo>
                  <a:lnTo>
                    <a:pt x="5033" y="63"/>
                  </a:lnTo>
                  <a:lnTo>
                    <a:pt x="4752" y="1"/>
                  </a:lnTo>
                  <a:close/>
                </a:path>
              </a:pathLst>
            </a:custGeom>
            <a:solidFill>
              <a:srgbClr val="133D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16;p27">
              <a:extLst>
                <a:ext uri="{FF2B5EF4-FFF2-40B4-BE49-F238E27FC236}">
                  <a16:creationId xmlns:a16="http://schemas.microsoft.com/office/drawing/2014/main" id="{463EC9A1-C59F-60BE-89CA-0BCCDD28041E}"/>
                </a:ext>
              </a:extLst>
            </p:cNvPr>
            <p:cNvSpPr/>
            <p:nvPr/>
          </p:nvSpPr>
          <p:spPr>
            <a:xfrm>
              <a:off x="6837600" y="2440396"/>
              <a:ext cx="367466" cy="531281"/>
            </a:xfrm>
            <a:custGeom>
              <a:avLst/>
              <a:gdLst/>
              <a:ahLst/>
              <a:cxnLst/>
              <a:rect l="l" t="t" r="r" b="b"/>
              <a:pathLst>
                <a:path w="4065" h="5877" extrusionOk="0">
                  <a:moveTo>
                    <a:pt x="2626" y="0"/>
                  </a:moveTo>
                  <a:lnTo>
                    <a:pt x="2439" y="63"/>
                  </a:lnTo>
                  <a:lnTo>
                    <a:pt x="2251" y="125"/>
                  </a:lnTo>
                  <a:lnTo>
                    <a:pt x="2032" y="250"/>
                  </a:lnTo>
                  <a:lnTo>
                    <a:pt x="1813" y="375"/>
                  </a:lnTo>
                  <a:lnTo>
                    <a:pt x="1626" y="532"/>
                  </a:lnTo>
                  <a:lnTo>
                    <a:pt x="1438" y="719"/>
                  </a:lnTo>
                  <a:lnTo>
                    <a:pt x="1251" y="907"/>
                  </a:lnTo>
                  <a:lnTo>
                    <a:pt x="907" y="1344"/>
                  </a:lnTo>
                  <a:lnTo>
                    <a:pt x="594" y="1876"/>
                  </a:lnTo>
                  <a:lnTo>
                    <a:pt x="344" y="2407"/>
                  </a:lnTo>
                  <a:lnTo>
                    <a:pt x="157" y="2970"/>
                  </a:lnTo>
                  <a:lnTo>
                    <a:pt x="32" y="3532"/>
                  </a:lnTo>
                  <a:lnTo>
                    <a:pt x="1" y="3845"/>
                  </a:lnTo>
                  <a:lnTo>
                    <a:pt x="1" y="4126"/>
                  </a:lnTo>
                  <a:lnTo>
                    <a:pt x="1" y="4376"/>
                  </a:lnTo>
                  <a:lnTo>
                    <a:pt x="32" y="4626"/>
                  </a:lnTo>
                  <a:lnTo>
                    <a:pt x="94" y="4877"/>
                  </a:lnTo>
                  <a:lnTo>
                    <a:pt x="157" y="5064"/>
                  </a:lnTo>
                  <a:lnTo>
                    <a:pt x="251" y="5252"/>
                  </a:lnTo>
                  <a:lnTo>
                    <a:pt x="344" y="5439"/>
                  </a:lnTo>
                  <a:lnTo>
                    <a:pt x="469" y="5564"/>
                  </a:lnTo>
                  <a:lnTo>
                    <a:pt x="594" y="5689"/>
                  </a:lnTo>
                  <a:lnTo>
                    <a:pt x="751" y="5783"/>
                  </a:lnTo>
                  <a:lnTo>
                    <a:pt x="907" y="5846"/>
                  </a:lnTo>
                  <a:lnTo>
                    <a:pt x="1063" y="5877"/>
                  </a:lnTo>
                  <a:lnTo>
                    <a:pt x="1438" y="5877"/>
                  </a:lnTo>
                  <a:lnTo>
                    <a:pt x="1626" y="5814"/>
                  </a:lnTo>
                  <a:lnTo>
                    <a:pt x="1813" y="5752"/>
                  </a:lnTo>
                  <a:lnTo>
                    <a:pt x="2032" y="5658"/>
                  </a:lnTo>
                  <a:lnTo>
                    <a:pt x="2251" y="5502"/>
                  </a:lnTo>
                  <a:lnTo>
                    <a:pt x="2439" y="5345"/>
                  </a:lnTo>
                  <a:lnTo>
                    <a:pt x="2626" y="5189"/>
                  </a:lnTo>
                  <a:lnTo>
                    <a:pt x="2814" y="4970"/>
                  </a:lnTo>
                  <a:lnTo>
                    <a:pt x="3158" y="4533"/>
                  </a:lnTo>
                  <a:lnTo>
                    <a:pt x="3470" y="4033"/>
                  </a:lnTo>
                  <a:lnTo>
                    <a:pt x="3720" y="3470"/>
                  </a:lnTo>
                  <a:lnTo>
                    <a:pt x="3908" y="2907"/>
                  </a:lnTo>
                  <a:lnTo>
                    <a:pt x="4033" y="2345"/>
                  </a:lnTo>
                  <a:lnTo>
                    <a:pt x="4064" y="2063"/>
                  </a:lnTo>
                  <a:lnTo>
                    <a:pt x="4064" y="1782"/>
                  </a:lnTo>
                  <a:lnTo>
                    <a:pt x="4064" y="1501"/>
                  </a:lnTo>
                  <a:lnTo>
                    <a:pt x="4033" y="1251"/>
                  </a:lnTo>
                  <a:lnTo>
                    <a:pt x="3970" y="1032"/>
                  </a:lnTo>
                  <a:lnTo>
                    <a:pt x="3908" y="813"/>
                  </a:lnTo>
                  <a:lnTo>
                    <a:pt x="3814" y="626"/>
                  </a:lnTo>
                  <a:lnTo>
                    <a:pt x="3720" y="469"/>
                  </a:lnTo>
                  <a:lnTo>
                    <a:pt x="3595" y="313"/>
                  </a:lnTo>
                  <a:lnTo>
                    <a:pt x="3470" y="219"/>
                  </a:lnTo>
                  <a:lnTo>
                    <a:pt x="3314" y="125"/>
                  </a:lnTo>
                  <a:lnTo>
                    <a:pt x="3158" y="63"/>
                  </a:lnTo>
                  <a:lnTo>
                    <a:pt x="300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17;p27">
              <a:extLst>
                <a:ext uri="{FF2B5EF4-FFF2-40B4-BE49-F238E27FC236}">
                  <a16:creationId xmlns:a16="http://schemas.microsoft.com/office/drawing/2014/main" id="{6E363469-97AF-2A19-41FA-8477D27F09B6}"/>
                </a:ext>
              </a:extLst>
            </p:cNvPr>
            <p:cNvSpPr/>
            <p:nvPr/>
          </p:nvSpPr>
          <p:spPr>
            <a:xfrm>
              <a:off x="6863001" y="2477096"/>
              <a:ext cx="316572" cy="460678"/>
            </a:xfrm>
            <a:custGeom>
              <a:avLst/>
              <a:gdLst/>
              <a:ahLst/>
              <a:cxnLst/>
              <a:rect l="l" t="t" r="r" b="b"/>
              <a:pathLst>
                <a:path w="3502" h="5096" extrusionOk="0">
                  <a:moveTo>
                    <a:pt x="2283" y="1"/>
                  </a:moveTo>
                  <a:lnTo>
                    <a:pt x="2095" y="32"/>
                  </a:lnTo>
                  <a:lnTo>
                    <a:pt x="1939" y="95"/>
                  </a:lnTo>
                  <a:lnTo>
                    <a:pt x="1751" y="188"/>
                  </a:lnTo>
                  <a:lnTo>
                    <a:pt x="1564" y="313"/>
                  </a:lnTo>
                  <a:lnTo>
                    <a:pt x="1407" y="438"/>
                  </a:lnTo>
                  <a:lnTo>
                    <a:pt x="1064" y="782"/>
                  </a:lnTo>
                  <a:lnTo>
                    <a:pt x="782" y="1157"/>
                  </a:lnTo>
                  <a:lnTo>
                    <a:pt x="501" y="1595"/>
                  </a:lnTo>
                  <a:lnTo>
                    <a:pt x="282" y="2064"/>
                  </a:lnTo>
                  <a:lnTo>
                    <a:pt x="126" y="2564"/>
                  </a:lnTo>
                  <a:lnTo>
                    <a:pt x="32" y="3064"/>
                  </a:lnTo>
                  <a:lnTo>
                    <a:pt x="1" y="3564"/>
                  </a:lnTo>
                  <a:lnTo>
                    <a:pt x="1" y="3783"/>
                  </a:lnTo>
                  <a:lnTo>
                    <a:pt x="32" y="4002"/>
                  </a:lnTo>
                  <a:lnTo>
                    <a:pt x="63" y="4189"/>
                  </a:lnTo>
                  <a:lnTo>
                    <a:pt x="126" y="4377"/>
                  </a:lnTo>
                  <a:lnTo>
                    <a:pt x="220" y="4533"/>
                  </a:lnTo>
                  <a:lnTo>
                    <a:pt x="282" y="4689"/>
                  </a:lnTo>
                  <a:lnTo>
                    <a:pt x="407" y="4814"/>
                  </a:lnTo>
                  <a:lnTo>
                    <a:pt x="501" y="4908"/>
                  </a:lnTo>
                  <a:lnTo>
                    <a:pt x="626" y="5002"/>
                  </a:lnTo>
                  <a:lnTo>
                    <a:pt x="782" y="5033"/>
                  </a:lnTo>
                  <a:lnTo>
                    <a:pt x="907" y="5064"/>
                  </a:lnTo>
                  <a:lnTo>
                    <a:pt x="1064" y="5096"/>
                  </a:lnTo>
                  <a:lnTo>
                    <a:pt x="1220" y="5064"/>
                  </a:lnTo>
                  <a:lnTo>
                    <a:pt x="1407" y="5033"/>
                  </a:lnTo>
                  <a:lnTo>
                    <a:pt x="1564" y="4971"/>
                  </a:lnTo>
                  <a:lnTo>
                    <a:pt x="1751" y="4877"/>
                  </a:lnTo>
                  <a:lnTo>
                    <a:pt x="1939" y="4752"/>
                  </a:lnTo>
                  <a:lnTo>
                    <a:pt x="2095" y="4627"/>
                  </a:lnTo>
                  <a:lnTo>
                    <a:pt x="2439" y="4314"/>
                  </a:lnTo>
                  <a:lnTo>
                    <a:pt x="2720" y="3908"/>
                  </a:lnTo>
                  <a:lnTo>
                    <a:pt x="3002" y="3470"/>
                  </a:lnTo>
                  <a:lnTo>
                    <a:pt x="3220" y="3001"/>
                  </a:lnTo>
                  <a:lnTo>
                    <a:pt x="3377" y="2501"/>
                  </a:lnTo>
                  <a:lnTo>
                    <a:pt x="3470" y="2032"/>
                  </a:lnTo>
                  <a:lnTo>
                    <a:pt x="3502" y="1532"/>
                  </a:lnTo>
                  <a:lnTo>
                    <a:pt x="3502" y="1282"/>
                  </a:lnTo>
                  <a:lnTo>
                    <a:pt x="3470" y="1063"/>
                  </a:lnTo>
                  <a:lnTo>
                    <a:pt x="3439" y="876"/>
                  </a:lnTo>
                  <a:lnTo>
                    <a:pt x="3377" y="688"/>
                  </a:lnTo>
                  <a:lnTo>
                    <a:pt x="3283" y="532"/>
                  </a:lnTo>
                  <a:lnTo>
                    <a:pt x="3220" y="376"/>
                  </a:lnTo>
                  <a:lnTo>
                    <a:pt x="3095" y="282"/>
                  </a:lnTo>
                  <a:lnTo>
                    <a:pt x="3002" y="157"/>
                  </a:lnTo>
                  <a:lnTo>
                    <a:pt x="2877" y="95"/>
                  </a:lnTo>
                  <a:lnTo>
                    <a:pt x="2720" y="32"/>
                  </a:lnTo>
                  <a:lnTo>
                    <a:pt x="2595" y="1"/>
                  </a:lnTo>
                  <a:close/>
                </a:path>
              </a:pathLst>
            </a:custGeom>
            <a:solidFill>
              <a:srgbClr val="133D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18;p27">
              <a:extLst>
                <a:ext uri="{FF2B5EF4-FFF2-40B4-BE49-F238E27FC236}">
                  <a16:creationId xmlns:a16="http://schemas.microsoft.com/office/drawing/2014/main" id="{083F2440-2FF1-6F55-AC77-FAA4F2639859}"/>
                </a:ext>
              </a:extLst>
            </p:cNvPr>
            <p:cNvSpPr/>
            <p:nvPr/>
          </p:nvSpPr>
          <p:spPr>
            <a:xfrm>
              <a:off x="6848900" y="2460192"/>
              <a:ext cx="344776" cy="491686"/>
            </a:xfrm>
            <a:custGeom>
              <a:avLst/>
              <a:gdLst/>
              <a:ahLst/>
              <a:cxnLst/>
              <a:rect l="l" t="t" r="r" b="b"/>
              <a:pathLst>
                <a:path w="3814" h="5439" extrusionOk="0">
                  <a:moveTo>
                    <a:pt x="3064" y="0"/>
                  </a:moveTo>
                  <a:lnTo>
                    <a:pt x="2439" y="1250"/>
                  </a:lnTo>
                  <a:lnTo>
                    <a:pt x="2345" y="1344"/>
                  </a:lnTo>
                  <a:lnTo>
                    <a:pt x="2251" y="1407"/>
                  </a:lnTo>
                  <a:lnTo>
                    <a:pt x="2220" y="1376"/>
                  </a:lnTo>
                  <a:lnTo>
                    <a:pt x="2189" y="1376"/>
                  </a:lnTo>
                  <a:lnTo>
                    <a:pt x="2157" y="1250"/>
                  </a:lnTo>
                  <a:lnTo>
                    <a:pt x="2157" y="31"/>
                  </a:lnTo>
                  <a:lnTo>
                    <a:pt x="1657" y="313"/>
                  </a:lnTo>
                  <a:lnTo>
                    <a:pt x="1657" y="1563"/>
                  </a:lnTo>
                  <a:lnTo>
                    <a:pt x="1626" y="1688"/>
                  </a:lnTo>
                  <a:lnTo>
                    <a:pt x="1563" y="1813"/>
                  </a:lnTo>
                  <a:lnTo>
                    <a:pt x="1470" y="1876"/>
                  </a:lnTo>
                  <a:lnTo>
                    <a:pt x="1438" y="1876"/>
                  </a:lnTo>
                  <a:lnTo>
                    <a:pt x="1376" y="1844"/>
                  </a:lnTo>
                  <a:lnTo>
                    <a:pt x="751" y="1376"/>
                  </a:lnTo>
                  <a:lnTo>
                    <a:pt x="376" y="2032"/>
                  </a:lnTo>
                  <a:lnTo>
                    <a:pt x="1032" y="2532"/>
                  </a:lnTo>
                  <a:lnTo>
                    <a:pt x="1063" y="2563"/>
                  </a:lnTo>
                  <a:lnTo>
                    <a:pt x="1063" y="2626"/>
                  </a:lnTo>
                  <a:lnTo>
                    <a:pt x="1063" y="2751"/>
                  </a:lnTo>
                  <a:lnTo>
                    <a:pt x="1001" y="2876"/>
                  </a:lnTo>
                  <a:lnTo>
                    <a:pt x="907" y="2970"/>
                  </a:lnTo>
                  <a:lnTo>
                    <a:pt x="1" y="3501"/>
                  </a:lnTo>
                  <a:lnTo>
                    <a:pt x="1" y="4157"/>
                  </a:lnTo>
                  <a:lnTo>
                    <a:pt x="907" y="3626"/>
                  </a:lnTo>
                  <a:lnTo>
                    <a:pt x="1001" y="3626"/>
                  </a:lnTo>
                  <a:lnTo>
                    <a:pt x="1063" y="3689"/>
                  </a:lnTo>
                  <a:lnTo>
                    <a:pt x="1063" y="3782"/>
                  </a:lnTo>
                  <a:lnTo>
                    <a:pt x="1032" y="3939"/>
                  </a:lnTo>
                  <a:lnTo>
                    <a:pt x="376" y="5158"/>
                  </a:lnTo>
                  <a:lnTo>
                    <a:pt x="751" y="5439"/>
                  </a:lnTo>
                  <a:lnTo>
                    <a:pt x="1376" y="4189"/>
                  </a:lnTo>
                  <a:lnTo>
                    <a:pt x="1470" y="4095"/>
                  </a:lnTo>
                  <a:lnTo>
                    <a:pt x="1563" y="4064"/>
                  </a:lnTo>
                  <a:lnTo>
                    <a:pt x="1595" y="4064"/>
                  </a:lnTo>
                  <a:lnTo>
                    <a:pt x="1626" y="4095"/>
                  </a:lnTo>
                  <a:lnTo>
                    <a:pt x="1657" y="4189"/>
                  </a:lnTo>
                  <a:lnTo>
                    <a:pt x="1657" y="5408"/>
                  </a:lnTo>
                  <a:lnTo>
                    <a:pt x="2157" y="5126"/>
                  </a:lnTo>
                  <a:lnTo>
                    <a:pt x="2157" y="3907"/>
                  </a:lnTo>
                  <a:lnTo>
                    <a:pt x="2189" y="3751"/>
                  </a:lnTo>
                  <a:lnTo>
                    <a:pt x="2251" y="3657"/>
                  </a:lnTo>
                  <a:lnTo>
                    <a:pt x="2345" y="3595"/>
                  </a:lnTo>
                  <a:lnTo>
                    <a:pt x="2439" y="3595"/>
                  </a:lnTo>
                  <a:lnTo>
                    <a:pt x="3064" y="4095"/>
                  </a:lnTo>
                  <a:lnTo>
                    <a:pt x="3439" y="3407"/>
                  </a:lnTo>
                  <a:lnTo>
                    <a:pt x="2782" y="2907"/>
                  </a:lnTo>
                  <a:lnTo>
                    <a:pt x="2751" y="2876"/>
                  </a:lnTo>
                  <a:lnTo>
                    <a:pt x="2751" y="2813"/>
                  </a:lnTo>
                  <a:lnTo>
                    <a:pt x="2751" y="2720"/>
                  </a:lnTo>
                  <a:lnTo>
                    <a:pt x="2814" y="2595"/>
                  </a:lnTo>
                  <a:lnTo>
                    <a:pt x="2908" y="2501"/>
                  </a:lnTo>
                  <a:lnTo>
                    <a:pt x="3814" y="1969"/>
                  </a:lnTo>
                  <a:lnTo>
                    <a:pt x="3814" y="1282"/>
                  </a:lnTo>
                  <a:lnTo>
                    <a:pt x="2908" y="1813"/>
                  </a:lnTo>
                  <a:lnTo>
                    <a:pt x="2845" y="1844"/>
                  </a:lnTo>
                  <a:lnTo>
                    <a:pt x="2814" y="1844"/>
                  </a:lnTo>
                  <a:lnTo>
                    <a:pt x="2751" y="1782"/>
                  </a:lnTo>
                  <a:lnTo>
                    <a:pt x="2751" y="1657"/>
                  </a:lnTo>
                  <a:lnTo>
                    <a:pt x="2782" y="1532"/>
                  </a:lnTo>
                  <a:lnTo>
                    <a:pt x="3439" y="282"/>
                  </a:lnTo>
                  <a:lnTo>
                    <a:pt x="306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19;p27">
              <a:extLst>
                <a:ext uri="{FF2B5EF4-FFF2-40B4-BE49-F238E27FC236}">
                  <a16:creationId xmlns:a16="http://schemas.microsoft.com/office/drawing/2014/main" id="{88278CCF-1F23-AA11-3875-7756C71DD9F0}"/>
                </a:ext>
              </a:extLst>
            </p:cNvPr>
            <p:cNvSpPr/>
            <p:nvPr/>
          </p:nvSpPr>
          <p:spPr>
            <a:xfrm>
              <a:off x="6978887" y="2646677"/>
              <a:ext cx="84883" cy="121588"/>
            </a:xfrm>
            <a:custGeom>
              <a:avLst/>
              <a:gdLst/>
              <a:ahLst/>
              <a:cxnLst/>
              <a:rect l="l" t="t" r="r" b="b"/>
              <a:pathLst>
                <a:path w="939" h="1345" extrusionOk="0">
                  <a:moveTo>
                    <a:pt x="563" y="0"/>
                  </a:moveTo>
                  <a:lnTo>
                    <a:pt x="469" y="31"/>
                  </a:lnTo>
                  <a:lnTo>
                    <a:pt x="376" y="125"/>
                  </a:lnTo>
                  <a:lnTo>
                    <a:pt x="282" y="188"/>
                  </a:lnTo>
                  <a:lnTo>
                    <a:pt x="157" y="407"/>
                  </a:lnTo>
                  <a:lnTo>
                    <a:pt x="32" y="657"/>
                  </a:lnTo>
                  <a:lnTo>
                    <a:pt x="0" y="938"/>
                  </a:lnTo>
                  <a:lnTo>
                    <a:pt x="32" y="1063"/>
                  </a:lnTo>
                  <a:lnTo>
                    <a:pt x="32" y="1157"/>
                  </a:lnTo>
                  <a:lnTo>
                    <a:pt x="94" y="1219"/>
                  </a:lnTo>
                  <a:lnTo>
                    <a:pt x="157" y="1282"/>
                  </a:lnTo>
                  <a:lnTo>
                    <a:pt x="219" y="1313"/>
                  </a:lnTo>
                  <a:lnTo>
                    <a:pt x="282" y="1344"/>
                  </a:lnTo>
                  <a:lnTo>
                    <a:pt x="376" y="1313"/>
                  </a:lnTo>
                  <a:lnTo>
                    <a:pt x="469" y="1282"/>
                  </a:lnTo>
                  <a:lnTo>
                    <a:pt x="563" y="1219"/>
                  </a:lnTo>
                  <a:lnTo>
                    <a:pt x="657" y="1125"/>
                  </a:lnTo>
                  <a:lnTo>
                    <a:pt x="782" y="907"/>
                  </a:lnTo>
                  <a:lnTo>
                    <a:pt x="907" y="657"/>
                  </a:lnTo>
                  <a:lnTo>
                    <a:pt x="938" y="407"/>
                  </a:lnTo>
                  <a:lnTo>
                    <a:pt x="938" y="281"/>
                  </a:lnTo>
                  <a:lnTo>
                    <a:pt x="907" y="188"/>
                  </a:lnTo>
                  <a:lnTo>
                    <a:pt x="844" y="94"/>
                  </a:lnTo>
                  <a:lnTo>
                    <a:pt x="782" y="31"/>
                  </a:lnTo>
                  <a:lnTo>
                    <a:pt x="719" y="0"/>
                  </a:lnTo>
                  <a:close/>
                </a:path>
              </a:pathLst>
            </a:custGeom>
            <a:solidFill>
              <a:srgbClr val="133D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20;p27">
              <a:extLst>
                <a:ext uri="{FF2B5EF4-FFF2-40B4-BE49-F238E27FC236}">
                  <a16:creationId xmlns:a16="http://schemas.microsoft.com/office/drawing/2014/main" id="{4E43DA24-58E3-0592-EF57-0B82B925295A}"/>
                </a:ext>
              </a:extLst>
            </p:cNvPr>
            <p:cNvSpPr/>
            <p:nvPr/>
          </p:nvSpPr>
          <p:spPr>
            <a:xfrm>
              <a:off x="3630672" y="1290393"/>
              <a:ext cx="1641709" cy="1492052"/>
            </a:xfrm>
            <a:custGeom>
              <a:avLst/>
              <a:gdLst/>
              <a:ahLst/>
              <a:cxnLst/>
              <a:rect l="l" t="t" r="r" b="b"/>
              <a:pathLst>
                <a:path w="18161" h="16505" extrusionOk="0">
                  <a:moveTo>
                    <a:pt x="7909" y="1"/>
                  </a:moveTo>
                  <a:lnTo>
                    <a:pt x="7627" y="63"/>
                  </a:lnTo>
                  <a:lnTo>
                    <a:pt x="7377" y="157"/>
                  </a:lnTo>
                  <a:lnTo>
                    <a:pt x="7127" y="313"/>
                  </a:lnTo>
                  <a:lnTo>
                    <a:pt x="6908" y="501"/>
                  </a:lnTo>
                  <a:lnTo>
                    <a:pt x="0" y="8315"/>
                  </a:lnTo>
                  <a:lnTo>
                    <a:pt x="0" y="8471"/>
                  </a:lnTo>
                  <a:lnTo>
                    <a:pt x="125" y="8878"/>
                  </a:lnTo>
                  <a:lnTo>
                    <a:pt x="188" y="9190"/>
                  </a:lnTo>
                  <a:lnTo>
                    <a:pt x="313" y="9534"/>
                  </a:lnTo>
                  <a:lnTo>
                    <a:pt x="501" y="9909"/>
                  </a:lnTo>
                  <a:lnTo>
                    <a:pt x="688" y="10347"/>
                  </a:lnTo>
                  <a:lnTo>
                    <a:pt x="938" y="10784"/>
                  </a:lnTo>
                  <a:lnTo>
                    <a:pt x="1251" y="11253"/>
                  </a:lnTo>
                  <a:lnTo>
                    <a:pt x="1626" y="11722"/>
                  </a:lnTo>
                  <a:lnTo>
                    <a:pt x="2032" y="12222"/>
                  </a:lnTo>
                  <a:lnTo>
                    <a:pt x="2532" y="12722"/>
                  </a:lnTo>
                  <a:lnTo>
                    <a:pt x="3095" y="13191"/>
                  </a:lnTo>
                  <a:lnTo>
                    <a:pt x="3751" y="13660"/>
                  </a:lnTo>
                  <a:lnTo>
                    <a:pt x="4470" y="14098"/>
                  </a:lnTo>
                  <a:lnTo>
                    <a:pt x="5314" y="14567"/>
                  </a:lnTo>
                  <a:lnTo>
                    <a:pt x="6127" y="14942"/>
                  </a:lnTo>
                  <a:lnTo>
                    <a:pt x="6940" y="15285"/>
                  </a:lnTo>
                  <a:lnTo>
                    <a:pt x="7721" y="15567"/>
                  </a:lnTo>
                  <a:lnTo>
                    <a:pt x="8502" y="15786"/>
                  </a:lnTo>
                  <a:lnTo>
                    <a:pt x="9221" y="15973"/>
                  </a:lnTo>
                  <a:lnTo>
                    <a:pt x="9909" y="16129"/>
                  </a:lnTo>
                  <a:lnTo>
                    <a:pt x="10565" y="16254"/>
                  </a:lnTo>
                  <a:lnTo>
                    <a:pt x="11128" y="16348"/>
                  </a:lnTo>
                  <a:lnTo>
                    <a:pt x="11659" y="16411"/>
                  </a:lnTo>
                  <a:lnTo>
                    <a:pt x="12535" y="16473"/>
                  </a:lnTo>
                  <a:lnTo>
                    <a:pt x="13066" y="16505"/>
                  </a:lnTo>
                  <a:lnTo>
                    <a:pt x="13285" y="16505"/>
                  </a:lnTo>
                  <a:lnTo>
                    <a:pt x="17973" y="8003"/>
                  </a:lnTo>
                  <a:lnTo>
                    <a:pt x="18098" y="7690"/>
                  </a:lnTo>
                  <a:lnTo>
                    <a:pt x="18161" y="7377"/>
                  </a:lnTo>
                  <a:lnTo>
                    <a:pt x="18161" y="7034"/>
                  </a:lnTo>
                  <a:lnTo>
                    <a:pt x="18098" y="6721"/>
                  </a:lnTo>
                  <a:lnTo>
                    <a:pt x="18005" y="6440"/>
                  </a:lnTo>
                  <a:lnTo>
                    <a:pt x="17817" y="6158"/>
                  </a:lnTo>
                  <a:lnTo>
                    <a:pt x="17598" y="5908"/>
                  </a:lnTo>
                  <a:lnTo>
                    <a:pt x="17317" y="5721"/>
                  </a:lnTo>
                  <a:lnTo>
                    <a:pt x="15535" y="4689"/>
                  </a:lnTo>
                  <a:lnTo>
                    <a:pt x="14504" y="4064"/>
                  </a:lnTo>
                  <a:lnTo>
                    <a:pt x="13410" y="3376"/>
                  </a:lnTo>
                  <a:lnTo>
                    <a:pt x="12285" y="2657"/>
                  </a:lnTo>
                  <a:lnTo>
                    <a:pt x="11159" y="1907"/>
                  </a:lnTo>
                  <a:lnTo>
                    <a:pt x="10034" y="1126"/>
                  </a:lnTo>
                  <a:lnTo>
                    <a:pt x="9003" y="313"/>
                  </a:lnTo>
                  <a:lnTo>
                    <a:pt x="8753" y="157"/>
                  </a:lnTo>
                  <a:lnTo>
                    <a:pt x="8471" y="63"/>
                  </a:lnTo>
                  <a:lnTo>
                    <a:pt x="8190" y="1"/>
                  </a:lnTo>
                  <a:close/>
                </a:path>
              </a:pathLst>
            </a:custGeom>
            <a:solidFill>
              <a:srgbClr val="0C26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21;p27">
              <a:extLst>
                <a:ext uri="{FF2B5EF4-FFF2-40B4-BE49-F238E27FC236}">
                  <a16:creationId xmlns:a16="http://schemas.microsoft.com/office/drawing/2014/main" id="{5818BC9F-2E8E-02EB-E444-54DC33BC7945}"/>
                </a:ext>
              </a:extLst>
            </p:cNvPr>
            <p:cNvSpPr/>
            <p:nvPr/>
          </p:nvSpPr>
          <p:spPr>
            <a:xfrm>
              <a:off x="4693080" y="747933"/>
              <a:ext cx="1339420" cy="796876"/>
            </a:xfrm>
            <a:custGeom>
              <a:avLst/>
              <a:gdLst/>
              <a:ahLst/>
              <a:cxnLst/>
              <a:rect l="l" t="t" r="r" b="b"/>
              <a:pathLst>
                <a:path w="14817" h="8815" extrusionOk="0">
                  <a:moveTo>
                    <a:pt x="6033" y="0"/>
                  </a:moveTo>
                  <a:lnTo>
                    <a:pt x="5752" y="31"/>
                  </a:lnTo>
                  <a:lnTo>
                    <a:pt x="5502" y="63"/>
                  </a:lnTo>
                  <a:lnTo>
                    <a:pt x="5220" y="125"/>
                  </a:lnTo>
                  <a:lnTo>
                    <a:pt x="4970" y="250"/>
                  </a:lnTo>
                  <a:lnTo>
                    <a:pt x="500" y="2532"/>
                  </a:lnTo>
                  <a:lnTo>
                    <a:pt x="375" y="2626"/>
                  </a:lnTo>
                  <a:lnTo>
                    <a:pt x="282" y="2688"/>
                  </a:lnTo>
                  <a:lnTo>
                    <a:pt x="125" y="2876"/>
                  </a:lnTo>
                  <a:lnTo>
                    <a:pt x="31" y="3126"/>
                  </a:lnTo>
                  <a:lnTo>
                    <a:pt x="0" y="3345"/>
                  </a:lnTo>
                  <a:lnTo>
                    <a:pt x="0" y="3595"/>
                  </a:lnTo>
                  <a:lnTo>
                    <a:pt x="94" y="3814"/>
                  </a:lnTo>
                  <a:lnTo>
                    <a:pt x="250" y="4032"/>
                  </a:lnTo>
                  <a:lnTo>
                    <a:pt x="344" y="4126"/>
                  </a:lnTo>
                  <a:lnTo>
                    <a:pt x="469" y="4189"/>
                  </a:lnTo>
                  <a:lnTo>
                    <a:pt x="7940" y="8502"/>
                  </a:lnTo>
                  <a:lnTo>
                    <a:pt x="8221" y="8627"/>
                  </a:lnTo>
                  <a:lnTo>
                    <a:pt x="8502" y="8721"/>
                  </a:lnTo>
                  <a:lnTo>
                    <a:pt x="8784" y="8784"/>
                  </a:lnTo>
                  <a:lnTo>
                    <a:pt x="9065" y="8815"/>
                  </a:lnTo>
                  <a:lnTo>
                    <a:pt x="9346" y="8784"/>
                  </a:lnTo>
                  <a:lnTo>
                    <a:pt x="9627" y="8721"/>
                  </a:lnTo>
                  <a:lnTo>
                    <a:pt x="9909" y="8627"/>
                  </a:lnTo>
                  <a:lnTo>
                    <a:pt x="10159" y="8502"/>
                  </a:lnTo>
                  <a:lnTo>
                    <a:pt x="14347" y="6095"/>
                  </a:lnTo>
                  <a:lnTo>
                    <a:pt x="14566" y="5939"/>
                  </a:lnTo>
                  <a:lnTo>
                    <a:pt x="14691" y="5752"/>
                  </a:lnTo>
                  <a:lnTo>
                    <a:pt x="14785" y="5501"/>
                  </a:lnTo>
                  <a:lnTo>
                    <a:pt x="14816" y="5283"/>
                  </a:lnTo>
                  <a:lnTo>
                    <a:pt x="14785" y="5033"/>
                  </a:lnTo>
                  <a:lnTo>
                    <a:pt x="14691" y="4814"/>
                  </a:lnTo>
                  <a:lnTo>
                    <a:pt x="14566" y="4626"/>
                  </a:lnTo>
                  <a:lnTo>
                    <a:pt x="14347" y="4470"/>
                  </a:lnTo>
                  <a:lnTo>
                    <a:pt x="7064" y="313"/>
                  </a:lnTo>
                  <a:lnTo>
                    <a:pt x="6814" y="188"/>
                  </a:lnTo>
                  <a:lnTo>
                    <a:pt x="6564" y="94"/>
                  </a:lnTo>
                  <a:lnTo>
                    <a:pt x="6314" y="31"/>
                  </a:lnTo>
                  <a:lnTo>
                    <a:pt x="6033" y="0"/>
                  </a:lnTo>
                  <a:close/>
                </a:path>
              </a:pathLst>
            </a:custGeom>
            <a:solidFill>
              <a:srgbClr val="0C26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22;p27">
              <a:extLst>
                <a:ext uri="{FF2B5EF4-FFF2-40B4-BE49-F238E27FC236}">
                  <a16:creationId xmlns:a16="http://schemas.microsoft.com/office/drawing/2014/main" id="{4E40C7AC-7D89-F0E8-7681-BC46DC8D8D35}"/>
                </a:ext>
              </a:extLst>
            </p:cNvPr>
            <p:cNvSpPr/>
            <p:nvPr/>
          </p:nvSpPr>
          <p:spPr>
            <a:xfrm>
              <a:off x="3240710" y="1883744"/>
              <a:ext cx="3266514" cy="1980935"/>
            </a:xfrm>
            <a:custGeom>
              <a:avLst/>
              <a:gdLst/>
              <a:ahLst/>
              <a:cxnLst/>
              <a:rect l="l" t="t" r="r" b="b"/>
              <a:pathLst>
                <a:path w="36135" h="21913" extrusionOk="0">
                  <a:moveTo>
                    <a:pt x="36134" y="1"/>
                  </a:moveTo>
                  <a:lnTo>
                    <a:pt x="26632" y="5908"/>
                  </a:lnTo>
                  <a:lnTo>
                    <a:pt x="22162" y="8690"/>
                  </a:lnTo>
                  <a:lnTo>
                    <a:pt x="20287" y="9847"/>
                  </a:lnTo>
                  <a:lnTo>
                    <a:pt x="19506" y="10816"/>
                  </a:lnTo>
                  <a:lnTo>
                    <a:pt x="19412" y="10878"/>
                  </a:lnTo>
                  <a:lnTo>
                    <a:pt x="19130" y="11066"/>
                  </a:lnTo>
                  <a:lnTo>
                    <a:pt x="18630" y="11347"/>
                  </a:lnTo>
                  <a:lnTo>
                    <a:pt x="18349" y="11472"/>
                  </a:lnTo>
                  <a:lnTo>
                    <a:pt x="17974" y="11628"/>
                  </a:lnTo>
                  <a:lnTo>
                    <a:pt x="17599" y="11753"/>
                  </a:lnTo>
                  <a:lnTo>
                    <a:pt x="17161" y="11878"/>
                  </a:lnTo>
                  <a:lnTo>
                    <a:pt x="16692" y="11972"/>
                  </a:lnTo>
                  <a:lnTo>
                    <a:pt x="16161" y="12066"/>
                  </a:lnTo>
                  <a:lnTo>
                    <a:pt x="15598" y="12097"/>
                  </a:lnTo>
                  <a:lnTo>
                    <a:pt x="15004" y="12129"/>
                  </a:lnTo>
                  <a:lnTo>
                    <a:pt x="14379" y="12097"/>
                  </a:lnTo>
                  <a:lnTo>
                    <a:pt x="13692" y="12004"/>
                  </a:lnTo>
                  <a:lnTo>
                    <a:pt x="13067" y="11910"/>
                  </a:lnTo>
                  <a:lnTo>
                    <a:pt x="12379" y="11785"/>
                  </a:lnTo>
                  <a:lnTo>
                    <a:pt x="11660" y="11628"/>
                  </a:lnTo>
                  <a:lnTo>
                    <a:pt x="10910" y="11410"/>
                  </a:lnTo>
                  <a:lnTo>
                    <a:pt x="10128" y="11191"/>
                  </a:lnTo>
                  <a:lnTo>
                    <a:pt x="9316" y="10878"/>
                  </a:lnTo>
                  <a:lnTo>
                    <a:pt x="8534" y="10503"/>
                  </a:lnTo>
                  <a:lnTo>
                    <a:pt x="7721" y="10097"/>
                  </a:lnTo>
                  <a:lnTo>
                    <a:pt x="6940" y="9565"/>
                  </a:lnTo>
                  <a:lnTo>
                    <a:pt x="6565" y="9284"/>
                  </a:lnTo>
                  <a:lnTo>
                    <a:pt x="6190" y="9003"/>
                  </a:lnTo>
                  <a:lnTo>
                    <a:pt x="5784" y="8659"/>
                  </a:lnTo>
                  <a:lnTo>
                    <a:pt x="5440" y="8315"/>
                  </a:lnTo>
                  <a:lnTo>
                    <a:pt x="5065" y="7940"/>
                  </a:lnTo>
                  <a:lnTo>
                    <a:pt x="4721" y="7565"/>
                  </a:lnTo>
                  <a:lnTo>
                    <a:pt x="4377" y="7127"/>
                  </a:lnTo>
                  <a:lnTo>
                    <a:pt x="4033" y="6690"/>
                  </a:lnTo>
                  <a:lnTo>
                    <a:pt x="3721" y="6221"/>
                  </a:lnTo>
                  <a:lnTo>
                    <a:pt x="3408" y="5690"/>
                  </a:lnTo>
                  <a:lnTo>
                    <a:pt x="3095" y="5158"/>
                  </a:lnTo>
                  <a:lnTo>
                    <a:pt x="2814" y="4596"/>
                  </a:lnTo>
                  <a:lnTo>
                    <a:pt x="2564" y="4002"/>
                  </a:lnTo>
                  <a:lnTo>
                    <a:pt x="2314" y="3376"/>
                  </a:lnTo>
                  <a:lnTo>
                    <a:pt x="2033" y="3720"/>
                  </a:lnTo>
                  <a:lnTo>
                    <a:pt x="188" y="8096"/>
                  </a:lnTo>
                  <a:lnTo>
                    <a:pt x="157" y="8284"/>
                  </a:lnTo>
                  <a:lnTo>
                    <a:pt x="95" y="8847"/>
                  </a:lnTo>
                  <a:lnTo>
                    <a:pt x="32" y="9722"/>
                  </a:lnTo>
                  <a:lnTo>
                    <a:pt x="1" y="10847"/>
                  </a:lnTo>
                  <a:lnTo>
                    <a:pt x="1" y="11503"/>
                  </a:lnTo>
                  <a:lnTo>
                    <a:pt x="63" y="12191"/>
                  </a:lnTo>
                  <a:lnTo>
                    <a:pt x="126" y="12941"/>
                  </a:lnTo>
                  <a:lnTo>
                    <a:pt x="220" y="13723"/>
                  </a:lnTo>
                  <a:lnTo>
                    <a:pt x="376" y="14535"/>
                  </a:lnTo>
                  <a:lnTo>
                    <a:pt x="564" y="15348"/>
                  </a:lnTo>
                  <a:lnTo>
                    <a:pt x="814" y="16192"/>
                  </a:lnTo>
                  <a:lnTo>
                    <a:pt x="1095" y="17067"/>
                  </a:lnTo>
                  <a:lnTo>
                    <a:pt x="9472" y="21912"/>
                  </a:lnTo>
                  <a:lnTo>
                    <a:pt x="9566" y="21725"/>
                  </a:lnTo>
                  <a:lnTo>
                    <a:pt x="9878" y="21256"/>
                  </a:lnTo>
                  <a:lnTo>
                    <a:pt x="10410" y="20599"/>
                  </a:lnTo>
                  <a:lnTo>
                    <a:pt x="10753" y="20193"/>
                  </a:lnTo>
                  <a:lnTo>
                    <a:pt x="11129" y="19787"/>
                  </a:lnTo>
                  <a:lnTo>
                    <a:pt x="11597" y="19349"/>
                  </a:lnTo>
                  <a:lnTo>
                    <a:pt x="12066" y="18943"/>
                  </a:lnTo>
                  <a:lnTo>
                    <a:pt x="12598" y="18505"/>
                  </a:lnTo>
                  <a:lnTo>
                    <a:pt x="13192" y="18130"/>
                  </a:lnTo>
                  <a:lnTo>
                    <a:pt x="13848" y="17755"/>
                  </a:lnTo>
                  <a:lnTo>
                    <a:pt x="14536" y="17442"/>
                  </a:lnTo>
                  <a:lnTo>
                    <a:pt x="15255" y="17161"/>
                  </a:lnTo>
                  <a:lnTo>
                    <a:pt x="15630" y="17036"/>
                  </a:lnTo>
                  <a:lnTo>
                    <a:pt x="16036" y="16942"/>
                  </a:lnTo>
                  <a:lnTo>
                    <a:pt x="16411" y="16848"/>
                  </a:lnTo>
                  <a:lnTo>
                    <a:pt x="16786" y="16786"/>
                  </a:lnTo>
                  <a:lnTo>
                    <a:pt x="17505" y="16755"/>
                  </a:lnTo>
                  <a:lnTo>
                    <a:pt x="18130" y="16755"/>
                  </a:lnTo>
                  <a:lnTo>
                    <a:pt x="18724" y="16848"/>
                  </a:lnTo>
                  <a:lnTo>
                    <a:pt x="19224" y="16973"/>
                  </a:lnTo>
                  <a:lnTo>
                    <a:pt x="19693" y="17130"/>
                  </a:lnTo>
                  <a:lnTo>
                    <a:pt x="20099" y="17349"/>
                  </a:lnTo>
                  <a:lnTo>
                    <a:pt x="20475" y="17567"/>
                  </a:lnTo>
                  <a:lnTo>
                    <a:pt x="20756" y="17786"/>
                  </a:lnTo>
                  <a:lnTo>
                    <a:pt x="21037" y="18036"/>
                  </a:lnTo>
                  <a:lnTo>
                    <a:pt x="21225" y="18255"/>
                  </a:lnTo>
                  <a:lnTo>
                    <a:pt x="21412" y="18474"/>
                  </a:lnTo>
                  <a:lnTo>
                    <a:pt x="21631" y="18786"/>
                  </a:lnTo>
                  <a:lnTo>
                    <a:pt x="21694" y="18911"/>
                  </a:lnTo>
                  <a:lnTo>
                    <a:pt x="34790" y="11347"/>
                  </a:lnTo>
                  <a:lnTo>
                    <a:pt x="3613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23;p27">
              <a:extLst>
                <a:ext uri="{FF2B5EF4-FFF2-40B4-BE49-F238E27FC236}">
                  <a16:creationId xmlns:a16="http://schemas.microsoft.com/office/drawing/2014/main" id="{49554DB1-42BA-67D1-1AC6-01B87635B716}"/>
                </a:ext>
              </a:extLst>
            </p:cNvPr>
            <p:cNvSpPr/>
            <p:nvPr/>
          </p:nvSpPr>
          <p:spPr>
            <a:xfrm>
              <a:off x="4647882" y="3494309"/>
              <a:ext cx="584962" cy="847771"/>
            </a:xfrm>
            <a:custGeom>
              <a:avLst/>
              <a:gdLst/>
              <a:ahLst/>
              <a:cxnLst/>
              <a:rect l="l" t="t" r="r" b="b"/>
              <a:pathLst>
                <a:path w="6471" h="9378" extrusionOk="0">
                  <a:moveTo>
                    <a:pt x="4189" y="0"/>
                  </a:moveTo>
                  <a:lnTo>
                    <a:pt x="3876" y="94"/>
                  </a:lnTo>
                  <a:lnTo>
                    <a:pt x="3563" y="219"/>
                  </a:lnTo>
                  <a:lnTo>
                    <a:pt x="3220" y="376"/>
                  </a:lnTo>
                  <a:lnTo>
                    <a:pt x="2907" y="594"/>
                  </a:lnTo>
                  <a:lnTo>
                    <a:pt x="2563" y="844"/>
                  </a:lnTo>
                  <a:lnTo>
                    <a:pt x="2251" y="1126"/>
                  </a:lnTo>
                  <a:lnTo>
                    <a:pt x="1969" y="1438"/>
                  </a:lnTo>
                  <a:lnTo>
                    <a:pt x="1688" y="1782"/>
                  </a:lnTo>
                  <a:lnTo>
                    <a:pt x="1407" y="2157"/>
                  </a:lnTo>
                  <a:lnTo>
                    <a:pt x="1157" y="2564"/>
                  </a:lnTo>
                  <a:lnTo>
                    <a:pt x="938" y="2970"/>
                  </a:lnTo>
                  <a:lnTo>
                    <a:pt x="719" y="3376"/>
                  </a:lnTo>
                  <a:lnTo>
                    <a:pt x="531" y="3814"/>
                  </a:lnTo>
                  <a:lnTo>
                    <a:pt x="375" y="4283"/>
                  </a:lnTo>
                  <a:lnTo>
                    <a:pt x="250" y="4720"/>
                  </a:lnTo>
                  <a:lnTo>
                    <a:pt x="125" y="5189"/>
                  </a:lnTo>
                  <a:lnTo>
                    <a:pt x="63" y="5658"/>
                  </a:lnTo>
                  <a:lnTo>
                    <a:pt x="0" y="6096"/>
                  </a:lnTo>
                  <a:lnTo>
                    <a:pt x="0" y="6564"/>
                  </a:lnTo>
                  <a:lnTo>
                    <a:pt x="0" y="7002"/>
                  </a:lnTo>
                  <a:lnTo>
                    <a:pt x="63" y="7377"/>
                  </a:lnTo>
                  <a:lnTo>
                    <a:pt x="125" y="7752"/>
                  </a:lnTo>
                  <a:lnTo>
                    <a:pt x="250" y="8096"/>
                  </a:lnTo>
                  <a:lnTo>
                    <a:pt x="375" y="8377"/>
                  </a:lnTo>
                  <a:lnTo>
                    <a:pt x="531" y="8659"/>
                  </a:lnTo>
                  <a:lnTo>
                    <a:pt x="719" y="8878"/>
                  </a:lnTo>
                  <a:lnTo>
                    <a:pt x="938" y="9065"/>
                  </a:lnTo>
                  <a:lnTo>
                    <a:pt x="1157" y="9221"/>
                  </a:lnTo>
                  <a:lnTo>
                    <a:pt x="1407" y="9315"/>
                  </a:lnTo>
                  <a:lnTo>
                    <a:pt x="1688" y="9378"/>
                  </a:lnTo>
                  <a:lnTo>
                    <a:pt x="2251" y="9378"/>
                  </a:lnTo>
                  <a:lnTo>
                    <a:pt x="2563" y="9284"/>
                  </a:lnTo>
                  <a:lnTo>
                    <a:pt x="2907" y="9159"/>
                  </a:lnTo>
                  <a:lnTo>
                    <a:pt x="3220" y="9003"/>
                  </a:lnTo>
                  <a:lnTo>
                    <a:pt x="3563" y="8784"/>
                  </a:lnTo>
                  <a:lnTo>
                    <a:pt x="3876" y="8534"/>
                  </a:lnTo>
                  <a:lnTo>
                    <a:pt x="4189" y="8252"/>
                  </a:lnTo>
                  <a:lnTo>
                    <a:pt x="4470" y="7940"/>
                  </a:lnTo>
                  <a:lnTo>
                    <a:pt x="4751" y="7596"/>
                  </a:lnTo>
                  <a:lnTo>
                    <a:pt x="5033" y="7221"/>
                  </a:lnTo>
                  <a:lnTo>
                    <a:pt x="5283" y="6815"/>
                  </a:lnTo>
                  <a:lnTo>
                    <a:pt x="5501" y="6408"/>
                  </a:lnTo>
                  <a:lnTo>
                    <a:pt x="5720" y="6002"/>
                  </a:lnTo>
                  <a:lnTo>
                    <a:pt x="5908" y="5564"/>
                  </a:lnTo>
                  <a:lnTo>
                    <a:pt x="6064" y="5095"/>
                  </a:lnTo>
                  <a:lnTo>
                    <a:pt x="6220" y="4658"/>
                  </a:lnTo>
                  <a:lnTo>
                    <a:pt x="6314" y="4189"/>
                  </a:lnTo>
                  <a:lnTo>
                    <a:pt x="6408" y="3720"/>
                  </a:lnTo>
                  <a:lnTo>
                    <a:pt x="6439" y="3282"/>
                  </a:lnTo>
                  <a:lnTo>
                    <a:pt x="6470" y="2814"/>
                  </a:lnTo>
                  <a:lnTo>
                    <a:pt x="6439" y="2376"/>
                  </a:lnTo>
                  <a:lnTo>
                    <a:pt x="6408" y="2001"/>
                  </a:lnTo>
                  <a:lnTo>
                    <a:pt x="6314" y="1626"/>
                  </a:lnTo>
                  <a:lnTo>
                    <a:pt x="6220" y="1282"/>
                  </a:lnTo>
                  <a:lnTo>
                    <a:pt x="6064" y="1001"/>
                  </a:lnTo>
                  <a:lnTo>
                    <a:pt x="5908" y="719"/>
                  </a:lnTo>
                  <a:lnTo>
                    <a:pt x="5720" y="501"/>
                  </a:lnTo>
                  <a:lnTo>
                    <a:pt x="5501" y="313"/>
                  </a:lnTo>
                  <a:lnTo>
                    <a:pt x="5283" y="157"/>
                  </a:lnTo>
                  <a:lnTo>
                    <a:pt x="5033" y="63"/>
                  </a:lnTo>
                  <a:lnTo>
                    <a:pt x="4751" y="0"/>
                  </a:lnTo>
                  <a:close/>
                </a:path>
              </a:pathLst>
            </a:custGeom>
            <a:solidFill>
              <a:srgbClr val="133D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24;p27">
              <a:extLst>
                <a:ext uri="{FF2B5EF4-FFF2-40B4-BE49-F238E27FC236}">
                  <a16:creationId xmlns:a16="http://schemas.microsoft.com/office/drawing/2014/main" id="{B80852B3-99BF-3E60-0D30-A396BBB1281B}"/>
                </a:ext>
              </a:extLst>
            </p:cNvPr>
            <p:cNvSpPr/>
            <p:nvPr/>
          </p:nvSpPr>
          <p:spPr>
            <a:xfrm>
              <a:off x="4755181" y="3652500"/>
              <a:ext cx="367466" cy="531371"/>
            </a:xfrm>
            <a:custGeom>
              <a:avLst/>
              <a:gdLst/>
              <a:ahLst/>
              <a:cxnLst/>
              <a:rect l="l" t="t" r="r" b="b"/>
              <a:pathLst>
                <a:path w="4065" h="5878" extrusionOk="0">
                  <a:moveTo>
                    <a:pt x="2626" y="1"/>
                  </a:moveTo>
                  <a:lnTo>
                    <a:pt x="2439" y="63"/>
                  </a:lnTo>
                  <a:lnTo>
                    <a:pt x="2251" y="126"/>
                  </a:lnTo>
                  <a:lnTo>
                    <a:pt x="2033" y="251"/>
                  </a:lnTo>
                  <a:lnTo>
                    <a:pt x="1814" y="376"/>
                  </a:lnTo>
                  <a:lnTo>
                    <a:pt x="1626" y="532"/>
                  </a:lnTo>
                  <a:lnTo>
                    <a:pt x="1439" y="720"/>
                  </a:lnTo>
                  <a:lnTo>
                    <a:pt x="1251" y="907"/>
                  </a:lnTo>
                  <a:lnTo>
                    <a:pt x="907" y="1345"/>
                  </a:lnTo>
                  <a:lnTo>
                    <a:pt x="595" y="1845"/>
                  </a:lnTo>
                  <a:lnTo>
                    <a:pt x="345" y="2408"/>
                  </a:lnTo>
                  <a:lnTo>
                    <a:pt x="157" y="2970"/>
                  </a:lnTo>
                  <a:lnTo>
                    <a:pt x="63" y="3533"/>
                  </a:lnTo>
                  <a:lnTo>
                    <a:pt x="32" y="3814"/>
                  </a:lnTo>
                  <a:lnTo>
                    <a:pt x="1" y="4096"/>
                  </a:lnTo>
                  <a:lnTo>
                    <a:pt x="32" y="4377"/>
                  </a:lnTo>
                  <a:lnTo>
                    <a:pt x="63" y="4627"/>
                  </a:lnTo>
                  <a:lnTo>
                    <a:pt x="95" y="4877"/>
                  </a:lnTo>
                  <a:lnTo>
                    <a:pt x="157" y="5065"/>
                  </a:lnTo>
                  <a:lnTo>
                    <a:pt x="251" y="5252"/>
                  </a:lnTo>
                  <a:lnTo>
                    <a:pt x="345" y="5408"/>
                  </a:lnTo>
                  <a:lnTo>
                    <a:pt x="470" y="5565"/>
                  </a:lnTo>
                  <a:lnTo>
                    <a:pt x="595" y="5690"/>
                  </a:lnTo>
                  <a:lnTo>
                    <a:pt x="751" y="5783"/>
                  </a:lnTo>
                  <a:lnTo>
                    <a:pt x="907" y="5846"/>
                  </a:lnTo>
                  <a:lnTo>
                    <a:pt x="1064" y="5877"/>
                  </a:lnTo>
                  <a:lnTo>
                    <a:pt x="1439" y="5877"/>
                  </a:lnTo>
                  <a:lnTo>
                    <a:pt x="1626" y="5815"/>
                  </a:lnTo>
                  <a:lnTo>
                    <a:pt x="1814" y="5752"/>
                  </a:lnTo>
                  <a:lnTo>
                    <a:pt x="2033" y="5658"/>
                  </a:lnTo>
                  <a:lnTo>
                    <a:pt x="2251" y="5502"/>
                  </a:lnTo>
                  <a:lnTo>
                    <a:pt x="2439" y="5346"/>
                  </a:lnTo>
                  <a:lnTo>
                    <a:pt x="2626" y="5158"/>
                  </a:lnTo>
                  <a:lnTo>
                    <a:pt x="2814" y="4971"/>
                  </a:lnTo>
                  <a:lnTo>
                    <a:pt x="3158" y="4533"/>
                  </a:lnTo>
                  <a:lnTo>
                    <a:pt x="3470" y="4033"/>
                  </a:lnTo>
                  <a:lnTo>
                    <a:pt x="3721" y="3470"/>
                  </a:lnTo>
                  <a:lnTo>
                    <a:pt x="3908" y="2908"/>
                  </a:lnTo>
                  <a:lnTo>
                    <a:pt x="4033" y="2345"/>
                  </a:lnTo>
                  <a:lnTo>
                    <a:pt x="4064" y="2064"/>
                  </a:lnTo>
                  <a:lnTo>
                    <a:pt x="4064" y="1783"/>
                  </a:lnTo>
                  <a:lnTo>
                    <a:pt x="4064" y="1501"/>
                  </a:lnTo>
                  <a:lnTo>
                    <a:pt x="4033" y="1251"/>
                  </a:lnTo>
                  <a:lnTo>
                    <a:pt x="3971" y="1032"/>
                  </a:lnTo>
                  <a:lnTo>
                    <a:pt x="3908" y="814"/>
                  </a:lnTo>
                  <a:lnTo>
                    <a:pt x="3814" y="626"/>
                  </a:lnTo>
                  <a:lnTo>
                    <a:pt x="3721" y="470"/>
                  </a:lnTo>
                  <a:lnTo>
                    <a:pt x="3595" y="313"/>
                  </a:lnTo>
                  <a:lnTo>
                    <a:pt x="3470" y="188"/>
                  </a:lnTo>
                  <a:lnTo>
                    <a:pt x="3314" y="95"/>
                  </a:lnTo>
                  <a:lnTo>
                    <a:pt x="3158" y="32"/>
                  </a:lnTo>
                  <a:lnTo>
                    <a:pt x="300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25;p27">
              <a:extLst>
                <a:ext uri="{FF2B5EF4-FFF2-40B4-BE49-F238E27FC236}">
                  <a16:creationId xmlns:a16="http://schemas.microsoft.com/office/drawing/2014/main" id="{3701D113-1C66-3351-93C2-3C2F7995120B}"/>
                </a:ext>
              </a:extLst>
            </p:cNvPr>
            <p:cNvSpPr/>
            <p:nvPr/>
          </p:nvSpPr>
          <p:spPr>
            <a:xfrm>
              <a:off x="4780672" y="3686398"/>
              <a:ext cx="316572" cy="463571"/>
            </a:xfrm>
            <a:custGeom>
              <a:avLst/>
              <a:gdLst/>
              <a:ahLst/>
              <a:cxnLst/>
              <a:rect l="l" t="t" r="r" b="b"/>
              <a:pathLst>
                <a:path w="3502" h="5128" extrusionOk="0">
                  <a:moveTo>
                    <a:pt x="2438" y="1"/>
                  </a:moveTo>
                  <a:lnTo>
                    <a:pt x="2282" y="32"/>
                  </a:lnTo>
                  <a:lnTo>
                    <a:pt x="2094" y="63"/>
                  </a:lnTo>
                  <a:lnTo>
                    <a:pt x="1938" y="126"/>
                  </a:lnTo>
                  <a:lnTo>
                    <a:pt x="1751" y="220"/>
                  </a:lnTo>
                  <a:lnTo>
                    <a:pt x="1563" y="345"/>
                  </a:lnTo>
                  <a:lnTo>
                    <a:pt x="1407" y="470"/>
                  </a:lnTo>
                  <a:lnTo>
                    <a:pt x="1063" y="814"/>
                  </a:lnTo>
                  <a:lnTo>
                    <a:pt x="782" y="1189"/>
                  </a:lnTo>
                  <a:lnTo>
                    <a:pt x="500" y="1626"/>
                  </a:lnTo>
                  <a:lnTo>
                    <a:pt x="313" y="2095"/>
                  </a:lnTo>
                  <a:lnTo>
                    <a:pt x="125" y="2595"/>
                  </a:lnTo>
                  <a:lnTo>
                    <a:pt x="31" y="3095"/>
                  </a:lnTo>
                  <a:lnTo>
                    <a:pt x="0" y="3564"/>
                  </a:lnTo>
                  <a:lnTo>
                    <a:pt x="0" y="3814"/>
                  </a:lnTo>
                  <a:lnTo>
                    <a:pt x="31" y="4033"/>
                  </a:lnTo>
                  <a:lnTo>
                    <a:pt x="63" y="4221"/>
                  </a:lnTo>
                  <a:lnTo>
                    <a:pt x="125" y="4408"/>
                  </a:lnTo>
                  <a:lnTo>
                    <a:pt x="219" y="4565"/>
                  </a:lnTo>
                  <a:lnTo>
                    <a:pt x="313" y="4721"/>
                  </a:lnTo>
                  <a:lnTo>
                    <a:pt x="407" y="4846"/>
                  </a:lnTo>
                  <a:lnTo>
                    <a:pt x="500" y="4940"/>
                  </a:lnTo>
                  <a:lnTo>
                    <a:pt x="625" y="5002"/>
                  </a:lnTo>
                  <a:lnTo>
                    <a:pt x="782" y="5065"/>
                  </a:lnTo>
                  <a:lnTo>
                    <a:pt x="907" y="5096"/>
                  </a:lnTo>
                  <a:lnTo>
                    <a:pt x="1063" y="5127"/>
                  </a:lnTo>
                  <a:lnTo>
                    <a:pt x="1219" y="5096"/>
                  </a:lnTo>
                  <a:lnTo>
                    <a:pt x="1407" y="5065"/>
                  </a:lnTo>
                  <a:lnTo>
                    <a:pt x="1563" y="5002"/>
                  </a:lnTo>
                  <a:lnTo>
                    <a:pt x="1751" y="4908"/>
                  </a:lnTo>
                  <a:lnTo>
                    <a:pt x="1938" y="4783"/>
                  </a:lnTo>
                  <a:lnTo>
                    <a:pt x="2094" y="4658"/>
                  </a:lnTo>
                  <a:lnTo>
                    <a:pt x="2438" y="4314"/>
                  </a:lnTo>
                  <a:lnTo>
                    <a:pt x="2751" y="3939"/>
                  </a:lnTo>
                  <a:lnTo>
                    <a:pt x="3001" y="3502"/>
                  </a:lnTo>
                  <a:lnTo>
                    <a:pt x="3220" y="3033"/>
                  </a:lnTo>
                  <a:lnTo>
                    <a:pt x="3376" y="2533"/>
                  </a:lnTo>
                  <a:lnTo>
                    <a:pt x="3470" y="2033"/>
                  </a:lnTo>
                  <a:lnTo>
                    <a:pt x="3501" y="1564"/>
                  </a:lnTo>
                  <a:lnTo>
                    <a:pt x="3501" y="1314"/>
                  </a:lnTo>
                  <a:lnTo>
                    <a:pt x="3470" y="1095"/>
                  </a:lnTo>
                  <a:lnTo>
                    <a:pt x="3439" y="907"/>
                  </a:lnTo>
                  <a:lnTo>
                    <a:pt x="3376" y="720"/>
                  </a:lnTo>
                  <a:lnTo>
                    <a:pt x="3282" y="564"/>
                  </a:lnTo>
                  <a:lnTo>
                    <a:pt x="3220" y="407"/>
                  </a:lnTo>
                  <a:lnTo>
                    <a:pt x="3095" y="282"/>
                  </a:lnTo>
                  <a:lnTo>
                    <a:pt x="3001" y="188"/>
                  </a:lnTo>
                  <a:lnTo>
                    <a:pt x="2876" y="126"/>
                  </a:lnTo>
                  <a:lnTo>
                    <a:pt x="2751" y="63"/>
                  </a:lnTo>
                  <a:lnTo>
                    <a:pt x="2595" y="32"/>
                  </a:lnTo>
                  <a:lnTo>
                    <a:pt x="2438" y="1"/>
                  </a:lnTo>
                  <a:close/>
                </a:path>
              </a:pathLst>
            </a:custGeom>
            <a:solidFill>
              <a:srgbClr val="133D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26;p27">
              <a:extLst>
                <a:ext uri="{FF2B5EF4-FFF2-40B4-BE49-F238E27FC236}">
                  <a16:creationId xmlns:a16="http://schemas.microsoft.com/office/drawing/2014/main" id="{C510D719-4579-9FEF-155A-1E7FB5559E39}"/>
                </a:ext>
              </a:extLst>
            </p:cNvPr>
            <p:cNvSpPr/>
            <p:nvPr/>
          </p:nvSpPr>
          <p:spPr>
            <a:xfrm>
              <a:off x="4766480" y="3672297"/>
              <a:ext cx="344866" cy="491776"/>
            </a:xfrm>
            <a:custGeom>
              <a:avLst/>
              <a:gdLst/>
              <a:ahLst/>
              <a:cxnLst/>
              <a:rect l="l" t="t" r="r" b="b"/>
              <a:pathLst>
                <a:path w="3815" h="5440" extrusionOk="0">
                  <a:moveTo>
                    <a:pt x="3095" y="1"/>
                  </a:moveTo>
                  <a:lnTo>
                    <a:pt x="2439" y="1251"/>
                  </a:lnTo>
                  <a:lnTo>
                    <a:pt x="2345" y="1345"/>
                  </a:lnTo>
                  <a:lnTo>
                    <a:pt x="2251" y="1376"/>
                  </a:lnTo>
                  <a:lnTo>
                    <a:pt x="2220" y="1376"/>
                  </a:lnTo>
                  <a:lnTo>
                    <a:pt x="2189" y="1345"/>
                  </a:lnTo>
                  <a:lnTo>
                    <a:pt x="2158" y="1251"/>
                  </a:lnTo>
                  <a:lnTo>
                    <a:pt x="2158" y="32"/>
                  </a:lnTo>
                  <a:lnTo>
                    <a:pt x="1658" y="313"/>
                  </a:lnTo>
                  <a:lnTo>
                    <a:pt x="1658" y="1532"/>
                  </a:lnTo>
                  <a:lnTo>
                    <a:pt x="1626" y="1689"/>
                  </a:lnTo>
                  <a:lnTo>
                    <a:pt x="1564" y="1782"/>
                  </a:lnTo>
                  <a:lnTo>
                    <a:pt x="1470" y="1845"/>
                  </a:lnTo>
                  <a:lnTo>
                    <a:pt x="1439" y="1876"/>
                  </a:lnTo>
                  <a:lnTo>
                    <a:pt x="1376" y="1845"/>
                  </a:lnTo>
                  <a:lnTo>
                    <a:pt x="751" y="1345"/>
                  </a:lnTo>
                  <a:lnTo>
                    <a:pt x="376" y="2032"/>
                  </a:lnTo>
                  <a:lnTo>
                    <a:pt x="1032" y="2532"/>
                  </a:lnTo>
                  <a:lnTo>
                    <a:pt x="1064" y="2564"/>
                  </a:lnTo>
                  <a:lnTo>
                    <a:pt x="1064" y="2626"/>
                  </a:lnTo>
                  <a:lnTo>
                    <a:pt x="1064" y="2751"/>
                  </a:lnTo>
                  <a:lnTo>
                    <a:pt x="1001" y="2876"/>
                  </a:lnTo>
                  <a:lnTo>
                    <a:pt x="907" y="2970"/>
                  </a:lnTo>
                  <a:lnTo>
                    <a:pt x="1" y="3470"/>
                  </a:lnTo>
                  <a:lnTo>
                    <a:pt x="1" y="4158"/>
                  </a:lnTo>
                  <a:lnTo>
                    <a:pt x="907" y="3627"/>
                  </a:lnTo>
                  <a:lnTo>
                    <a:pt x="1001" y="3627"/>
                  </a:lnTo>
                  <a:lnTo>
                    <a:pt x="1064" y="3689"/>
                  </a:lnTo>
                  <a:lnTo>
                    <a:pt x="1064" y="3783"/>
                  </a:lnTo>
                  <a:lnTo>
                    <a:pt x="1032" y="3939"/>
                  </a:lnTo>
                  <a:lnTo>
                    <a:pt x="376" y="5158"/>
                  </a:lnTo>
                  <a:lnTo>
                    <a:pt x="751" y="5439"/>
                  </a:lnTo>
                  <a:lnTo>
                    <a:pt x="1376" y="4189"/>
                  </a:lnTo>
                  <a:lnTo>
                    <a:pt x="1470" y="4095"/>
                  </a:lnTo>
                  <a:lnTo>
                    <a:pt x="1564" y="4064"/>
                  </a:lnTo>
                  <a:lnTo>
                    <a:pt x="1595" y="4064"/>
                  </a:lnTo>
                  <a:lnTo>
                    <a:pt x="1626" y="4095"/>
                  </a:lnTo>
                  <a:lnTo>
                    <a:pt x="1658" y="4189"/>
                  </a:lnTo>
                  <a:lnTo>
                    <a:pt x="1658" y="5408"/>
                  </a:lnTo>
                  <a:lnTo>
                    <a:pt x="2158" y="5127"/>
                  </a:lnTo>
                  <a:lnTo>
                    <a:pt x="2158" y="3908"/>
                  </a:lnTo>
                  <a:lnTo>
                    <a:pt x="2189" y="3752"/>
                  </a:lnTo>
                  <a:lnTo>
                    <a:pt x="2251" y="3658"/>
                  </a:lnTo>
                  <a:lnTo>
                    <a:pt x="2345" y="3595"/>
                  </a:lnTo>
                  <a:lnTo>
                    <a:pt x="2408" y="3564"/>
                  </a:lnTo>
                  <a:lnTo>
                    <a:pt x="2439" y="3595"/>
                  </a:lnTo>
                  <a:lnTo>
                    <a:pt x="3095" y="4095"/>
                  </a:lnTo>
                  <a:lnTo>
                    <a:pt x="3439" y="3408"/>
                  </a:lnTo>
                  <a:lnTo>
                    <a:pt x="2783" y="2908"/>
                  </a:lnTo>
                  <a:lnTo>
                    <a:pt x="2752" y="2876"/>
                  </a:lnTo>
                  <a:lnTo>
                    <a:pt x="2752" y="2814"/>
                  </a:lnTo>
                  <a:lnTo>
                    <a:pt x="2752" y="2689"/>
                  </a:lnTo>
                  <a:lnTo>
                    <a:pt x="2814" y="2564"/>
                  </a:lnTo>
                  <a:lnTo>
                    <a:pt x="2908" y="2470"/>
                  </a:lnTo>
                  <a:lnTo>
                    <a:pt x="3814" y="1970"/>
                  </a:lnTo>
                  <a:lnTo>
                    <a:pt x="3814" y="1282"/>
                  </a:lnTo>
                  <a:lnTo>
                    <a:pt x="2908" y="1814"/>
                  </a:lnTo>
                  <a:lnTo>
                    <a:pt x="2814" y="1814"/>
                  </a:lnTo>
                  <a:lnTo>
                    <a:pt x="2752" y="1751"/>
                  </a:lnTo>
                  <a:lnTo>
                    <a:pt x="2752" y="1657"/>
                  </a:lnTo>
                  <a:lnTo>
                    <a:pt x="2783" y="1501"/>
                  </a:lnTo>
                  <a:lnTo>
                    <a:pt x="3439" y="282"/>
                  </a:lnTo>
                  <a:lnTo>
                    <a:pt x="309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27;p27">
              <a:extLst>
                <a:ext uri="{FF2B5EF4-FFF2-40B4-BE49-F238E27FC236}">
                  <a16:creationId xmlns:a16="http://schemas.microsoft.com/office/drawing/2014/main" id="{F413A9E7-63AD-5092-D9B9-C59BAFF980C4}"/>
                </a:ext>
              </a:extLst>
            </p:cNvPr>
            <p:cNvSpPr/>
            <p:nvPr/>
          </p:nvSpPr>
          <p:spPr>
            <a:xfrm>
              <a:off x="4896467" y="3858781"/>
              <a:ext cx="84883" cy="118786"/>
            </a:xfrm>
            <a:custGeom>
              <a:avLst/>
              <a:gdLst/>
              <a:ahLst/>
              <a:cxnLst/>
              <a:rect l="l" t="t" r="r" b="b"/>
              <a:pathLst>
                <a:path w="939" h="1314" extrusionOk="0">
                  <a:moveTo>
                    <a:pt x="563" y="1"/>
                  </a:moveTo>
                  <a:lnTo>
                    <a:pt x="470" y="32"/>
                  </a:lnTo>
                  <a:lnTo>
                    <a:pt x="376" y="94"/>
                  </a:lnTo>
                  <a:lnTo>
                    <a:pt x="282" y="188"/>
                  </a:lnTo>
                  <a:lnTo>
                    <a:pt x="157" y="407"/>
                  </a:lnTo>
                  <a:lnTo>
                    <a:pt x="63" y="657"/>
                  </a:lnTo>
                  <a:lnTo>
                    <a:pt x="1" y="938"/>
                  </a:lnTo>
                  <a:lnTo>
                    <a:pt x="32" y="1032"/>
                  </a:lnTo>
                  <a:lnTo>
                    <a:pt x="63" y="1157"/>
                  </a:lnTo>
                  <a:lnTo>
                    <a:pt x="95" y="1220"/>
                  </a:lnTo>
                  <a:lnTo>
                    <a:pt x="157" y="1282"/>
                  </a:lnTo>
                  <a:lnTo>
                    <a:pt x="220" y="1313"/>
                  </a:lnTo>
                  <a:lnTo>
                    <a:pt x="376" y="1313"/>
                  </a:lnTo>
                  <a:lnTo>
                    <a:pt x="470" y="1282"/>
                  </a:lnTo>
                  <a:lnTo>
                    <a:pt x="563" y="1220"/>
                  </a:lnTo>
                  <a:lnTo>
                    <a:pt x="657" y="1126"/>
                  </a:lnTo>
                  <a:lnTo>
                    <a:pt x="813" y="907"/>
                  </a:lnTo>
                  <a:lnTo>
                    <a:pt x="907" y="657"/>
                  </a:lnTo>
                  <a:lnTo>
                    <a:pt x="938" y="376"/>
                  </a:lnTo>
                  <a:lnTo>
                    <a:pt x="938" y="282"/>
                  </a:lnTo>
                  <a:lnTo>
                    <a:pt x="907" y="157"/>
                  </a:lnTo>
                  <a:lnTo>
                    <a:pt x="845" y="94"/>
                  </a:lnTo>
                  <a:lnTo>
                    <a:pt x="813" y="32"/>
                  </a:lnTo>
                  <a:lnTo>
                    <a:pt x="720" y="1"/>
                  </a:lnTo>
                  <a:close/>
                </a:path>
              </a:pathLst>
            </a:custGeom>
            <a:solidFill>
              <a:srgbClr val="133D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28;p27">
              <a:extLst>
                <a:ext uri="{FF2B5EF4-FFF2-40B4-BE49-F238E27FC236}">
                  <a16:creationId xmlns:a16="http://schemas.microsoft.com/office/drawing/2014/main" id="{D8770709-C226-45FE-2C0C-D23311B64219}"/>
                </a:ext>
              </a:extLst>
            </p:cNvPr>
            <p:cNvSpPr/>
            <p:nvPr/>
          </p:nvSpPr>
          <p:spPr>
            <a:xfrm>
              <a:off x="3353794" y="3047849"/>
              <a:ext cx="624556" cy="477674"/>
            </a:xfrm>
            <a:custGeom>
              <a:avLst/>
              <a:gdLst/>
              <a:ahLst/>
              <a:cxnLst/>
              <a:rect l="l" t="t" r="r" b="b"/>
              <a:pathLst>
                <a:path w="6909" h="5284" extrusionOk="0">
                  <a:moveTo>
                    <a:pt x="438" y="1"/>
                  </a:moveTo>
                  <a:lnTo>
                    <a:pt x="313" y="32"/>
                  </a:lnTo>
                  <a:lnTo>
                    <a:pt x="219" y="63"/>
                  </a:lnTo>
                  <a:lnTo>
                    <a:pt x="125" y="126"/>
                  </a:lnTo>
                  <a:lnTo>
                    <a:pt x="63" y="220"/>
                  </a:lnTo>
                  <a:lnTo>
                    <a:pt x="0" y="313"/>
                  </a:lnTo>
                  <a:lnTo>
                    <a:pt x="0" y="438"/>
                  </a:lnTo>
                  <a:lnTo>
                    <a:pt x="0" y="938"/>
                  </a:lnTo>
                  <a:lnTo>
                    <a:pt x="63" y="1501"/>
                  </a:lnTo>
                  <a:lnTo>
                    <a:pt x="188" y="2095"/>
                  </a:lnTo>
                  <a:lnTo>
                    <a:pt x="282" y="2376"/>
                  </a:lnTo>
                  <a:lnTo>
                    <a:pt x="375" y="2689"/>
                  </a:lnTo>
                  <a:lnTo>
                    <a:pt x="500" y="2939"/>
                  </a:lnTo>
                  <a:lnTo>
                    <a:pt x="657" y="3189"/>
                  </a:lnTo>
                  <a:lnTo>
                    <a:pt x="844" y="3408"/>
                  </a:lnTo>
                  <a:lnTo>
                    <a:pt x="1063" y="3627"/>
                  </a:lnTo>
                  <a:lnTo>
                    <a:pt x="1282" y="3877"/>
                  </a:lnTo>
                  <a:lnTo>
                    <a:pt x="1532" y="4064"/>
                  </a:lnTo>
                  <a:lnTo>
                    <a:pt x="2094" y="4471"/>
                  </a:lnTo>
                  <a:lnTo>
                    <a:pt x="2688" y="4783"/>
                  </a:lnTo>
                  <a:lnTo>
                    <a:pt x="3282" y="5033"/>
                  </a:lnTo>
                  <a:lnTo>
                    <a:pt x="3564" y="5127"/>
                  </a:lnTo>
                  <a:lnTo>
                    <a:pt x="3876" y="5189"/>
                  </a:lnTo>
                  <a:lnTo>
                    <a:pt x="4157" y="5252"/>
                  </a:lnTo>
                  <a:lnTo>
                    <a:pt x="4408" y="5283"/>
                  </a:lnTo>
                  <a:lnTo>
                    <a:pt x="4720" y="5283"/>
                  </a:lnTo>
                  <a:lnTo>
                    <a:pt x="5033" y="5221"/>
                  </a:lnTo>
                  <a:lnTo>
                    <a:pt x="5345" y="5158"/>
                  </a:lnTo>
                  <a:lnTo>
                    <a:pt x="5627" y="5033"/>
                  </a:lnTo>
                  <a:lnTo>
                    <a:pt x="5908" y="4908"/>
                  </a:lnTo>
                  <a:lnTo>
                    <a:pt x="6189" y="4783"/>
                  </a:lnTo>
                  <a:lnTo>
                    <a:pt x="6658" y="4502"/>
                  </a:lnTo>
                  <a:lnTo>
                    <a:pt x="6783" y="4377"/>
                  </a:lnTo>
                  <a:lnTo>
                    <a:pt x="6846" y="4252"/>
                  </a:lnTo>
                  <a:lnTo>
                    <a:pt x="6908" y="4127"/>
                  </a:lnTo>
                  <a:lnTo>
                    <a:pt x="6908" y="4002"/>
                  </a:lnTo>
                  <a:lnTo>
                    <a:pt x="6877" y="3845"/>
                  </a:lnTo>
                  <a:lnTo>
                    <a:pt x="6814" y="3720"/>
                  </a:lnTo>
                  <a:lnTo>
                    <a:pt x="6752" y="3595"/>
                  </a:lnTo>
                  <a:lnTo>
                    <a:pt x="6627" y="3502"/>
                  </a:lnTo>
                  <a:lnTo>
                    <a:pt x="657" y="63"/>
                  </a:lnTo>
                  <a:lnTo>
                    <a:pt x="532" y="32"/>
                  </a:lnTo>
                  <a:lnTo>
                    <a:pt x="438" y="1"/>
                  </a:lnTo>
                  <a:close/>
                </a:path>
              </a:pathLst>
            </a:custGeom>
            <a:solidFill>
              <a:srgbClr val="0C26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29;p27">
              <a:extLst>
                <a:ext uri="{FF2B5EF4-FFF2-40B4-BE49-F238E27FC236}">
                  <a16:creationId xmlns:a16="http://schemas.microsoft.com/office/drawing/2014/main" id="{0C10CA3B-97F7-AF65-D9EF-BFEF3CAA30D2}"/>
                </a:ext>
              </a:extLst>
            </p:cNvPr>
            <p:cNvSpPr/>
            <p:nvPr/>
          </p:nvSpPr>
          <p:spPr>
            <a:xfrm>
              <a:off x="5074454" y="1276291"/>
              <a:ext cx="1480711" cy="1497657"/>
            </a:xfrm>
            <a:custGeom>
              <a:avLst/>
              <a:gdLst/>
              <a:ahLst/>
              <a:cxnLst/>
              <a:rect l="l" t="t" r="r" b="b"/>
              <a:pathLst>
                <a:path w="16380" h="16567" extrusionOk="0">
                  <a:moveTo>
                    <a:pt x="15536" y="0"/>
                  </a:moveTo>
                  <a:lnTo>
                    <a:pt x="15286" y="32"/>
                  </a:lnTo>
                  <a:lnTo>
                    <a:pt x="15161" y="63"/>
                  </a:lnTo>
                  <a:lnTo>
                    <a:pt x="15036" y="125"/>
                  </a:lnTo>
                  <a:lnTo>
                    <a:pt x="8941" y="3657"/>
                  </a:lnTo>
                  <a:lnTo>
                    <a:pt x="8128" y="4158"/>
                  </a:lnTo>
                  <a:lnTo>
                    <a:pt x="7378" y="4689"/>
                  </a:lnTo>
                  <a:lnTo>
                    <a:pt x="6659" y="5314"/>
                  </a:lnTo>
                  <a:lnTo>
                    <a:pt x="6002" y="5970"/>
                  </a:lnTo>
                  <a:lnTo>
                    <a:pt x="5377" y="6658"/>
                  </a:lnTo>
                  <a:lnTo>
                    <a:pt x="4815" y="7408"/>
                  </a:lnTo>
                  <a:lnTo>
                    <a:pt x="4314" y="8190"/>
                  </a:lnTo>
                  <a:lnTo>
                    <a:pt x="3846" y="9002"/>
                  </a:lnTo>
                  <a:lnTo>
                    <a:pt x="1" y="16567"/>
                  </a:lnTo>
                  <a:lnTo>
                    <a:pt x="15848" y="6721"/>
                  </a:lnTo>
                  <a:lnTo>
                    <a:pt x="16380" y="969"/>
                  </a:lnTo>
                  <a:lnTo>
                    <a:pt x="16380" y="844"/>
                  </a:lnTo>
                  <a:lnTo>
                    <a:pt x="16349" y="719"/>
                  </a:lnTo>
                  <a:lnTo>
                    <a:pt x="16286" y="500"/>
                  </a:lnTo>
                  <a:lnTo>
                    <a:pt x="16161" y="282"/>
                  </a:lnTo>
                  <a:lnTo>
                    <a:pt x="15973" y="157"/>
                  </a:lnTo>
                  <a:lnTo>
                    <a:pt x="15755" y="32"/>
                  </a:lnTo>
                  <a:lnTo>
                    <a:pt x="15536" y="0"/>
                  </a:lnTo>
                  <a:close/>
                </a:path>
              </a:pathLst>
            </a:custGeom>
            <a:solidFill>
              <a:srgbClr val="0C26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30;p27">
              <a:extLst>
                <a:ext uri="{FF2B5EF4-FFF2-40B4-BE49-F238E27FC236}">
                  <a16:creationId xmlns:a16="http://schemas.microsoft.com/office/drawing/2014/main" id="{4E27A6E3-70F5-9103-DC77-29CE98825B9B}"/>
                </a:ext>
              </a:extLst>
            </p:cNvPr>
            <p:cNvSpPr/>
            <p:nvPr/>
          </p:nvSpPr>
          <p:spPr>
            <a:xfrm>
              <a:off x="5147945" y="1883744"/>
              <a:ext cx="1359217" cy="1709645"/>
            </a:xfrm>
            <a:custGeom>
              <a:avLst/>
              <a:gdLst/>
              <a:ahLst/>
              <a:cxnLst/>
              <a:rect l="l" t="t" r="r" b="b"/>
              <a:pathLst>
                <a:path w="15036" h="18912" extrusionOk="0">
                  <a:moveTo>
                    <a:pt x="15035" y="1"/>
                  </a:moveTo>
                  <a:lnTo>
                    <a:pt x="14160" y="595"/>
                  </a:lnTo>
                  <a:lnTo>
                    <a:pt x="12941" y="10659"/>
                  </a:lnTo>
                  <a:lnTo>
                    <a:pt x="1" y="18099"/>
                  </a:lnTo>
                  <a:lnTo>
                    <a:pt x="282" y="18411"/>
                  </a:lnTo>
                  <a:lnTo>
                    <a:pt x="438" y="18661"/>
                  </a:lnTo>
                  <a:lnTo>
                    <a:pt x="595" y="18911"/>
                  </a:lnTo>
                  <a:lnTo>
                    <a:pt x="13691" y="11347"/>
                  </a:lnTo>
                  <a:lnTo>
                    <a:pt x="15035" y="1"/>
                  </a:lnTo>
                  <a:close/>
                </a:path>
              </a:pathLst>
            </a:custGeom>
            <a:solidFill>
              <a:srgbClr val="03C8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31;p27">
              <a:extLst>
                <a:ext uri="{FF2B5EF4-FFF2-40B4-BE49-F238E27FC236}">
                  <a16:creationId xmlns:a16="http://schemas.microsoft.com/office/drawing/2014/main" id="{989E599C-3E8E-363C-C9F2-A638C4A96B72}"/>
                </a:ext>
              </a:extLst>
            </p:cNvPr>
            <p:cNvSpPr/>
            <p:nvPr/>
          </p:nvSpPr>
          <p:spPr>
            <a:xfrm>
              <a:off x="5116849" y="2412102"/>
              <a:ext cx="1096431" cy="661366"/>
            </a:xfrm>
            <a:custGeom>
              <a:avLst/>
              <a:gdLst/>
              <a:ahLst/>
              <a:cxnLst/>
              <a:rect l="l" t="t" r="r" b="b"/>
              <a:pathLst>
                <a:path w="12129" h="7316" extrusionOk="0">
                  <a:moveTo>
                    <a:pt x="12129" y="1"/>
                  </a:moveTo>
                  <a:lnTo>
                    <a:pt x="563" y="6033"/>
                  </a:lnTo>
                  <a:lnTo>
                    <a:pt x="1" y="7002"/>
                  </a:lnTo>
                  <a:lnTo>
                    <a:pt x="563" y="7315"/>
                  </a:lnTo>
                  <a:lnTo>
                    <a:pt x="12129" y="1"/>
                  </a:lnTo>
                  <a:close/>
                </a:path>
              </a:pathLst>
            </a:custGeom>
            <a:solidFill>
              <a:srgbClr val="03C8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32;p27">
              <a:extLst>
                <a:ext uri="{FF2B5EF4-FFF2-40B4-BE49-F238E27FC236}">
                  <a16:creationId xmlns:a16="http://schemas.microsoft.com/office/drawing/2014/main" id="{6531CC7B-0F6D-D224-8EB7-7F7BE2A5216A}"/>
                </a:ext>
              </a:extLst>
            </p:cNvPr>
            <p:cNvSpPr/>
            <p:nvPr/>
          </p:nvSpPr>
          <p:spPr>
            <a:xfrm>
              <a:off x="5023652" y="2954652"/>
              <a:ext cx="189383" cy="180890"/>
            </a:xfrm>
            <a:custGeom>
              <a:avLst/>
              <a:gdLst/>
              <a:ahLst/>
              <a:cxnLst/>
              <a:rect l="l" t="t" r="r" b="b"/>
              <a:pathLst>
                <a:path w="2095" h="2001" extrusionOk="0">
                  <a:moveTo>
                    <a:pt x="1657" y="0"/>
                  </a:moveTo>
                  <a:lnTo>
                    <a:pt x="1563" y="63"/>
                  </a:lnTo>
                  <a:lnTo>
                    <a:pt x="282" y="813"/>
                  </a:lnTo>
                  <a:lnTo>
                    <a:pt x="157" y="875"/>
                  </a:lnTo>
                  <a:lnTo>
                    <a:pt x="63" y="1000"/>
                  </a:lnTo>
                  <a:lnTo>
                    <a:pt x="32" y="1126"/>
                  </a:lnTo>
                  <a:lnTo>
                    <a:pt x="0" y="1282"/>
                  </a:lnTo>
                  <a:lnTo>
                    <a:pt x="0" y="1563"/>
                  </a:lnTo>
                  <a:lnTo>
                    <a:pt x="0" y="1688"/>
                  </a:lnTo>
                  <a:lnTo>
                    <a:pt x="32" y="1813"/>
                  </a:lnTo>
                  <a:lnTo>
                    <a:pt x="94" y="1907"/>
                  </a:lnTo>
                  <a:lnTo>
                    <a:pt x="157" y="1969"/>
                  </a:lnTo>
                  <a:lnTo>
                    <a:pt x="219" y="2001"/>
                  </a:lnTo>
                  <a:lnTo>
                    <a:pt x="407" y="2001"/>
                  </a:lnTo>
                  <a:lnTo>
                    <a:pt x="532" y="1938"/>
                  </a:lnTo>
                  <a:lnTo>
                    <a:pt x="1813" y="1219"/>
                  </a:lnTo>
                  <a:lnTo>
                    <a:pt x="1907" y="1126"/>
                  </a:lnTo>
                  <a:lnTo>
                    <a:pt x="2001" y="1000"/>
                  </a:lnTo>
                  <a:lnTo>
                    <a:pt x="2063" y="875"/>
                  </a:lnTo>
                  <a:lnTo>
                    <a:pt x="2095" y="719"/>
                  </a:lnTo>
                  <a:lnTo>
                    <a:pt x="2095" y="438"/>
                  </a:lnTo>
                  <a:lnTo>
                    <a:pt x="2063" y="313"/>
                  </a:lnTo>
                  <a:lnTo>
                    <a:pt x="2032" y="188"/>
                  </a:lnTo>
                  <a:lnTo>
                    <a:pt x="2001" y="125"/>
                  </a:lnTo>
                  <a:lnTo>
                    <a:pt x="1938" y="31"/>
                  </a:lnTo>
                  <a:lnTo>
                    <a:pt x="1845" y="0"/>
                  </a:lnTo>
                  <a:close/>
                </a:path>
              </a:pathLst>
            </a:custGeom>
            <a:solidFill>
              <a:srgbClr val="F3E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33;p27">
              <a:extLst>
                <a:ext uri="{FF2B5EF4-FFF2-40B4-BE49-F238E27FC236}">
                  <a16:creationId xmlns:a16="http://schemas.microsoft.com/office/drawing/2014/main" id="{DACFEDC4-9EC6-BAB3-9D62-668A9B7C3318}"/>
                </a:ext>
              </a:extLst>
            </p:cNvPr>
            <p:cNvSpPr/>
            <p:nvPr/>
          </p:nvSpPr>
          <p:spPr>
            <a:xfrm>
              <a:off x="3353794" y="2807670"/>
              <a:ext cx="822346" cy="488974"/>
            </a:xfrm>
            <a:custGeom>
              <a:avLst/>
              <a:gdLst/>
              <a:ahLst/>
              <a:cxnLst/>
              <a:rect l="l" t="t" r="r" b="b"/>
              <a:pathLst>
                <a:path w="9097" h="5409" extrusionOk="0">
                  <a:moveTo>
                    <a:pt x="313" y="1"/>
                  </a:moveTo>
                  <a:lnTo>
                    <a:pt x="0" y="220"/>
                  </a:lnTo>
                  <a:lnTo>
                    <a:pt x="94" y="407"/>
                  </a:lnTo>
                  <a:lnTo>
                    <a:pt x="469" y="876"/>
                  </a:lnTo>
                  <a:lnTo>
                    <a:pt x="750" y="1189"/>
                  </a:lnTo>
                  <a:lnTo>
                    <a:pt x="1125" y="1564"/>
                  </a:lnTo>
                  <a:lnTo>
                    <a:pt x="1532" y="1939"/>
                  </a:lnTo>
                  <a:lnTo>
                    <a:pt x="2032" y="2376"/>
                  </a:lnTo>
                  <a:lnTo>
                    <a:pt x="2626" y="2783"/>
                  </a:lnTo>
                  <a:lnTo>
                    <a:pt x="3282" y="3220"/>
                  </a:lnTo>
                  <a:lnTo>
                    <a:pt x="4032" y="3658"/>
                  </a:lnTo>
                  <a:lnTo>
                    <a:pt x="4845" y="4096"/>
                  </a:lnTo>
                  <a:lnTo>
                    <a:pt x="5752" y="4471"/>
                  </a:lnTo>
                  <a:lnTo>
                    <a:pt x="6752" y="4846"/>
                  </a:lnTo>
                  <a:lnTo>
                    <a:pt x="7846" y="5158"/>
                  </a:lnTo>
                  <a:lnTo>
                    <a:pt x="8408" y="5283"/>
                  </a:lnTo>
                  <a:lnTo>
                    <a:pt x="9034" y="5408"/>
                  </a:lnTo>
                  <a:lnTo>
                    <a:pt x="9096" y="5033"/>
                  </a:lnTo>
                  <a:lnTo>
                    <a:pt x="8502" y="4908"/>
                  </a:lnTo>
                  <a:lnTo>
                    <a:pt x="7940" y="4783"/>
                  </a:lnTo>
                  <a:lnTo>
                    <a:pt x="6877" y="4471"/>
                  </a:lnTo>
                  <a:lnTo>
                    <a:pt x="5908" y="4127"/>
                  </a:lnTo>
                  <a:lnTo>
                    <a:pt x="5001" y="3720"/>
                  </a:lnTo>
                  <a:lnTo>
                    <a:pt x="4220" y="3314"/>
                  </a:lnTo>
                  <a:lnTo>
                    <a:pt x="3501" y="2908"/>
                  </a:lnTo>
                  <a:lnTo>
                    <a:pt x="2845" y="2470"/>
                  </a:lnTo>
                  <a:lnTo>
                    <a:pt x="2282" y="2064"/>
                  </a:lnTo>
                  <a:lnTo>
                    <a:pt x="1813" y="1657"/>
                  </a:lnTo>
                  <a:lnTo>
                    <a:pt x="1376" y="1282"/>
                  </a:lnTo>
                  <a:lnTo>
                    <a:pt x="1063" y="907"/>
                  </a:lnTo>
                  <a:lnTo>
                    <a:pt x="782" y="626"/>
                  </a:lnTo>
                  <a:lnTo>
                    <a:pt x="438" y="157"/>
                  </a:lnTo>
                  <a:lnTo>
                    <a:pt x="344" y="63"/>
                  </a:lnTo>
                  <a:lnTo>
                    <a:pt x="313" y="32"/>
                  </a:lnTo>
                  <a:lnTo>
                    <a:pt x="313" y="1"/>
                  </a:lnTo>
                  <a:close/>
                </a:path>
              </a:pathLst>
            </a:custGeom>
            <a:solidFill>
              <a:srgbClr val="03C8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34;p27">
              <a:extLst>
                <a:ext uri="{FF2B5EF4-FFF2-40B4-BE49-F238E27FC236}">
                  <a16:creationId xmlns:a16="http://schemas.microsoft.com/office/drawing/2014/main" id="{783A7EBA-5B44-84CB-309D-22B9CAD5C34A}"/>
                </a:ext>
              </a:extLst>
            </p:cNvPr>
            <p:cNvSpPr/>
            <p:nvPr/>
          </p:nvSpPr>
          <p:spPr>
            <a:xfrm>
              <a:off x="5060353" y="2621185"/>
              <a:ext cx="316572" cy="226181"/>
            </a:xfrm>
            <a:custGeom>
              <a:avLst/>
              <a:gdLst/>
              <a:ahLst/>
              <a:cxnLst/>
              <a:rect l="l" t="t" r="r" b="b"/>
              <a:pathLst>
                <a:path w="3502" h="2502" extrusionOk="0">
                  <a:moveTo>
                    <a:pt x="1345" y="1"/>
                  </a:moveTo>
                  <a:lnTo>
                    <a:pt x="1157" y="32"/>
                  </a:lnTo>
                  <a:lnTo>
                    <a:pt x="1001" y="63"/>
                  </a:lnTo>
                  <a:lnTo>
                    <a:pt x="813" y="126"/>
                  </a:lnTo>
                  <a:lnTo>
                    <a:pt x="657" y="188"/>
                  </a:lnTo>
                  <a:lnTo>
                    <a:pt x="532" y="282"/>
                  </a:lnTo>
                  <a:lnTo>
                    <a:pt x="407" y="407"/>
                  </a:lnTo>
                  <a:lnTo>
                    <a:pt x="282" y="532"/>
                  </a:lnTo>
                  <a:lnTo>
                    <a:pt x="188" y="657"/>
                  </a:lnTo>
                  <a:lnTo>
                    <a:pt x="94" y="845"/>
                  </a:lnTo>
                  <a:lnTo>
                    <a:pt x="32" y="1001"/>
                  </a:lnTo>
                  <a:lnTo>
                    <a:pt x="1" y="1189"/>
                  </a:lnTo>
                  <a:lnTo>
                    <a:pt x="1" y="1376"/>
                  </a:lnTo>
                  <a:lnTo>
                    <a:pt x="1" y="1501"/>
                  </a:lnTo>
                  <a:lnTo>
                    <a:pt x="63" y="1626"/>
                  </a:lnTo>
                  <a:lnTo>
                    <a:pt x="126" y="1751"/>
                  </a:lnTo>
                  <a:lnTo>
                    <a:pt x="251" y="1814"/>
                  </a:lnTo>
                  <a:lnTo>
                    <a:pt x="813" y="2158"/>
                  </a:lnTo>
                  <a:lnTo>
                    <a:pt x="1157" y="2314"/>
                  </a:lnTo>
                  <a:lnTo>
                    <a:pt x="1501" y="2439"/>
                  </a:lnTo>
                  <a:lnTo>
                    <a:pt x="1845" y="2470"/>
                  </a:lnTo>
                  <a:lnTo>
                    <a:pt x="2220" y="2501"/>
                  </a:lnTo>
                  <a:lnTo>
                    <a:pt x="2876" y="2439"/>
                  </a:lnTo>
                  <a:lnTo>
                    <a:pt x="3033" y="2408"/>
                  </a:lnTo>
                  <a:lnTo>
                    <a:pt x="3189" y="2345"/>
                  </a:lnTo>
                  <a:lnTo>
                    <a:pt x="3314" y="2251"/>
                  </a:lnTo>
                  <a:lnTo>
                    <a:pt x="3408" y="2158"/>
                  </a:lnTo>
                  <a:lnTo>
                    <a:pt x="3470" y="2001"/>
                  </a:lnTo>
                  <a:lnTo>
                    <a:pt x="3501" y="1876"/>
                  </a:lnTo>
                  <a:lnTo>
                    <a:pt x="3501" y="1720"/>
                  </a:lnTo>
                  <a:lnTo>
                    <a:pt x="3470" y="1564"/>
                  </a:lnTo>
                  <a:lnTo>
                    <a:pt x="3314" y="1220"/>
                  </a:lnTo>
                  <a:lnTo>
                    <a:pt x="3095" y="939"/>
                  </a:lnTo>
                  <a:lnTo>
                    <a:pt x="2845" y="689"/>
                  </a:lnTo>
                  <a:lnTo>
                    <a:pt x="2533" y="470"/>
                  </a:lnTo>
                  <a:lnTo>
                    <a:pt x="2032" y="188"/>
                  </a:lnTo>
                  <a:lnTo>
                    <a:pt x="1876" y="95"/>
                  </a:lnTo>
                  <a:lnTo>
                    <a:pt x="1689" y="32"/>
                  </a:lnTo>
                  <a:lnTo>
                    <a:pt x="150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35;p27">
              <a:extLst>
                <a:ext uri="{FF2B5EF4-FFF2-40B4-BE49-F238E27FC236}">
                  <a16:creationId xmlns:a16="http://schemas.microsoft.com/office/drawing/2014/main" id="{D6ECD363-1C93-09D4-0BD3-D9E85928EEE0}"/>
                </a:ext>
              </a:extLst>
            </p:cNvPr>
            <p:cNvSpPr/>
            <p:nvPr/>
          </p:nvSpPr>
          <p:spPr>
            <a:xfrm>
              <a:off x="6676517" y="1115208"/>
              <a:ext cx="353364" cy="573678"/>
            </a:xfrm>
            <a:custGeom>
              <a:avLst/>
              <a:gdLst/>
              <a:ahLst/>
              <a:cxnLst/>
              <a:rect l="l" t="t" r="r" b="b"/>
              <a:pathLst>
                <a:path w="3909" h="6346" extrusionOk="0">
                  <a:moveTo>
                    <a:pt x="501" y="1"/>
                  </a:moveTo>
                  <a:lnTo>
                    <a:pt x="1" y="4752"/>
                  </a:lnTo>
                  <a:lnTo>
                    <a:pt x="1" y="4971"/>
                  </a:lnTo>
                  <a:lnTo>
                    <a:pt x="1" y="5189"/>
                  </a:lnTo>
                  <a:lnTo>
                    <a:pt x="63" y="5377"/>
                  </a:lnTo>
                  <a:lnTo>
                    <a:pt x="126" y="5564"/>
                  </a:lnTo>
                  <a:lnTo>
                    <a:pt x="220" y="5721"/>
                  </a:lnTo>
                  <a:lnTo>
                    <a:pt x="345" y="5877"/>
                  </a:lnTo>
                  <a:lnTo>
                    <a:pt x="501" y="6002"/>
                  </a:lnTo>
                  <a:lnTo>
                    <a:pt x="657" y="6127"/>
                  </a:lnTo>
                  <a:lnTo>
                    <a:pt x="814" y="6221"/>
                  </a:lnTo>
                  <a:lnTo>
                    <a:pt x="1001" y="6283"/>
                  </a:lnTo>
                  <a:lnTo>
                    <a:pt x="1157" y="6346"/>
                  </a:lnTo>
                  <a:lnTo>
                    <a:pt x="1564" y="6346"/>
                  </a:lnTo>
                  <a:lnTo>
                    <a:pt x="1751" y="6315"/>
                  </a:lnTo>
                  <a:lnTo>
                    <a:pt x="1970" y="6252"/>
                  </a:lnTo>
                  <a:lnTo>
                    <a:pt x="2158" y="6158"/>
                  </a:lnTo>
                  <a:lnTo>
                    <a:pt x="3908" y="5158"/>
                  </a:lnTo>
                  <a:lnTo>
                    <a:pt x="3908" y="5127"/>
                  </a:lnTo>
                  <a:lnTo>
                    <a:pt x="1032" y="751"/>
                  </a:lnTo>
                  <a:lnTo>
                    <a:pt x="782" y="344"/>
                  </a:lnTo>
                  <a:lnTo>
                    <a:pt x="501" y="1"/>
                  </a:lnTo>
                  <a:close/>
                </a:path>
              </a:pathLst>
            </a:custGeom>
            <a:solidFill>
              <a:srgbClr val="0C26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36;p27">
              <a:extLst>
                <a:ext uri="{FF2B5EF4-FFF2-40B4-BE49-F238E27FC236}">
                  <a16:creationId xmlns:a16="http://schemas.microsoft.com/office/drawing/2014/main" id="{8ABCC74D-D92C-11AA-7412-4A62D9ACC616}"/>
                </a:ext>
              </a:extLst>
            </p:cNvPr>
            <p:cNvSpPr/>
            <p:nvPr/>
          </p:nvSpPr>
          <p:spPr>
            <a:xfrm>
              <a:off x="4088430" y="3067646"/>
              <a:ext cx="638658" cy="299586"/>
            </a:xfrm>
            <a:custGeom>
              <a:avLst/>
              <a:gdLst/>
              <a:ahLst/>
              <a:cxnLst/>
              <a:rect l="l" t="t" r="r" b="b"/>
              <a:pathLst>
                <a:path w="7065" h="3314" extrusionOk="0">
                  <a:moveTo>
                    <a:pt x="4314" y="1"/>
                  </a:moveTo>
                  <a:lnTo>
                    <a:pt x="3595" y="63"/>
                  </a:lnTo>
                  <a:lnTo>
                    <a:pt x="2907" y="157"/>
                  </a:lnTo>
                  <a:lnTo>
                    <a:pt x="2563" y="251"/>
                  </a:lnTo>
                  <a:lnTo>
                    <a:pt x="2251" y="344"/>
                  </a:lnTo>
                  <a:lnTo>
                    <a:pt x="1938" y="469"/>
                  </a:lnTo>
                  <a:lnTo>
                    <a:pt x="1657" y="594"/>
                  </a:lnTo>
                  <a:lnTo>
                    <a:pt x="1407" y="751"/>
                  </a:lnTo>
                  <a:lnTo>
                    <a:pt x="1157" y="938"/>
                  </a:lnTo>
                  <a:lnTo>
                    <a:pt x="938" y="1095"/>
                  </a:lnTo>
                  <a:lnTo>
                    <a:pt x="750" y="1282"/>
                  </a:lnTo>
                  <a:lnTo>
                    <a:pt x="406" y="1657"/>
                  </a:lnTo>
                  <a:lnTo>
                    <a:pt x="281" y="1845"/>
                  </a:lnTo>
                  <a:lnTo>
                    <a:pt x="156" y="2032"/>
                  </a:lnTo>
                  <a:lnTo>
                    <a:pt x="63" y="2220"/>
                  </a:lnTo>
                  <a:lnTo>
                    <a:pt x="31" y="2376"/>
                  </a:lnTo>
                  <a:lnTo>
                    <a:pt x="0" y="2532"/>
                  </a:lnTo>
                  <a:lnTo>
                    <a:pt x="0" y="2689"/>
                  </a:lnTo>
                  <a:lnTo>
                    <a:pt x="31" y="2814"/>
                  </a:lnTo>
                  <a:lnTo>
                    <a:pt x="94" y="2907"/>
                  </a:lnTo>
                  <a:lnTo>
                    <a:pt x="219" y="2970"/>
                  </a:lnTo>
                  <a:lnTo>
                    <a:pt x="375" y="3064"/>
                  </a:lnTo>
                  <a:lnTo>
                    <a:pt x="594" y="3126"/>
                  </a:lnTo>
                  <a:lnTo>
                    <a:pt x="844" y="3189"/>
                  </a:lnTo>
                  <a:lnTo>
                    <a:pt x="1469" y="3251"/>
                  </a:lnTo>
                  <a:lnTo>
                    <a:pt x="2188" y="3314"/>
                  </a:lnTo>
                  <a:lnTo>
                    <a:pt x="2938" y="3283"/>
                  </a:lnTo>
                  <a:lnTo>
                    <a:pt x="3689" y="3220"/>
                  </a:lnTo>
                  <a:lnTo>
                    <a:pt x="4064" y="3158"/>
                  </a:lnTo>
                  <a:lnTo>
                    <a:pt x="4407" y="3095"/>
                  </a:lnTo>
                  <a:lnTo>
                    <a:pt x="4751" y="3001"/>
                  </a:lnTo>
                  <a:lnTo>
                    <a:pt x="5033" y="2907"/>
                  </a:lnTo>
                  <a:lnTo>
                    <a:pt x="5314" y="2782"/>
                  </a:lnTo>
                  <a:lnTo>
                    <a:pt x="5595" y="2595"/>
                  </a:lnTo>
                  <a:lnTo>
                    <a:pt x="5845" y="2407"/>
                  </a:lnTo>
                  <a:lnTo>
                    <a:pt x="6095" y="2220"/>
                  </a:lnTo>
                  <a:lnTo>
                    <a:pt x="6314" y="2001"/>
                  </a:lnTo>
                  <a:lnTo>
                    <a:pt x="6502" y="1751"/>
                  </a:lnTo>
                  <a:lnTo>
                    <a:pt x="6689" y="1532"/>
                  </a:lnTo>
                  <a:lnTo>
                    <a:pt x="6846" y="1282"/>
                  </a:lnTo>
                  <a:lnTo>
                    <a:pt x="6939" y="1063"/>
                  </a:lnTo>
                  <a:lnTo>
                    <a:pt x="7033" y="844"/>
                  </a:lnTo>
                  <a:lnTo>
                    <a:pt x="7064" y="657"/>
                  </a:lnTo>
                  <a:lnTo>
                    <a:pt x="7064" y="469"/>
                  </a:lnTo>
                  <a:lnTo>
                    <a:pt x="7002" y="313"/>
                  </a:lnTo>
                  <a:lnTo>
                    <a:pt x="6908" y="188"/>
                  </a:lnTo>
                  <a:lnTo>
                    <a:pt x="6752" y="126"/>
                  </a:lnTo>
                  <a:lnTo>
                    <a:pt x="6533" y="94"/>
                  </a:lnTo>
                  <a:lnTo>
                    <a:pt x="6095" y="32"/>
                  </a:lnTo>
                  <a:lnTo>
                    <a:pt x="559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37;p27">
              <a:extLst>
                <a:ext uri="{FF2B5EF4-FFF2-40B4-BE49-F238E27FC236}">
                  <a16:creationId xmlns:a16="http://schemas.microsoft.com/office/drawing/2014/main" id="{A8DE1C55-5CF4-2AAE-88CE-D5754C69577B}"/>
                </a:ext>
              </a:extLst>
            </p:cNvPr>
            <p:cNvSpPr/>
            <p:nvPr/>
          </p:nvSpPr>
          <p:spPr>
            <a:xfrm>
              <a:off x="3252009" y="2220013"/>
              <a:ext cx="172478" cy="641478"/>
            </a:xfrm>
            <a:custGeom>
              <a:avLst/>
              <a:gdLst/>
              <a:ahLst/>
              <a:cxnLst/>
              <a:rect l="l" t="t" r="r" b="b"/>
              <a:pathLst>
                <a:path w="1908" h="7096" extrusionOk="0">
                  <a:moveTo>
                    <a:pt x="1908" y="0"/>
                  </a:moveTo>
                  <a:lnTo>
                    <a:pt x="1658" y="250"/>
                  </a:lnTo>
                  <a:lnTo>
                    <a:pt x="1408" y="532"/>
                  </a:lnTo>
                  <a:lnTo>
                    <a:pt x="1095" y="938"/>
                  </a:lnTo>
                  <a:lnTo>
                    <a:pt x="782" y="1438"/>
                  </a:lnTo>
                  <a:lnTo>
                    <a:pt x="470" y="2001"/>
                  </a:lnTo>
                  <a:lnTo>
                    <a:pt x="345" y="2313"/>
                  </a:lnTo>
                  <a:lnTo>
                    <a:pt x="220" y="2657"/>
                  </a:lnTo>
                  <a:lnTo>
                    <a:pt x="126" y="3001"/>
                  </a:lnTo>
                  <a:lnTo>
                    <a:pt x="63" y="3376"/>
                  </a:lnTo>
                  <a:lnTo>
                    <a:pt x="1" y="4064"/>
                  </a:lnTo>
                  <a:lnTo>
                    <a:pt x="1" y="4689"/>
                  </a:lnTo>
                  <a:lnTo>
                    <a:pt x="32" y="5220"/>
                  </a:lnTo>
                  <a:lnTo>
                    <a:pt x="157" y="5689"/>
                  </a:lnTo>
                  <a:lnTo>
                    <a:pt x="282" y="6096"/>
                  </a:lnTo>
                  <a:lnTo>
                    <a:pt x="470" y="6439"/>
                  </a:lnTo>
                  <a:lnTo>
                    <a:pt x="657" y="6689"/>
                  </a:lnTo>
                  <a:lnTo>
                    <a:pt x="845" y="6908"/>
                  </a:lnTo>
                  <a:lnTo>
                    <a:pt x="1032" y="7033"/>
                  </a:lnTo>
                  <a:lnTo>
                    <a:pt x="1189" y="7096"/>
                  </a:lnTo>
                  <a:lnTo>
                    <a:pt x="1345" y="7096"/>
                  </a:lnTo>
                  <a:lnTo>
                    <a:pt x="1501" y="7033"/>
                  </a:lnTo>
                  <a:lnTo>
                    <a:pt x="1595" y="6908"/>
                  </a:lnTo>
                  <a:lnTo>
                    <a:pt x="1689" y="6752"/>
                  </a:lnTo>
                  <a:lnTo>
                    <a:pt x="1720" y="6564"/>
                  </a:lnTo>
                  <a:lnTo>
                    <a:pt x="1751" y="6346"/>
                  </a:lnTo>
                  <a:lnTo>
                    <a:pt x="190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38;p27">
              <a:extLst>
                <a:ext uri="{FF2B5EF4-FFF2-40B4-BE49-F238E27FC236}">
                  <a16:creationId xmlns:a16="http://schemas.microsoft.com/office/drawing/2014/main" id="{C058FB77-CA2C-73D9-7ED8-9554FCD5B6B2}"/>
                </a:ext>
              </a:extLst>
            </p:cNvPr>
            <p:cNvSpPr/>
            <p:nvPr/>
          </p:nvSpPr>
          <p:spPr>
            <a:xfrm>
              <a:off x="6668110" y="1861146"/>
              <a:ext cx="172388" cy="231786"/>
            </a:xfrm>
            <a:custGeom>
              <a:avLst/>
              <a:gdLst/>
              <a:ahLst/>
              <a:cxnLst/>
              <a:rect l="l" t="t" r="r" b="b"/>
              <a:pathLst>
                <a:path w="1907" h="2564" extrusionOk="0">
                  <a:moveTo>
                    <a:pt x="1063" y="1"/>
                  </a:moveTo>
                  <a:lnTo>
                    <a:pt x="938" y="32"/>
                  </a:lnTo>
                  <a:lnTo>
                    <a:pt x="782" y="94"/>
                  </a:lnTo>
                  <a:lnTo>
                    <a:pt x="625" y="219"/>
                  </a:lnTo>
                  <a:lnTo>
                    <a:pt x="469" y="344"/>
                  </a:lnTo>
                  <a:lnTo>
                    <a:pt x="344" y="532"/>
                  </a:lnTo>
                  <a:lnTo>
                    <a:pt x="219" y="720"/>
                  </a:lnTo>
                  <a:lnTo>
                    <a:pt x="125" y="938"/>
                  </a:lnTo>
                  <a:lnTo>
                    <a:pt x="63" y="1157"/>
                  </a:lnTo>
                  <a:lnTo>
                    <a:pt x="0" y="1376"/>
                  </a:lnTo>
                  <a:lnTo>
                    <a:pt x="0" y="1595"/>
                  </a:lnTo>
                  <a:lnTo>
                    <a:pt x="0" y="1814"/>
                  </a:lnTo>
                  <a:lnTo>
                    <a:pt x="63" y="2001"/>
                  </a:lnTo>
                  <a:lnTo>
                    <a:pt x="156" y="2157"/>
                  </a:lnTo>
                  <a:lnTo>
                    <a:pt x="281" y="2251"/>
                  </a:lnTo>
                  <a:lnTo>
                    <a:pt x="844" y="2564"/>
                  </a:lnTo>
                  <a:lnTo>
                    <a:pt x="1907" y="438"/>
                  </a:lnTo>
                  <a:lnTo>
                    <a:pt x="1313" y="63"/>
                  </a:lnTo>
                  <a:lnTo>
                    <a:pt x="1188" y="32"/>
                  </a:lnTo>
                  <a:lnTo>
                    <a:pt x="1063" y="1"/>
                  </a:lnTo>
                  <a:close/>
                </a:path>
              </a:pathLst>
            </a:custGeom>
            <a:solidFill>
              <a:srgbClr val="0C26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139;p27">
              <a:extLst>
                <a:ext uri="{FF2B5EF4-FFF2-40B4-BE49-F238E27FC236}">
                  <a16:creationId xmlns:a16="http://schemas.microsoft.com/office/drawing/2014/main" id="{EC811E1A-8941-B120-5A5E-190CD9D89EA4}"/>
                </a:ext>
              </a:extLst>
            </p:cNvPr>
            <p:cNvSpPr/>
            <p:nvPr/>
          </p:nvSpPr>
          <p:spPr>
            <a:xfrm>
              <a:off x="6721805" y="1892242"/>
              <a:ext cx="141291" cy="206383"/>
            </a:xfrm>
            <a:custGeom>
              <a:avLst/>
              <a:gdLst/>
              <a:ahLst/>
              <a:cxnLst/>
              <a:rect l="l" t="t" r="r" b="b"/>
              <a:pathLst>
                <a:path w="1563" h="2283" extrusionOk="0">
                  <a:moveTo>
                    <a:pt x="1094" y="0"/>
                  </a:moveTo>
                  <a:lnTo>
                    <a:pt x="938" y="32"/>
                  </a:lnTo>
                  <a:lnTo>
                    <a:pt x="781" y="94"/>
                  </a:lnTo>
                  <a:lnTo>
                    <a:pt x="625" y="219"/>
                  </a:lnTo>
                  <a:lnTo>
                    <a:pt x="469" y="344"/>
                  </a:lnTo>
                  <a:lnTo>
                    <a:pt x="344" y="532"/>
                  </a:lnTo>
                  <a:lnTo>
                    <a:pt x="219" y="719"/>
                  </a:lnTo>
                  <a:lnTo>
                    <a:pt x="125" y="938"/>
                  </a:lnTo>
                  <a:lnTo>
                    <a:pt x="63" y="1157"/>
                  </a:lnTo>
                  <a:lnTo>
                    <a:pt x="0" y="1376"/>
                  </a:lnTo>
                  <a:lnTo>
                    <a:pt x="0" y="1595"/>
                  </a:lnTo>
                  <a:lnTo>
                    <a:pt x="0" y="1813"/>
                  </a:lnTo>
                  <a:lnTo>
                    <a:pt x="63" y="1970"/>
                  </a:lnTo>
                  <a:lnTo>
                    <a:pt x="125" y="2095"/>
                  </a:lnTo>
                  <a:lnTo>
                    <a:pt x="219" y="2220"/>
                  </a:lnTo>
                  <a:lnTo>
                    <a:pt x="344" y="2251"/>
                  </a:lnTo>
                  <a:lnTo>
                    <a:pt x="469" y="2282"/>
                  </a:lnTo>
                  <a:lnTo>
                    <a:pt x="625" y="2251"/>
                  </a:lnTo>
                  <a:lnTo>
                    <a:pt x="781" y="2188"/>
                  </a:lnTo>
                  <a:lnTo>
                    <a:pt x="938" y="2063"/>
                  </a:lnTo>
                  <a:lnTo>
                    <a:pt x="1094" y="1938"/>
                  </a:lnTo>
                  <a:lnTo>
                    <a:pt x="1219" y="1751"/>
                  </a:lnTo>
                  <a:lnTo>
                    <a:pt x="1344" y="1563"/>
                  </a:lnTo>
                  <a:lnTo>
                    <a:pt x="1438" y="1345"/>
                  </a:lnTo>
                  <a:lnTo>
                    <a:pt x="1500" y="1126"/>
                  </a:lnTo>
                  <a:lnTo>
                    <a:pt x="1532" y="907"/>
                  </a:lnTo>
                  <a:lnTo>
                    <a:pt x="1563" y="688"/>
                  </a:lnTo>
                  <a:lnTo>
                    <a:pt x="1532" y="501"/>
                  </a:lnTo>
                  <a:lnTo>
                    <a:pt x="1500" y="313"/>
                  </a:lnTo>
                  <a:lnTo>
                    <a:pt x="1438" y="188"/>
                  </a:lnTo>
                  <a:lnTo>
                    <a:pt x="1344" y="94"/>
                  </a:lnTo>
                  <a:lnTo>
                    <a:pt x="1219" y="32"/>
                  </a:lnTo>
                  <a:lnTo>
                    <a:pt x="1094" y="0"/>
                  </a:lnTo>
                  <a:close/>
                </a:path>
              </a:pathLst>
            </a:custGeom>
            <a:solidFill>
              <a:srgbClr val="133D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140;p27">
              <a:extLst>
                <a:ext uri="{FF2B5EF4-FFF2-40B4-BE49-F238E27FC236}">
                  <a16:creationId xmlns:a16="http://schemas.microsoft.com/office/drawing/2014/main" id="{651EC401-7BD9-1FC8-4238-B7F588672FA8}"/>
                </a:ext>
              </a:extLst>
            </p:cNvPr>
            <p:cNvSpPr/>
            <p:nvPr/>
          </p:nvSpPr>
          <p:spPr>
            <a:xfrm>
              <a:off x="6741511" y="1923337"/>
              <a:ext cx="101878" cy="144188"/>
            </a:xfrm>
            <a:custGeom>
              <a:avLst/>
              <a:gdLst/>
              <a:ahLst/>
              <a:cxnLst/>
              <a:rect l="l" t="t" r="r" b="b"/>
              <a:pathLst>
                <a:path w="1127" h="1595" extrusionOk="0">
                  <a:moveTo>
                    <a:pt x="657" y="0"/>
                  </a:moveTo>
                  <a:lnTo>
                    <a:pt x="563" y="63"/>
                  </a:lnTo>
                  <a:lnTo>
                    <a:pt x="438" y="157"/>
                  </a:lnTo>
                  <a:lnTo>
                    <a:pt x="345" y="250"/>
                  </a:lnTo>
                  <a:lnTo>
                    <a:pt x="157" y="500"/>
                  </a:lnTo>
                  <a:lnTo>
                    <a:pt x="32" y="813"/>
                  </a:lnTo>
                  <a:lnTo>
                    <a:pt x="1" y="969"/>
                  </a:lnTo>
                  <a:lnTo>
                    <a:pt x="1" y="1126"/>
                  </a:lnTo>
                  <a:lnTo>
                    <a:pt x="1" y="1251"/>
                  </a:lnTo>
                  <a:lnTo>
                    <a:pt x="32" y="1376"/>
                  </a:lnTo>
                  <a:lnTo>
                    <a:pt x="95" y="1469"/>
                  </a:lnTo>
                  <a:lnTo>
                    <a:pt x="157" y="1563"/>
                  </a:lnTo>
                  <a:lnTo>
                    <a:pt x="251" y="1594"/>
                  </a:lnTo>
                  <a:lnTo>
                    <a:pt x="438" y="1594"/>
                  </a:lnTo>
                  <a:lnTo>
                    <a:pt x="563" y="1532"/>
                  </a:lnTo>
                  <a:lnTo>
                    <a:pt x="657" y="1469"/>
                  </a:lnTo>
                  <a:lnTo>
                    <a:pt x="782" y="1344"/>
                  </a:lnTo>
                  <a:lnTo>
                    <a:pt x="939" y="1094"/>
                  </a:lnTo>
                  <a:lnTo>
                    <a:pt x="1064" y="782"/>
                  </a:lnTo>
                  <a:lnTo>
                    <a:pt x="1095" y="625"/>
                  </a:lnTo>
                  <a:lnTo>
                    <a:pt x="1126" y="469"/>
                  </a:lnTo>
                  <a:lnTo>
                    <a:pt x="1095" y="344"/>
                  </a:lnTo>
                  <a:lnTo>
                    <a:pt x="1064" y="219"/>
                  </a:lnTo>
                  <a:lnTo>
                    <a:pt x="1032" y="125"/>
                  </a:lnTo>
                  <a:lnTo>
                    <a:pt x="939" y="63"/>
                  </a:lnTo>
                  <a:lnTo>
                    <a:pt x="876" y="0"/>
                  </a:lnTo>
                  <a:close/>
                </a:path>
              </a:pathLst>
            </a:custGeom>
            <a:solidFill>
              <a:srgbClr val="03C8D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141;p27">
              <a:extLst>
                <a:ext uri="{FF2B5EF4-FFF2-40B4-BE49-F238E27FC236}">
                  <a16:creationId xmlns:a16="http://schemas.microsoft.com/office/drawing/2014/main" id="{DFA8B027-50BC-530B-EB97-AAC758857E05}"/>
                </a:ext>
              </a:extLst>
            </p:cNvPr>
            <p:cNvSpPr/>
            <p:nvPr/>
          </p:nvSpPr>
          <p:spPr>
            <a:xfrm>
              <a:off x="6761307" y="1948738"/>
              <a:ext cx="62284" cy="93383"/>
            </a:xfrm>
            <a:custGeom>
              <a:avLst/>
              <a:gdLst/>
              <a:ahLst/>
              <a:cxnLst/>
              <a:rect l="l" t="t" r="r" b="b"/>
              <a:pathLst>
                <a:path w="689" h="1033" extrusionOk="0">
                  <a:moveTo>
                    <a:pt x="469" y="1"/>
                  </a:moveTo>
                  <a:lnTo>
                    <a:pt x="344" y="63"/>
                  </a:lnTo>
                  <a:lnTo>
                    <a:pt x="188" y="157"/>
                  </a:lnTo>
                  <a:lnTo>
                    <a:pt x="94" y="344"/>
                  </a:lnTo>
                  <a:lnTo>
                    <a:pt x="1" y="532"/>
                  </a:lnTo>
                  <a:lnTo>
                    <a:pt x="1" y="720"/>
                  </a:lnTo>
                  <a:lnTo>
                    <a:pt x="1" y="876"/>
                  </a:lnTo>
                  <a:lnTo>
                    <a:pt x="94" y="1001"/>
                  </a:lnTo>
                  <a:lnTo>
                    <a:pt x="157" y="1032"/>
                  </a:lnTo>
                  <a:lnTo>
                    <a:pt x="188" y="1032"/>
                  </a:lnTo>
                  <a:lnTo>
                    <a:pt x="344" y="1001"/>
                  </a:lnTo>
                  <a:lnTo>
                    <a:pt x="469" y="876"/>
                  </a:lnTo>
                  <a:lnTo>
                    <a:pt x="595" y="720"/>
                  </a:lnTo>
                  <a:lnTo>
                    <a:pt x="657" y="532"/>
                  </a:lnTo>
                  <a:lnTo>
                    <a:pt x="688" y="313"/>
                  </a:lnTo>
                  <a:lnTo>
                    <a:pt x="657" y="157"/>
                  </a:lnTo>
                  <a:lnTo>
                    <a:pt x="595" y="63"/>
                  </a:lnTo>
                  <a:lnTo>
                    <a:pt x="532" y="32"/>
                  </a:lnTo>
                  <a:lnTo>
                    <a:pt x="469" y="1"/>
                  </a:lnTo>
                  <a:close/>
                </a:path>
              </a:pathLst>
            </a:custGeom>
            <a:solidFill>
              <a:srgbClr val="133D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142;p27">
              <a:extLst>
                <a:ext uri="{FF2B5EF4-FFF2-40B4-BE49-F238E27FC236}">
                  <a16:creationId xmlns:a16="http://schemas.microsoft.com/office/drawing/2014/main" id="{90A338DE-0F6E-0357-FE85-B7501E62D7E7}"/>
                </a:ext>
              </a:extLst>
            </p:cNvPr>
            <p:cNvSpPr/>
            <p:nvPr/>
          </p:nvSpPr>
          <p:spPr>
            <a:xfrm>
              <a:off x="6781104" y="1979834"/>
              <a:ext cx="19887" cy="31188"/>
            </a:xfrm>
            <a:custGeom>
              <a:avLst/>
              <a:gdLst/>
              <a:ahLst/>
              <a:cxnLst/>
              <a:rect l="l" t="t" r="r" b="b"/>
              <a:pathLst>
                <a:path w="220" h="345" extrusionOk="0">
                  <a:moveTo>
                    <a:pt x="157" y="0"/>
                  </a:moveTo>
                  <a:lnTo>
                    <a:pt x="125" y="32"/>
                  </a:lnTo>
                  <a:lnTo>
                    <a:pt x="32" y="125"/>
                  </a:lnTo>
                  <a:lnTo>
                    <a:pt x="0" y="250"/>
                  </a:lnTo>
                  <a:lnTo>
                    <a:pt x="0" y="282"/>
                  </a:lnTo>
                  <a:lnTo>
                    <a:pt x="32" y="313"/>
                  </a:lnTo>
                  <a:lnTo>
                    <a:pt x="63" y="344"/>
                  </a:lnTo>
                  <a:lnTo>
                    <a:pt x="125" y="313"/>
                  </a:lnTo>
                  <a:lnTo>
                    <a:pt x="188" y="250"/>
                  </a:lnTo>
                  <a:lnTo>
                    <a:pt x="219" y="125"/>
                  </a:lnTo>
                  <a:lnTo>
                    <a:pt x="219" y="63"/>
                  </a:lnTo>
                  <a:lnTo>
                    <a:pt x="188" y="32"/>
                  </a:lnTo>
                  <a:lnTo>
                    <a:pt x="157" y="0"/>
                  </a:lnTo>
                  <a:close/>
                </a:path>
              </a:pathLst>
            </a:custGeom>
            <a:solidFill>
              <a:srgbClr val="133D3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143;p27">
              <a:extLst>
                <a:ext uri="{FF2B5EF4-FFF2-40B4-BE49-F238E27FC236}">
                  <a16:creationId xmlns:a16="http://schemas.microsoft.com/office/drawing/2014/main" id="{F4F4E42C-740B-78F2-6522-A052093E6E89}"/>
                </a:ext>
              </a:extLst>
            </p:cNvPr>
            <p:cNvSpPr/>
            <p:nvPr/>
          </p:nvSpPr>
          <p:spPr>
            <a:xfrm>
              <a:off x="6436429" y="1739655"/>
              <a:ext cx="1571109" cy="2133440"/>
            </a:xfrm>
            <a:custGeom>
              <a:avLst/>
              <a:gdLst/>
              <a:ahLst/>
              <a:cxnLst/>
              <a:rect l="l" t="t" r="r" b="b"/>
              <a:pathLst>
                <a:path w="17380" h="23600" extrusionOk="0">
                  <a:moveTo>
                    <a:pt x="13628" y="1"/>
                  </a:moveTo>
                  <a:lnTo>
                    <a:pt x="13441" y="32"/>
                  </a:lnTo>
                  <a:lnTo>
                    <a:pt x="13253" y="63"/>
                  </a:lnTo>
                  <a:lnTo>
                    <a:pt x="13066" y="126"/>
                  </a:lnTo>
                  <a:lnTo>
                    <a:pt x="12909" y="219"/>
                  </a:lnTo>
                  <a:lnTo>
                    <a:pt x="12753" y="313"/>
                  </a:lnTo>
                  <a:lnTo>
                    <a:pt x="12597" y="438"/>
                  </a:lnTo>
                  <a:lnTo>
                    <a:pt x="12472" y="594"/>
                  </a:lnTo>
                  <a:lnTo>
                    <a:pt x="12378" y="751"/>
                  </a:lnTo>
                  <a:lnTo>
                    <a:pt x="12284" y="907"/>
                  </a:lnTo>
                  <a:lnTo>
                    <a:pt x="12222" y="1095"/>
                  </a:lnTo>
                  <a:lnTo>
                    <a:pt x="12190" y="1282"/>
                  </a:lnTo>
                  <a:lnTo>
                    <a:pt x="12159" y="1470"/>
                  </a:lnTo>
                  <a:lnTo>
                    <a:pt x="12159" y="20599"/>
                  </a:lnTo>
                  <a:lnTo>
                    <a:pt x="12159" y="20881"/>
                  </a:lnTo>
                  <a:lnTo>
                    <a:pt x="12097" y="21162"/>
                  </a:lnTo>
                  <a:lnTo>
                    <a:pt x="12003" y="21443"/>
                  </a:lnTo>
                  <a:lnTo>
                    <a:pt x="11878" y="21724"/>
                  </a:lnTo>
                  <a:lnTo>
                    <a:pt x="11690" y="21943"/>
                  </a:lnTo>
                  <a:lnTo>
                    <a:pt x="11503" y="22162"/>
                  </a:lnTo>
                  <a:lnTo>
                    <a:pt x="11284" y="22381"/>
                  </a:lnTo>
                  <a:lnTo>
                    <a:pt x="11034" y="22537"/>
                  </a:lnTo>
                  <a:lnTo>
                    <a:pt x="10784" y="22662"/>
                  </a:lnTo>
                  <a:lnTo>
                    <a:pt x="10534" y="22756"/>
                  </a:lnTo>
                  <a:lnTo>
                    <a:pt x="10284" y="22787"/>
                  </a:lnTo>
                  <a:lnTo>
                    <a:pt x="10002" y="22818"/>
                  </a:lnTo>
                  <a:lnTo>
                    <a:pt x="9721" y="22787"/>
                  </a:lnTo>
                  <a:lnTo>
                    <a:pt x="9471" y="22756"/>
                  </a:lnTo>
                  <a:lnTo>
                    <a:pt x="9190" y="22662"/>
                  </a:lnTo>
                  <a:lnTo>
                    <a:pt x="8940" y="22537"/>
                  </a:lnTo>
                  <a:lnTo>
                    <a:pt x="8252" y="22131"/>
                  </a:lnTo>
                  <a:lnTo>
                    <a:pt x="8158" y="22037"/>
                  </a:lnTo>
                  <a:lnTo>
                    <a:pt x="8064" y="21943"/>
                  </a:lnTo>
                  <a:lnTo>
                    <a:pt x="8002" y="21787"/>
                  </a:lnTo>
                  <a:lnTo>
                    <a:pt x="7971" y="21631"/>
                  </a:lnTo>
                  <a:lnTo>
                    <a:pt x="8002" y="21506"/>
                  </a:lnTo>
                  <a:lnTo>
                    <a:pt x="8064" y="21349"/>
                  </a:lnTo>
                  <a:lnTo>
                    <a:pt x="8158" y="21224"/>
                  </a:lnTo>
                  <a:lnTo>
                    <a:pt x="8252" y="21131"/>
                  </a:lnTo>
                  <a:lnTo>
                    <a:pt x="9002" y="20724"/>
                  </a:lnTo>
                  <a:lnTo>
                    <a:pt x="9127" y="20630"/>
                  </a:lnTo>
                  <a:lnTo>
                    <a:pt x="9252" y="20505"/>
                  </a:lnTo>
                  <a:lnTo>
                    <a:pt x="9377" y="20412"/>
                  </a:lnTo>
                  <a:lnTo>
                    <a:pt x="9471" y="20255"/>
                  </a:lnTo>
                  <a:lnTo>
                    <a:pt x="9534" y="20130"/>
                  </a:lnTo>
                  <a:lnTo>
                    <a:pt x="9565" y="19974"/>
                  </a:lnTo>
                  <a:lnTo>
                    <a:pt x="9627" y="19787"/>
                  </a:lnTo>
                  <a:lnTo>
                    <a:pt x="9627" y="19630"/>
                  </a:lnTo>
                  <a:lnTo>
                    <a:pt x="9627" y="19474"/>
                  </a:lnTo>
                  <a:lnTo>
                    <a:pt x="9565" y="19286"/>
                  </a:lnTo>
                  <a:lnTo>
                    <a:pt x="9534" y="19161"/>
                  </a:lnTo>
                  <a:lnTo>
                    <a:pt x="9471" y="19005"/>
                  </a:lnTo>
                  <a:lnTo>
                    <a:pt x="9377" y="18880"/>
                  </a:lnTo>
                  <a:lnTo>
                    <a:pt x="9252" y="18755"/>
                  </a:lnTo>
                  <a:lnTo>
                    <a:pt x="9127" y="18630"/>
                  </a:lnTo>
                  <a:lnTo>
                    <a:pt x="9002" y="18536"/>
                  </a:lnTo>
                  <a:lnTo>
                    <a:pt x="8721" y="18411"/>
                  </a:lnTo>
                  <a:lnTo>
                    <a:pt x="8440" y="18317"/>
                  </a:lnTo>
                  <a:lnTo>
                    <a:pt x="8158" y="18255"/>
                  </a:lnTo>
                  <a:lnTo>
                    <a:pt x="7846" y="18224"/>
                  </a:lnTo>
                  <a:lnTo>
                    <a:pt x="7564" y="18255"/>
                  </a:lnTo>
                  <a:lnTo>
                    <a:pt x="7252" y="18317"/>
                  </a:lnTo>
                  <a:lnTo>
                    <a:pt x="6970" y="18411"/>
                  </a:lnTo>
                  <a:lnTo>
                    <a:pt x="6689" y="18536"/>
                  </a:lnTo>
                  <a:lnTo>
                    <a:pt x="3407" y="20443"/>
                  </a:lnTo>
                  <a:lnTo>
                    <a:pt x="3126" y="20568"/>
                  </a:lnTo>
                  <a:lnTo>
                    <a:pt x="2844" y="20662"/>
                  </a:lnTo>
                  <a:lnTo>
                    <a:pt x="2532" y="20724"/>
                  </a:lnTo>
                  <a:lnTo>
                    <a:pt x="2219" y="20755"/>
                  </a:lnTo>
                  <a:lnTo>
                    <a:pt x="1907" y="20724"/>
                  </a:lnTo>
                  <a:lnTo>
                    <a:pt x="1625" y="20662"/>
                  </a:lnTo>
                  <a:lnTo>
                    <a:pt x="1313" y="20568"/>
                  </a:lnTo>
                  <a:lnTo>
                    <a:pt x="1032" y="20443"/>
                  </a:lnTo>
                  <a:lnTo>
                    <a:pt x="906" y="20349"/>
                  </a:lnTo>
                  <a:lnTo>
                    <a:pt x="844" y="20255"/>
                  </a:lnTo>
                  <a:lnTo>
                    <a:pt x="781" y="20130"/>
                  </a:lnTo>
                  <a:lnTo>
                    <a:pt x="781" y="19974"/>
                  </a:lnTo>
                  <a:lnTo>
                    <a:pt x="781" y="19849"/>
                  </a:lnTo>
                  <a:lnTo>
                    <a:pt x="844" y="19724"/>
                  </a:lnTo>
                  <a:lnTo>
                    <a:pt x="906" y="19599"/>
                  </a:lnTo>
                  <a:lnTo>
                    <a:pt x="1032" y="19536"/>
                  </a:lnTo>
                  <a:lnTo>
                    <a:pt x="4345" y="17630"/>
                  </a:lnTo>
                  <a:lnTo>
                    <a:pt x="4626" y="17442"/>
                  </a:lnTo>
                  <a:lnTo>
                    <a:pt x="4876" y="17223"/>
                  </a:lnTo>
                  <a:lnTo>
                    <a:pt x="5095" y="16973"/>
                  </a:lnTo>
                  <a:lnTo>
                    <a:pt x="5251" y="16692"/>
                  </a:lnTo>
                  <a:lnTo>
                    <a:pt x="5408" y="16411"/>
                  </a:lnTo>
                  <a:lnTo>
                    <a:pt x="5501" y="16098"/>
                  </a:lnTo>
                  <a:lnTo>
                    <a:pt x="5595" y="15754"/>
                  </a:lnTo>
                  <a:lnTo>
                    <a:pt x="5595" y="15442"/>
                  </a:lnTo>
                  <a:lnTo>
                    <a:pt x="5595" y="4377"/>
                  </a:lnTo>
                  <a:lnTo>
                    <a:pt x="5595" y="4127"/>
                  </a:lnTo>
                  <a:lnTo>
                    <a:pt x="5533" y="3908"/>
                  </a:lnTo>
                  <a:lnTo>
                    <a:pt x="5470" y="3689"/>
                  </a:lnTo>
                  <a:lnTo>
                    <a:pt x="5376" y="3470"/>
                  </a:lnTo>
                  <a:lnTo>
                    <a:pt x="5220" y="3283"/>
                  </a:lnTo>
                  <a:lnTo>
                    <a:pt x="5095" y="3095"/>
                  </a:lnTo>
                  <a:lnTo>
                    <a:pt x="4907" y="2939"/>
                  </a:lnTo>
                  <a:lnTo>
                    <a:pt x="4720" y="2814"/>
                  </a:lnTo>
                  <a:lnTo>
                    <a:pt x="4314" y="2564"/>
                  </a:lnTo>
                  <a:lnTo>
                    <a:pt x="4157" y="2532"/>
                  </a:lnTo>
                  <a:lnTo>
                    <a:pt x="4001" y="2532"/>
                  </a:lnTo>
                  <a:lnTo>
                    <a:pt x="3876" y="2595"/>
                  </a:lnTo>
                  <a:lnTo>
                    <a:pt x="3782" y="2720"/>
                  </a:lnTo>
                  <a:lnTo>
                    <a:pt x="3720" y="2876"/>
                  </a:lnTo>
                  <a:lnTo>
                    <a:pt x="3720" y="3001"/>
                  </a:lnTo>
                  <a:lnTo>
                    <a:pt x="3782" y="3158"/>
                  </a:lnTo>
                  <a:lnTo>
                    <a:pt x="3907" y="3251"/>
                  </a:lnTo>
                  <a:lnTo>
                    <a:pt x="4314" y="3501"/>
                  </a:lnTo>
                  <a:lnTo>
                    <a:pt x="4532" y="3658"/>
                  </a:lnTo>
                  <a:lnTo>
                    <a:pt x="4689" y="3845"/>
                  </a:lnTo>
                  <a:lnTo>
                    <a:pt x="4782" y="4095"/>
                  </a:lnTo>
                  <a:lnTo>
                    <a:pt x="4814" y="4377"/>
                  </a:lnTo>
                  <a:lnTo>
                    <a:pt x="4814" y="15442"/>
                  </a:lnTo>
                  <a:lnTo>
                    <a:pt x="4814" y="15661"/>
                  </a:lnTo>
                  <a:lnTo>
                    <a:pt x="4751" y="15879"/>
                  </a:lnTo>
                  <a:lnTo>
                    <a:pt x="4689" y="16098"/>
                  </a:lnTo>
                  <a:lnTo>
                    <a:pt x="4595" y="16317"/>
                  </a:lnTo>
                  <a:lnTo>
                    <a:pt x="4470" y="16504"/>
                  </a:lnTo>
                  <a:lnTo>
                    <a:pt x="4314" y="16661"/>
                  </a:lnTo>
                  <a:lnTo>
                    <a:pt x="4157" y="16817"/>
                  </a:lnTo>
                  <a:lnTo>
                    <a:pt x="3938" y="16942"/>
                  </a:lnTo>
                  <a:lnTo>
                    <a:pt x="656" y="18849"/>
                  </a:lnTo>
                  <a:lnTo>
                    <a:pt x="500" y="18943"/>
                  </a:lnTo>
                  <a:lnTo>
                    <a:pt x="375" y="19068"/>
                  </a:lnTo>
                  <a:lnTo>
                    <a:pt x="250" y="19193"/>
                  </a:lnTo>
                  <a:lnTo>
                    <a:pt x="156" y="19318"/>
                  </a:lnTo>
                  <a:lnTo>
                    <a:pt x="94" y="19474"/>
                  </a:lnTo>
                  <a:lnTo>
                    <a:pt x="31" y="19630"/>
                  </a:lnTo>
                  <a:lnTo>
                    <a:pt x="0" y="19818"/>
                  </a:lnTo>
                  <a:lnTo>
                    <a:pt x="0" y="19974"/>
                  </a:lnTo>
                  <a:lnTo>
                    <a:pt x="0" y="20162"/>
                  </a:lnTo>
                  <a:lnTo>
                    <a:pt x="31" y="20318"/>
                  </a:lnTo>
                  <a:lnTo>
                    <a:pt x="94" y="20474"/>
                  </a:lnTo>
                  <a:lnTo>
                    <a:pt x="156" y="20630"/>
                  </a:lnTo>
                  <a:lnTo>
                    <a:pt x="250" y="20787"/>
                  </a:lnTo>
                  <a:lnTo>
                    <a:pt x="375" y="20912"/>
                  </a:lnTo>
                  <a:lnTo>
                    <a:pt x="500" y="21006"/>
                  </a:lnTo>
                  <a:lnTo>
                    <a:pt x="656" y="21099"/>
                  </a:lnTo>
                  <a:lnTo>
                    <a:pt x="1032" y="21287"/>
                  </a:lnTo>
                  <a:lnTo>
                    <a:pt x="1407" y="21412"/>
                  </a:lnTo>
                  <a:lnTo>
                    <a:pt x="1813" y="21506"/>
                  </a:lnTo>
                  <a:lnTo>
                    <a:pt x="2219" y="21537"/>
                  </a:lnTo>
                  <a:lnTo>
                    <a:pt x="2626" y="21506"/>
                  </a:lnTo>
                  <a:lnTo>
                    <a:pt x="3032" y="21412"/>
                  </a:lnTo>
                  <a:lnTo>
                    <a:pt x="3438" y="21287"/>
                  </a:lnTo>
                  <a:lnTo>
                    <a:pt x="3813" y="21099"/>
                  </a:lnTo>
                  <a:lnTo>
                    <a:pt x="7095" y="19224"/>
                  </a:lnTo>
                  <a:lnTo>
                    <a:pt x="7283" y="19130"/>
                  </a:lnTo>
                  <a:lnTo>
                    <a:pt x="7471" y="19068"/>
                  </a:lnTo>
                  <a:lnTo>
                    <a:pt x="7658" y="19036"/>
                  </a:lnTo>
                  <a:lnTo>
                    <a:pt x="7846" y="19005"/>
                  </a:lnTo>
                  <a:lnTo>
                    <a:pt x="8033" y="19036"/>
                  </a:lnTo>
                  <a:lnTo>
                    <a:pt x="8252" y="19068"/>
                  </a:lnTo>
                  <a:lnTo>
                    <a:pt x="8440" y="19130"/>
                  </a:lnTo>
                  <a:lnTo>
                    <a:pt x="8596" y="19224"/>
                  </a:lnTo>
                  <a:lnTo>
                    <a:pt x="8721" y="19318"/>
                  </a:lnTo>
                  <a:lnTo>
                    <a:pt x="8815" y="19443"/>
                  </a:lnTo>
                  <a:lnTo>
                    <a:pt x="8846" y="19536"/>
                  </a:lnTo>
                  <a:lnTo>
                    <a:pt x="8846" y="19630"/>
                  </a:lnTo>
                  <a:lnTo>
                    <a:pt x="8846" y="19724"/>
                  </a:lnTo>
                  <a:lnTo>
                    <a:pt x="8815" y="19818"/>
                  </a:lnTo>
                  <a:lnTo>
                    <a:pt x="8721" y="19943"/>
                  </a:lnTo>
                  <a:lnTo>
                    <a:pt x="8596" y="20037"/>
                  </a:lnTo>
                  <a:lnTo>
                    <a:pt x="7877" y="20474"/>
                  </a:lnTo>
                  <a:lnTo>
                    <a:pt x="7721" y="20568"/>
                  </a:lnTo>
                  <a:lnTo>
                    <a:pt x="7596" y="20693"/>
                  </a:lnTo>
                  <a:lnTo>
                    <a:pt x="7471" y="20818"/>
                  </a:lnTo>
                  <a:lnTo>
                    <a:pt x="7377" y="20974"/>
                  </a:lnTo>
                  <a:lnTo>
                    <a:pt x="7314" y="21131"/>
                  </a:lnTo>
                  <a:lnTo>
                    <a:pt x="7252" y="21287"/>
                  </a:lnTo>
                  <a:lnTo>
                    <a:pt x="7220" y="21474"/>
                  </a:lnTo>
                  <a:lnTo>
                    <a:pt x="7189" y="21631"/>
                  </a:lnTo>
                  <a:lnTo>
                    <a:pt x="7220" y="21818"/>
                  </a:lnTo>
                  <a:lnTo>
                    <a:pt x="7252" y="22006"/>
                  </a:lnTo>
                  <a:lnTo>
                    <a:pt x="7314" y="22162"/>
                  </a:lnTo>
                  <a:lnTo>
                    <a:pt x="7377" y="22318"/>
                  </a:lnTo>
                  <a:lnTo>
                    <a:pt x="7471" y="22475"/>
                  </a:lnTo>
                  <a:lnTo>
                    <a:pt x="7596" y="22600"/>
                  </a:lnTo>
                  <a:lnTo>
                    <a:pt x="7721" y="22725"/>
                  </a:lnTo>
                  <a:lnTo>
                    <a:pt x="7877" y="22818"/>
                  </a:lnTo>
                  <a:lnTo>
                    <a:pt x="8565" y="23194"/>
                  </a:lnTo>
                  <a:lnTo>
                    <a:pt x="8908" y="23381"/>
                  </a:lnTo>
                  <a:lnTo>
                    <a:pt x="9252" y="23506"/>
                  </a:lnTo>
                  <a:lnTo>
                    <a:pt x="9627" y="23569"/>
                  </a:lnTo>
                  <a:lnTo>
                    <a:pt x="10002" y="23600"/>
                  </a:lnTo>
                  <a:lnTo>
                    <a:pt x="10377" y="23569"/>
                  </a:lnTo>
                  <a:lnTo>
                    <a:pt x="10721" y="23506"/>
                  </a:lnTo>
                  <a:lnTo>
                    <a:pt x="11096" y="23381"/>
                  </a:lnTo>
                  <a:lnTo>
                    <a:pt x="11440" y="23194"/>
                  </a:lnTo>
                  <a:lnTo>
                    <a:pt x="11753" y="22975"/>
                  </a:lnTo>
                  <a:lnTo>
                    <a:pt x="12065" y="22725"/>
                  </a:lnTo>
                  <a:lnTo>
                    <a:pt x="12315" y="22412"/>
                  </a:lnTo>
                  <a:lnTo>
                    <a:pt x="12534" y="22100"/>
                  </a:lnTo>
                  <a:lnTo>
                    <a:pt x="12722" y="21756"/>
                  </a:lnTo>
                  <a:lnTo>
                    <a:pt x="12847" y="21381"/>
                  </a:lnTo>
                  <a:lnTo>
                    <a:pt x="12909" y="20974"/>
                  </a:lnTo>
                  <a:lnTo>
                    <a:pt x="12941" y="20599"/>
                  </a:lnTo>
                  <a:lnTo>
                    <a:pt x="12941" y="1470"/>
                  </a:lnTo>
                  <a:lnTo>
                    <a:pt x="12972" y="1282"/>
                  </a:lnTo>
                  <a:lnTo>
                    <a:pt x="13034" y="1126"/>
                  </a:lnTo>
                  <a:lnTo>
                    <a:pt x="13159" y="1001"/>
                  </a:lnTo>
                  <a:lnTo>
                    <a:pt x="13284" y="876"/>
                  </a:lnTo>
                  <a:lnTo>
                    <a:pt x="13472" y="813"/>
                  </a:lnTo>
                  <a:lnTo>
                    <a:pt x="13628" y="782"/>
                  </a:lnTo>
                  <a:lnTo>
                    <a:pt x="13816" y="813"/>
                  </a:lnTo>
                  <a:lnTo>
                    <a:pt x="13972" y="876"/>
                  </a:lnTo>
                  <a:lnTo>
                    <a:pt x="16785" y="2501"/>
                  </a:lnTo>
                  <a:lnTo>
                    <a:pt x="16942" y="2564"/>
                  </a:lnTo>
                  <a:lnTo>
                    <a:pt x="17098" y="2532"/>
                  </a:lnTo>
                  <a:lnTo>
                    <a:pt x="17223" y="2470"/>
                  </a:lnTo>
                  <a:lnTo>
                    <a:pt x="17317" y="2376"/>
                  </a:lnTo>
                  <a:lnTo>
                    <a:pt x="17379" y="2220"/>
                  </a:lnTo>
                  <a:lnTo>
                    <a:pt x="17348" y="2064"/>
                  </a:lnTo>
                  <a:lnTo>
                    <a:pt x="17285" y="1938"/>
                  </a:lnTo>
                  <a:lnTo>
                    <a:pt x="17192" y="1845"/>
                  </a:lnTo>
                  <a:lnTo>
                    <a:pt x="14378" y="219"/>
                  </a:lnTo>
                  <a:lnTo>
                    <a:pt x="14191" y="126"/>
                  </a:lnTo>
                  <a:lnTo>
                    <a:pt x="14003" y="63"/>
                  </a:lnTo>
                  <a:lnTo>
                    <a:pt x="13816" y="32"/>
                  </a:lnTo>
                  <a:lnTo>
                    <a:pt x="13628" y="1"/>
                  </a:lnTo>
                  <a:close/>
                </a:path>
              </a:pathLst>
            </a:custGeom>
            <a:solidFill>
              <a:srgbClr val="0C26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144;p27">
              <a:extLst>
                <a:ext uri="{FF2B5EF4-FFF2-40B4-BE49-F238E27FC236}">
                  <a16:creationId xmlns:a16="http://schemas.microsoft.com/office/drawing/2014/main" id="{21B249AE-2CE5-E67C-25F3-55DBB6733192}"/>
                </a:ext>
              </a:extLst>
            </p:cNvPr>
            <p:cNvSpPr/>
            <p:nvPr/>
          </p:nvSpPr>
          <p:spPr>
            <a:xfrm>
              <a:off x="7659829" y="1033310"/>
              <a:ext cx="1616307" cy="3583004"/>
            </a:xfrm>
            <a:custGeom>
              <a:avLst/>
              <a:gdLst/>
              <a:ahLst/>
              <a:cxnLst/>
              <a:rect l="l" t="t" r="r" b="b"/>
              <a:pathLst>
                <a:path w="17880" h="39635" extrusionOk="0">
                  <a:moveTo>
                    <a:pt x="4189" y="0"/>
                  </a:moveTo>
                  <a:lnTo>
                    <a:pt x="3908" y="63"/>
                  </a:lnTo>
                  <a:lnTo>
                    <a:pt x="3626" y="156"/>
                  </a:lnTo>
                  <a:lnTo>
                    <a:pt x="3345" y="313"/>
                  </a:lnTo>
                  <a:lnTo>
                    <a:pt x="2970" y="532"/>
                  </a:lnTo>
                  <a:lnTo>
                    <a:pt x="2595" y="782"/>
                  </a:lnTo>
                  <a:lnTo>
                    <a:pt x="2251" y="1063"/>
                  </a:lnTo>
                  <a:lnTo>
                    <a:pt x="1938" y="1375"/>
                  </a:lnTo>
                  <a:lnTo>
                    <a:pt x="1657" y="1688"/>
                  </a:lnTo>
                  <a:lnTo>
                    <a:pt x="1376" y="2032"/>
                  </a:lnTo>
                  <a:lnTo>
                    <a:pt x="1126" y="2376"/>
                  </a:lnTo>
                  <a:lnTo>
                    <a:pt x="907" y="2751"/>
                  </a:lnTo>
                  <a:lnTo>
                    <a:pt x="688" y="3126"/>
                  </a:lnTo>
                  <a:lnTo>
                    <a:pt x="532" y="3501"/>
                  </a:lnTo>
                  <a:lnTo>
                    <a:pt x="376" y="3907"/>
                  </a:lnTo>
                  <a:lnTo>
                    <a:pt x="251" y="4345"/>
                  </a:lnTo>
                  <a:lnTo>
                    <a:pt x="125" y="4751"/>
                  </a:lnTo>
                  <a:lnTo>
                    <a:pt x="63" y="5189"/>
                  </a:lnTo>
                  <a:lnTo>
                    <a:pt x="32" y="5627"/>
                  </a:lnTo>
                  <a:lnTo>
                    <a:pt x="0" y="6064"/>
                  </a:lnTo>
                  <a:lnTo>
                    <a:pt x="0" y="32539"/>
                  </a:lnTo>
                  <a:lnTo>
                    <a:pt x="12253" y="39635"/>
                  </a:lnTo>
                  <a:lnTo>
                    <a:pt x="17880" y="7408"/>
                  </a:lnTo>
                  <a:lnTo>
                    <a:pt x="5627" y="313"/>
                  </a:lnTo>
                  <a:lnTo>
                    <a:pt x="5564" y="281"/>
                  </a:lnTo>
                  <a:lnTo>
                    <a:pt x="5533" y="281"/>
                  </a:lnTo>
                  <a:lnTo>
                    <a:pt x="5283" y="156"/>
                  </a:lnTo>
                  <a:lnTo>
                    <a:pt x="5033" y="63"/>
                  </a:lnTo>
                  <a:lnTo>
                    <a:pt x="4752" y="31"/>
                  </a:lnTo>
                  <a:lnTo>
                    <a:pt x="4470" y="0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145;p27">
              <a:extLst>
                <a:ext uri="{FF2B5EF4-FFF2-40B4-BE49-F238E27FC236}">
                  <a16:creationId xmlns:a16="http://schemas.microsoft.com/office/drawing/2014/main" id="{AEA67E63-74BE-0AE5-DE84-5697B98C6464}"/>
                </a:ext>
              </a:extLst>
            </p:cNvPr>
            <p:cNvSpPr/>
            <p:nvPr/>
          </p:nvSpPr>
          <p:spPr>
            <a:xfrm>
              <a:off x="8767434" y="1674661"/>
              <a:ext cx="607562" cy="2941616"/>
            </a:xfrm>
            <a:custGeom>
              <a:avLst/>
              <a:gdLst/>
              <a:ahLst/>
              <a:cxnLst/>
              <a:rect l="l" t="t" r="r" b="b"/>
              <a:pathLst>
                <a:path w="6721" h="32540" extrusionOk="0">
                  <a:moveTo>
                    <a:pt x="4189" y="1"/>
                  </a:moveTo>
                  <a:lnTo>
                    <a:pt x="3908" y="63"/>
                  </a:lnTo>
                  <a:lnTo>
                    <a:pt x="3626" y="157"/>
                  </a:lnTo>
                  <a:lnTo>
                    <a:pt x="3345" y="313"/>
                  </a:lnTo>
                  <a:lnTo>
                    <a:pt x="2939" y="532"/>
                  </a:lnTo>
                  <a:lnTo>
                    <a:pt x="2595" y="782"/>
                  </a:lnTo>
                  <a:lnTo>
                    <a:pt x="2251" y="1063"/>
                  </a:lnTo>
                  <a:lnTo>
                    <a:pt x="1938" y="1376"/>
                  </a:lnTo>
                  <a:lnTo>
                    <a:pt x="1657" y="1689"/>
                  </a:lnTo>
                  <a:lnTo>
                    <a:pt x="1376" y="2032"/>
                  </a:lnTo>
                  <a:lnTo>
                    <a:pt x="1126" y="2376"/>
                  </a:lnTo>
                  <a:lnTo>
                    <a:pt x="907" y="2751"/>
                  </a:lnTo>
                  <a:lnTo>
                    <a:pt x="688" y="3126"/>
                  </a:lnTo>
                  <a:lnTo>
                    <a:pt x="500" y="3501"/>
                  </a:lnTo>
                  <a:lnTo>
                    <a:pt x="344" y="3908"/>
                  </a:lnTo>
                  <a:lnTo>
                    <a:pt x="219" y="4345"/>
                  </a:lnTo>
                  <a:lnTo>
                    <a:pt x="125" y="4752"/>
                  </a:lnTo>
                  <a:lnTo>
                    <a:pt x="63" y="5189"/>
                  </a:lnTo>
                  <a:lnTo>
                    <a:pt x="0" y="5627"/>
                  </a:lnTo>
                  <a:lnTo>
                    <a:pt x="0" y="6065"/>
                  </a:lnTo>
                  <a:lnTo>
                    <a:pt x="0" y="32540"/>
                  </a:lnTo>
                  <a:lnTo>
                    <a:pt x="6721" y="28664"/>
                  </a:lnTo>
                  <a:lnTo>
                    <a:pt x="6721" y="2251"/>
                  </a:lnTo>
                  <a:lnTo>
                    <a:pt x="6689" y="1939"/>
                  </a:lnTo>
                  <a:lnTo>
                    <a:pt x="6627" y="1626"/>
                  </a:lnTo>
                  <a:lnTo>
                    <a:pt x="6533" y="1345"/>
                  </a:lnTo>
                  <a:lnTo>
                    <a:pt x="6408" y="1095"/>
                  </a:lnTo>
                  <a:lnTo>
                    <a:pt x="6221" y="845"/>
                  </a:lnTo>
                  <a:lnTo>
                    <a:pt x="6033" y="657"/>
                  </a:lnTo>
                  <a:lnTo>
                    <a:pt x="5814" y="469"/>
                  </a:lnTo>
                  <a:lnTo>
                    <a:pt x="5595" y="313"/>
                  </a:lnTo>
                  <a:lnTo>
                    <a:pt x="5345" y="188"/>
                  </a:lnTo>
                  <a:lnTo>
                    <a:pt x="5064" y="94"/>
                  </a:lnTo>
                  <a:lnTo>
                    <a:pt x="4783" y="32"/>
                  </a:lnTo>
                  <a:lnTo>
                    <a:pt x="4501" y="1"/>
                  </a:ln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146;p27">
              <a:extLst>
                <a:ext uri="{FF2B5EF4-FFF2-40B4-BE49-F238E27FC236}">
                  <a16:creationId xmlns:a16="http://schemas.microsoft.com/office/drawing/2014/main" id="{39175DF1-3DA2-C768-EFC2-88E5614A58D9}"/>
                </a:ext>
              </a:extLst>
            </p:cNvPr>
            <p:cNvSpPr/>
            <p:nvPr/>
          </p:nvSpPr>
          <p:spPr>
            <a:xfrm>
              <a:off x="7744619" y="1640763"/>
              <a:ext cx="957942" cy="1528754"/>
            </a:xfrm>
            <a:custGeom>
              <a:avLst/>
              <a:gdLst/>
              <a:ahLst/>
              <a:cxnLst/>
              <a:rect l="l" t="t" r="r" b="b"/>
              <a:pathLst>
                <a:path w="10597" h="16911" extrusionOk="0">
                  <a:moveTo>
                    <a:pt x="0" y="1"/>
                  </a:moveTo>
                  <a:lnTo>
                    <a:pt x="0" y="10878"/>
                  </a:lnTo>
                  <a:lnTo>
                    <a:pt x="10596" y="16911"/>
                  </a:lnTo>
                  <a:lnTo>
                    <a:pt x="10596" y="606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0C26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147;p27">
              <a:extLst>
                <a:ext uri="{FF2B5EF4-FFF2-40B4-BE49-F238E27FC236}">
                  <a16:creationId xmlns:a16="http://schemas.microsoft.com/office/drawing/2014/main" id="{E508226A-08B3-29AE-6816-308E1052655E}"/>
                </a:ext>
              </a:extLst>
            </p:cNvPr>
            <p:cNvSpPr/>
            <p:nvPr/>
          </p:nvSpPr>
          <p:spPr>
            <a:xfrm>
              <a:off x="8402963" y="2092828"/>
              <a:ext cx="254379" cy="189388"/>
            </a:xfrm>
            <a:custGeom>
              <a:avLst/>
              <a:gdLst/>
              <a:ahLst/>
              <a:cxnLst/>
              <a:rect l="l" t="t" r="r" b="b"/>
              <a:pathLst>
                <a:path w="2814" h="2095" extrusionOk="0">
                  <a:moveTo>
                    <a:pt x="281" y="1"/>
                  </a:moveTo>
                  <a:lnTo>
                    <a:pt x="156" y="63"/>
                  </a:lnTo>
                  <a:lnTo>
                    <a:pt x="63" y="157"/>
                  </a:lnTo>
                  <a:lnTo>
                    <a:pt x="31" y="220"/>
                  </a:lnTo>
                  <a:lnTo>
                    <a:pt x="0" y="282"/>
                  </a:lnTo>
                  <a:lnTo>
                    <a:pt x="31" y="470"/>
                  </a:lnTo>
                  <a:lnTo>
                    <a:pt x="94" y="626"/>
                  </a:lnTo>
                  <a:lnTo>
                    <a:pt x="219" y="751"/>
                  </a:lnTo>
                  <a:lnTo>
                    <a:pt x="344" y="876"/>
                  </a:lnTo>
                  <a:lnTo>
                    <a:pt x="2407" y="2064"/>
                  </a:lnTo>
                  <a:lnTo>
                    <a:pt x="2501" y="2095"/>
                  </a:lnTo>
                  <a:lnTo>
                    <a:pt x="2563" y="2095"/>
                  </a:lnTo>
                  <a:lnTo>
                    <a:pt x="2688" y="2064"/>
                  </a:lnTo>
                  <a:lnTo>
                    <a:pt x="2782" y="1970"/>
                  </a:lnTo>
                  <a:lnTo>
                    <a:pt x="2813" y="1907"/>
                  </a:lnTo>
                  <a:lnTo>
                    <a:pt x="2813" y="1845"/>
                  </a:lnTo>
                  <a:lnTo>
                    <a:pt x="2813" y="1657"/>
                  </a:lnTo>
                  <a:lnTo>
                    <a:pt x="2720" y="1501"/>
                  </a:lnTo>
                  <a:lnTo>
                    <a:pt x="2626" y="1345"/>
                  </a:lnTo>
                  <a:lnTo>
                    <a:pt x="2469" y="1251"/>
                  </a:lnTo>
                  <a:lnTo>
                    <a:pt x="406" y="63"/>
                  </a:lnTo>
                  <a:lnTo>
                    <a:pt x="344" y="32"/>
                  </a:lnTo>
                  <a:lnTo>
                    <a:pt x="28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148;p27">
              <a:extLst>
                <a:ext uri="{FF2B5EF4-FFF2-40B4-BE49-F238E27FC236}">
                  <a16:creationId xmlns:a16="http://schemas.microsoft.com/office/drawing/2014/main" id="{2B7F5872-CCBA-1043-E095-14B35DA90589}"/>
                </a:ext>
              </a:extLst>
            </p:cNvPr>
            <p:cNvSpPr/>
            <p:nvPr/>
          </p:nvSpPr>
          <p:spPr>
            <a:xfrm>
              <a:off x="7987600" y="2595785"/>
              <a:ext cx="412574" cy="276986"/>
            </a:xfrm>
            <a:custGeom>
              <a:avLst/>
              <a:gdLst/>
              <a:ahLst/>
              <a:cxnLst/>
              <a:rect l="l" t="t" r="r" b="b"/>
              <a:pathLst>
                <a:path w="4564" h="3064" extrusionOk="0">
                  <a:moveTo>
                    <a:pt x="250" y="1"/>
                  </a:moveTo>
                  <a:lnTo>
                    <a:pt x="125" y="32"/>
                  </a:lnTo>
                  <a:lnTo>
                    <a:pt x="32" y="126"/>
                  </a:lnTo>
                  <a:lnTo>
                    <a:pt x="0" y="188"/>
                  </a:lnTo>
                  <a:lnTo>
                    <a:pt x="0" y="251"/>
                  </a:lnTo>
                  <a:lnTo>
                    <a:pt x="0" y="438"/>
                  </a:lnTo>
                  <a:lnTo>
                    <a:pt x="94" y="594"/>
                  </a:lnTo>
                  <a:lnTo>
                    <a:pt x="188" y="751"/>
                  </a:lnTo>
                  <a:lnTo>
                    <a:pt x="344" y="844"/>
                  </a:lnTo>
                  <a:lnTo>
                    <a:pt x="4158" y="3033"/>
                  </a:lnTo>
                  <a:lnTo>
                    <a:pt x="4251" y="3033"/>
                  </a:lnTo>
                  <a:lnTo>
                    <a:pt x="4314" y="3064"/>
                  </a:lnTo>
                  <a:lnTo>
                    <a:pt x="4439" y="3033"/>
                  </a:lnTo>
                  <a:lnTo>
                    <a:pt x="4533" y="2907"/>
                  </a:lnTo>
                  <a:lnTo>
                    <a:pt x="4564" y="2845"/>
                  </a:lnTo>
                  <a:lnTo>
                    <a:pt x="4564" y="2782"/>
                  </a:lnTo>
                  <a:lnTo>
                    <a:pt x="4564" y="2595"/>
                  </a:lnTo>
                  <a:lnTo>
                    <a:pt x="4470" y="2439"/>
                  </a:lnTo>
                  <a:lnTo>
                    <a:pt x="4376" y="2314"/>
                  </a:lnTo>
                  <a:lnTo>
                    <a:pt x="4220" y="2189"/>
                  </a:lnTo>
                  <a:lnTo>
                    <a:pt x="375" y="32"/>
                  </a:lnTo>
                  <a:lnTo>
                    <a:pt x="31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149;p27">
              <a:extLst>
                <a:ext uri="{FF2B5EF4-FFF2-40B4-BE49-F238E27FC236}">
                  <a16:creationId xmlns:a16="http://schemas.microsoft.com/office/drawing/2014/main" id="{982F44F6-B291-ABAB-09BD-09C522AE3D34}"/>
                </a:ext>
              </a:extLst>
            </p:cNvPr>
            <p:cNvSpPr/>
            <p:nvPr/>
          </p:nvSpPr>
          <p:spPr>
            <a:xfrm>
              <a:off x="7798314" y="2824664"/>
              <a:ext cx="788357" cy="488883"/>
            </a:xfrm>
            <a:custGeom>
              <a:avLst/>
              <a:gdLst/>
              <a:ahLst/>
              <a:cxnLst/>
              <a:rect l="l" t="t" r="r" b="b"/>
              <a:pathLst>
                <a:path w="8721" h="5408" extrusionOk="0">
                  <a:moveTo>
                    <a:pt x="281" y="0"/>
                  </a:moveTo>
                  <a:lnTo>
                    <a:pt x="156" y="32"/>
                  </a:lnTo>
                  <a:lnTo>
                    <a:pt x="63" y="125"/>
                  </a:lnTo>
                  <a:lnTo>
                    <a:pt x="31" y="188"/>
                  </a:lnTo>
                  <a:lnTo>
                    <a:pt x="0" y="250"/>
                  </a:lnTo>
                  <a:lnTo>
                    <a:pt x="31" y="438"/>
                  </a:lnTo>
                  <a:lnTo>
                    <a:pt x="94" y="594"/>
                  </a:lnTo>
                  <a:lnTo>
                    <a:pt x="219" y="751"/>
                  </a:lnTo>
                  <a:lnTo>
                    <a:pt x="344" y="844"/>
                  </a:lnTo>
                  <a:lnTo>
                    <a:pt x="8346" y="5377"/>
                  </a:lnTo>
                  <a:lnTo>
                    <a:pt x="8408" y="5377"/>
                  </a:lnTo>
                  <a:lnTo>
                    <a:pt x="8471" y="5408"/>
                  </a:lnTo>
                  <a:lnTo>
                    <a:pt x="8596" y="5377"/>
                  </a:lnTo>
                  <a:lnTo>
                    <a:pt x="8690" y="5283"/>
                  </a:lnTo>
                  <a:lnTo>
                    <a:pt x="8721" y="5189"/>
                  </a:lnTo>
                  <a:lnTo>
                    <a:pt x="8721" y="5127"/>
                  </a:lnTo>
                  <a:lnTo>
                    <a:pt x="8721" y="4939"/>
                  </a:lnTo>
                  <a:lnTo>
                    <a:pt x="8658" y="4783"/>
                  </a:lnTo>
                  <a:lnTo>
                    <a:pt x="8533" y="4658"/>
                  </a:lnTo>
                  <a:lnTo>
                    <a:pt x="8408" y="4533"/>
                  </a:lnTo>
                  <a:lnTo>
                    <a:pt x="406" y="32"/>
                  </a:lnTo>
                  <a:lnTo>
                    <a:pt x="344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150;p27">
              <a:extLst>
                <a:ext uri="{FF2B5EF4-FFF2-40B4-BE49-F238E27FC236}">
                  <a16:creationId xmlns:a16="http://schemas.microsoft.com/office/drawing/2014/main" id="{4882E138-8CD1-F82B-33F2-09B26FAFFF60}"/>
                </a:ext>
              </a:extLst>
            </p:cNvPr>
            <p:cNvSpPr/>
            <p:nvPr/>
          </p:nvSpPr>
          <p:spPr>
            <a:xfrm>
              <a:off x="8018696" y="2217211"/>
              <a:ext cx="350471" cy="257188"/>
            </a:xfrm>
            <a:custGeom>
              <a:avLst/>
              <a:gdLst/>
              <a:ahLst/>
              <a:cxnLst/>
              <a:rect l="l" t="t" r="r" b="b"/>
              <a:pathLst>
                <a:path w="3877" h="2845" extrusionOk="0">
                  <a:moveTo>
                    <a:pt x="3876" y="0"/>
                  </a:moveTo>
                  <a:lnTo>
                    <a:pt x="813" y="781"/>
                  </a:lnTo>
                  <a:lnTo>
                    <a:pt x="1719" y="1282"/>
                  </a:lnTo>
                  <a:lnTo>
                    <a:pt x="0" y="2844"/>
                  </a:lnTo>
                  <a:lnTo>
                    <a:pt x="3032" y="2063"/>
                  </a:lnTo>
                  <a:lnTo>
                    <a:pt x="2157" y="1532"/>
                  </a:lnTo>
                  <a:lnTo>
                    <a:pt x="3876" y="0"/>
                  </a:lnTo>
                  <a:close/>
                </a:path>
              </a:pathLst>
            </a:custGeom>
            <a:solidFill>
              <a:srgbClr val="F3EA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151;p27">
              <a:extLst>
                <a:ext uri="{FF2B5EF4-FFF2-40B4-BE49-F238E27FC236}">
                  <a16:creationId xmlns:a16="http://schemas.microsoft.com/office/drawing/2014/main" id="{AD24E5CD-1EFB-9F59-F02E-44F90AD3D52E}"/>
                </a:ext>
              </a:extLst>
            </p:cNvPr>
            <p:cNvSpPr/>
            <p:nvPr/>
          </p:nvSpPr>
          <p:spPr>
            <a:xfrm>
              <a:off x="7809613" y="1753757"/>
              <a:ext cx="96093" cy="158381"/>
            </a:xfrm>
            <a:custGeom>
              <a:avLst/>
              <a:gdLst/>
              <a:ahLst/>
              <a:cxnLst/>
              <a:rect l="l" t="t" r="r" b="b"/>
              <a:pathLst>
                <a:path w="1063" h="1752" extrusionOk="0">
                  <a:moveTo>
                    <a:pt x="94" y="1"/>
                  </a:moveTo>
                  <a:lnTo>
                    <a:pt x="31" y="63"/>
                  </a:lnTo>
                  <a:lnTo>
                    <a:pt x="0" y="157"/>
                  </a:lnTo>
                  <a:lnTo>
                    <a:pt x="0" y="939"/>
                  </a:lnTo>
                  <a:lnTo>
                    <a:pt x="31" y="1095"/>
                  </a:lnTo>
                  <a:lnTo>
                    <a:pt x="94" y="1220"/>
                  </a:lnTo>
                  <a:lnTo>
                    <a:pt x="156" y="1314"/>
                  </a:lnTo>
                  <a:lnTo>
                    <a:pt x="281" y="1407"/>
                  </a:lnTo>
                  <a:lnTo>
                    <a:pt x="813" y="1720"/>
                  </a:lnTo>
                  <a:lnTo>
                    <a:pt x="907" y="1751"/>
                  </a:lnTo>
                  <a:lnTo>
                    <a:pt x="969" y="1720"/>
                  </a:lnTo>
                  <a:lnTo>
                    <a:pt x="1032" y="1657"/>
                  </a:lnTo>
                  <a:lnTo>
                    <a:pt x="1063" y="1595"/>
                  </a:lnTo>
                  <a:lnTo>
                    <a:pt x="1063" y="782"/>
                  </a:lnTo>
                  <a:lnTo>
                    <a:pt x="1032" y="657"/>
                  </a:lnTo>
                  <a:lnTo>
                    <a:pt x="969" y="501"/>
                  </a:lnTo>
                  <a:lnTo>
                    <a:pt x="907" y="407"/>
                  </a:lnTo>
                  <a:lnTo>
                    <a:pt x="782" y="313"/>
                  </a:lnTo>
                  <a:lnTo>
                    <a:pt x="25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152;p27">
              <a:extLst>
                <a:ext uri="{FF2B5EF4-FFF2-40B4-BE49-F238E27FC236}">
                  <a16:creationId xmlns:a16="http://schemas.microsoft.com/office/drawing/2014/main" id="{BC46C1FD-2283-FC18-95CE-66F00F60B8A5}"/>
                </a:ext>
              </a:extLst>
            </p:cNvPr>
            <p:cNvSpPr/>
            <p:nvPr/>
          </p:nvSpPr>
          <p:spPr>
            <a:xfrm>
              <a:off x="7809613" y="1934637"/>
              <a:ext cx="96093" cy="158290"/>
            </a:xfrm>
            <a:custGeom>
              <a:avLst/>
              <a:gdLst/>
              <a:ahLst/>
              <a:cxnLst/>
              <a:rect l="l" t="t" r="r" b="b"/>
              <a:pathLst>
                <a:path w="1063" h="1751" extrusionOk="0">
                  <a:moveTo>
                    <a:pt x="156" y="0"/>
                  </a:moveTo>
                  <a:lnTo>
                    <a:pt x="94" y="32"/>
                  </a:lnTo>
                  <a:lnTo>
                    <a:pt x="31" y="94"/>
                  </a:lnTo>
                  <a:lnTo>
                    <a:pt x="0" y="157"/>
                  </a:lnTo>
                  <a:lnTo>
                    <a:pt x="0" y="969"/>
                  </a:lnTo>
                  <a:lnTo>
                    <a:pt x="31" y="1126"/>
                  </a:lnTo>
                  <a:lnTo>
                    <a:pt x="94" y="1251"/>
                  </a:lnTo>
                  <a:lnTo>
                    <a:pt x="156" y="1344"/>
                  </a:lnTo>
                  <a:lnTo>
                    <a:pt x="281" y="1438"/>
                  </a:lnTo>
                  <a:lnTo>
                    <a:pt x="813" y="1751"/>
                  </a:lnTo>
                  <a:lnTo>
                    <a:pt x="969" y="1751"/>
                  </a:lnTo>
                  <a:lnTo>
                    <a:pt x="1032" y="1688"/>
                  </a:lnTo>
                  <a:lnTo>
                    <a:pt x="1063" y="1594"/>
                  </a:lnTo>
                  <a:lnTo>
                    <a:pt x="1063" y="813"/>
                  </a:lnTo>
                  <a:lnTo>
                    <a:pt x="1032" y="657"/>
                  </a:lnTo>
                  <a:lnTo>
                    <a:pt x="969" y="532"/>
                  </a:lnTo>
                  <a:lnTo>
                    <a:pt x="907" y="438"/>
                  </a:lnTo>
                  <a:lnTo>
                    <a:pt x="782" y="344"/>
                  </a:lnTo>
                  <a:lnTo>
                    <a:pt x="250" y="32"/>
                  </a:lnTo>
                  <a:lnTo>
                    <a:pt x="15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65" name="Picture 64">
            <a:extLst>
              <a:ext uri="{FF2B5EF4-FFF2-40B4-BE49-F238E27FC236}">
                <a16:creationId xmlns:a16="http://schemas.microsoft.com/office/drawing/2014/main" id="{3C537000-3D31-F622-677B-781A6089B4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039" y="4168605"/>
            <a:ext cx="4291957" cy="2861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4102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48572B-8662-49CE-8CAB-E04CEF85D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59CA96-6921-9313-956C-AFE5B96615DA}"/>
              </a:ext>
            </a:extLst>
          </p:cNvPr>
          <p:cNvSpPr txBox="1"/>
          <p:nvPr/>
        </p:nvSpPr>
        <p:spPr>
          <a:xfrm>
            <a:off x="3408071" y="720075"/>
            <a:ext cx="60949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800" kern="100" dirty="0">
                <a:latin typeface="Franklin Gothic Heavy" panose="020B0903020102020204" pitchFamily="34" charset="0"/>
                <a:ea typeface="宋体" panose="02010600030101010101" pitchFamily="2" charset="-122"/>
              </a:rPr>
              <a:t>Introduction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CB2DE9-F8A3-AAFA-DDF8-305ACE65E85A}"/>
              </a:ext>
            </a:extLst>
          </p:cNvPr>
          <p:cNvSpPr txBox="1"/>
          <p:nvPr/>
        </p:nvSpPr>
        <p:spPr>
          <a:xfrm>
            <a:off x="1095829" y="1799771"/>
            <a:ext cx="9956800" cy="8390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</a:pPr>
            <a:endParaRPr lang="en-GB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Wingdings" panose="05000000000000000000" pitchFamily="2" charset="2"/>
              <a:buChar char="Ø"/>
            </a:pPr>
            <a:endParaRPr lang="en-GB" sz="15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Google Shape;3243;p57">
            <a:extLst>
              <a:ext uri="{FF2B5EF4-FFF2-40B4-BE49-F238E27FC236}">
                <a16:creationId xmlns:a16="http://schemas.microsoft.com/office/drawing/2014/main" id="{1915CDDF-7F45-53D2-C835-0B395CE2A069}"/>
              </a:ext>
            </a:extLst>
          </p:cNvPr>
          <p:cNvSpPr/>
          <p:nvPr/>
        </p:nvSpPr>
        <p:spPr>
          <a:xfrm>
            <a:off x="299258" y="4281055"/>
            <a:ext cx="11779135" cy="2576945"/>
          </a:xfrm>
          <a:custGeom>
            <a:avLst/>
            <a:gdLst/>
            <a:ahLst/>
            <a:cxnLst/>
            <a:rect l="l" t="t" r="r" b="b"/>
            <a:pathLst>
              <a:path w="71622" h="23537" extrusionOk="0">
                <a:moveTo>
                  <a:pt x="53647" y="13704"/>
                </a:moveTo>
                <a:lnTo>
                  <a:pt x="53862" y="13919"/>
                </a:lnTo>
                <a:lnTo>
                  <a:pt x="54108" y="14104"/>
                </a:lnTo>
                <a:lnTo>
                  <a:pt x="54354" y="14257"/>
                </a:lnTo>
                <a:lnTo>
                  <a:pt x="54630" y="14380"/>
                </a:lnTo>
                <a:lnTo>
                  <a:pt x="54907" y="14472"/>
                </a:lnTo>
                <a:lnTo>
                  <a:pt x="55214" y="14564"/>
                </a:lnTo>
                <a:lnTo>
                  <a:pt x="55521" y="14595"/>
                </a:lnTo>
                <a:lnTo>
                  <a:pt x="55829" y="14626"/>
                </a:lnTo>
                <a:lnTo>
                  <a:pt x="55829" y="16224"/>
                </a:lnTo>
                <a:lnTo>
                  <a:pt x="55460" y="16193"/>
                </a:lnTo>
                <a:lnTo>
                  <a:pt x="55153" y="16224"/>
                </a:lnTo>
                <a:lnTo>
                  <a:pt x="54876" y="16285"/>
                </a:lnTo>
                <a:lnTo>
                  <a:pt x="54600" y="16347"/>
                </a:lnTo>
                <a:lnTo>
                  <a:pt x="54385" y="16439"/>
                </a:lnTo>
                <a:lnTo>
                  <a:pt x="54170" y="16562"/>
                </a:lnTo>
                <a:lnTo>
                  <a:pt x="53985" y="16685"/>
                </a:lnTo>
                <a:lnTo>
                  <a:pt x="53801" y="16807"/>
                </a:lnTo>
                <a:lnTo>
                  <a:pt x="53524" y="16685"/>
                </a:lnTo>
                <a:lnTo>
                  <a:pt x="53186" y="16592"/>
                </a:lnTo>
                <a:lnTo>
                  <a:pt x="52787" y="16500"/>
                </a:lnTo>
                <a:lnTo>
                  <a:pt x="52449" y="16469"/>
                </a:lnTo>
                <a:lnTo>
                  <a:pt x="52142" y="16469"/>
                </a:lnTo>
                <a:lnTo>
                  <a:pt x="51834" y="16500"/>
                </a:lnTo>
                <a:lnTo>
                  <a:pt x="51589" y="16562"/>
                </a:lnTo>
                <a:lnTo>
                  <a:pt x="51343" y="16623"/>
                </a:lnTo>
                <a:lnTo>
                  <a:pt x="51128" y="16746"/>
                </a:lnTo>
                <a:lnTo>
                  <a:pt x="50974" y="16869"/>
                </a:lnTo>
                <a:lnTo>
                  <a:pt x="50974" y="15609"/>
                </a:lnTo>
                <a:lnTo>
                  <a:pt x="51404" y="15578"/>
                </a:lnTo>
                <a:lnTo>
                  <a:pt x="51804" y="15486"/>
                </a:lnTo>
                <a:lnTo>
                  <a:pt x="52234" y="15333"/>
                </a:lnTo>
                <a:lnTo>
                  <a:pt x="52603" y="15148"/>
                </a:lnTo>
                <a:lnTo>
                  <a:pt x="52787" y="15025"/>
                </a:lnTo>
                <a:lnTo>
                  <a:pt x="52941" y="14872"/>
                </a:lnTo>
                <a:lnTo>
                  <a:pt x="53094" y="14718"/>
                </a:lnTo>
                <a:lnTo>
                  <a:pt x="53248" y="14564"/>
                </a:lnTo>
                <a:lnTo>
                  <a:pt x="53371" y="14380"/>
                </a:lnTo>
                <a:lnTo>
                  <a:pt x="53463" y="14165"/>
                </a:lnTo>
                <a:lnTo>
                  <a:pt x="53555" y="13950"/>
                </a:lnTo>
                <a:lnTo>
                  <a:pt x="53647" y="13704"/>
                </a:lnTo>
                <a:close/>
                <a:moveTo>
                  <a:pt x="64862" y="9863"/>
                </a:moveTo>
                <a:lnTo>
                  <a:pt x="64985" y="10017"/>
                </a:lnTo>
                <a:lnTo>
                  <a:pt x="65108" y="10109"/>
                </a:lnTo>
                <a:lnTo>
                  <a:pt x="65262" y="10201"/>
                </a:lnTo>
                <a:lnTo>
                  <a:pt x="65446" y="10232"/>
                </a:lnTo>
                <a:lnTo>
                  <a:pt x="65292" y="11891"/>
                </a:lnTo>
                <a:lnTo>
                  <a:pt x="65262" y="12537"/>
                </a:lnTo>
                <a:lnTo>
                  <a:pt x="65231" y="13182"/>
                </a:lnTo>
                <a:lnTo>
                  <a:pt x="65231" y="20925"/>
                </a:lnTo>
                <a:lnTo>
                  <a:pt x="64155" y="20587"/>
                </a:lnTo>
                <a:lnTo>
                  <a:pt x="63019" y="20249"/>
                </a:lnTo>
                <a:lnTo>
                  <a:pt x="61759" y="19880"/>
                </a:lnTo>
                <a:lnTo>
                  <a:pt x="60468" y="19542"/>
                </a:lnTo>
                <a:lnTo>
                  <a:pt x="60499" y="19296"/>
                </a:lnTo>
                <a:lnTo>
                  <a:pt x="60499" y="19020"/>
                </a:lnTo>
                <a:lnTo>
                  <a:pt x="60438" y="18712"/>
                </a:lnTo>
                <a:lnTo>
                  <a:pt x="60407" y="18528"/>
                </a:lnTo>
                <a:lnTo>
                  <a:pt x="60345" y="18374"/>
                </a:lnTo>
                <a:lnTo>
                  <a:pt x="60253" y="18221"/>
                </a:lnTo>
                <a:lnTo>
                  <a:pt x="60130" y="18036"/>
                </a:lnTo>
                <a:lnTo>
                  <a:pt x="59977" y="17883"/>
                </a:lnTo>
                <a:lnTo>
                  <a:pt x="59792" y="17729"/>
                </a:lnTo>
                <a:lnTo>
                  <a:pt x="59608" y="17576"/>
                </a:lnTo>
                <a:lnTo>
                  <a:pt x="59362" y="17453"/>
                </a:lnTo>
                <a:lnTo>
                  <a:pt x="59055" y="17330"/>
                </a:lnTo>
                <a:lnTo>
                  <a:pt x="58748" y="17238"/>
                </a:lnTo>
                <a:lnTo>
                  <a:pt x="58440" y="17176"/>
                </a:lnTo>
                <a:lnTo>
                  <a:pt x="58133" y="17115"/>
                </a:lnTo>
                <a:lnTo>
                  <a:pt x="58010" y="16961"/>
                </a:lnTo>
                <a:lnTo>
                  <a:pt x="57826" y="16838"/>
                </a:lnTo>
                <a:lnTo>
                  <a:pt x="57642" y="16715"/>
                </a:lnTo>
                <a:lnTo>
                  <a:pt x="57426" y="16592"/>
                </a:lnTo>
                <a:lnTo>
                  <a:pt x="57211" y="16469"/>
                </a:lnTo>
                <a:lnTo>
                  <a:pt x="56935" y="16377"/>
                </a:lnTo>
                <a:lnTo>
                  <a:pt x="56628" y="16316"/>
                </a:lnTo>
                <a:lnTo>
                  <a:pt x="56290" y="16254"/>
                </a:lnTo>
                <a:lnTo>
                  <a:pt x="56197" y="16254"/>
                </a:lnTo>
                <a:lnTo>
                  <a:pt x="56197" y="14626"/>
                </a:lnTo>
                <a:lnTo>
                  <a:pt x="56720" y="14564"/>
                </a:lnTo>
                <a:lnTo>
                  <a:pt x="56996" y="14534"/>
                </a:lnTo>
                <a:lnTo>
                  <a:pt x="57242" y="14442"/>
                </a:lnTo>
                <a:lnTo>
                  <a:pt x="57488" y="14349"/>
                </a:lnTo>
                <a:lnTo>
                  <a:pt x="57703" y="14257"/>
                </a:lnTo>
                <a:lnTo>
                  <a:pt x="57918" y="14104"/>
                </a:lnTo>
                <a:lnTo>
                  <a:pt x="58133" y="13950"/>
                </a:lnTo>
                <a:lnTo>
                  <a:pt x="58318" y="13766"/>
                </a:lnTo>
                <a:lnTo>
                  <a:pt x="58502" y="13581"/>
                </a:lnTo>
                <a:lnTo>
                  <a:pt x="58625" y="13335"/>
                </a:lnTo>
                <a:lnTo>
                  <a:pt x="58778" y="13090"/>
                </a:lnTo>
                <a:lnTo>
                  <a:pt x="58871" y="12813"/>
                </a:lnTo>
                <a:lnTo>
                  <a:pt x="58932" y="12506"/>
                </a:lnTo>
                <a:lnTo>
                  <a:pt x="58993" y="12199"/>
                </a:lnTo>
                <a:lnTo>
                  <a:pt x="59024" y="11830"/>
                </a:lnTo>
                <a:lnTo>
                  <a:pt x="59424" y="11768"/>
                </a:lnTo>
                <a:lnTo>
                  <a:pt x="59823" y="11707"/>
                </a:lnTo>
                <a:lnTo>
                  <a:pt x="60223" y="11615"/>
                </a:lnTo>
                <a:lnTo>
                  <a:pt x="60622" y="11492"/>
                </a:lnTo>
                <a:lnTo>
                  <a:pt x="64862" y="9863"/>
                </a:lnTo>
                <a:close/>
                <a:moveTo>
                  <a:pt x="45812" y="0"/>
                </a:moveTo>
                <a:lnTo>
                  <a:pt x="45474" y="400"/>
                </a:lnTo>
                <a:lnTo>
                  <a:pt x="45167" y="830"/>
                </a:lnTo>
                <a:lnTo>
                  <a:pt x="44921" y="1291"/>
                </a:lnTo>
                <a:lnTo>
                  <a:pt x="44737" y="1752"/>
                </a:lnTo>
                <a:lnTo>
                  <a:pt x="43416" y="5500"/>
                </a:lnTo>
                <a:lnTo>
                  <a:pt x="43293" y="5531"/>
                </a:lnTo>
                <a:lnTo>
                  <a:pt x="43139" y="5593"/>
                </a:lnTo>
                <a:lnTo>
                  <a:pt x="43047" y="5654"/>
                </a:lnTo>
                <a:lnTo>
                  <a:pt x="42924" y="5715"/>
                </a:lnTo>
                <a:lnTo>
                  <a:pt x="42832" y="5808"/>
                </a:lnTo>
                <a:lnTo>
                  <a:pt x="42740" y="5931"/>
                </a:lnTo>
                <a:lnTo>
                  <a:pt x="42678" y="6053"/>
                </a:lnTo>
                <a:lnTo>
                  <a:pt x="42647" y="6176"/>
                </a:lnTo>
                <a:lnTo>
                  <a:pt x="38622" y="7682"/>
                </a:lnTo>
                <a:lnTo>
                  <a:pt x="38131" y="7897"/>
                </a:lnTo>
                <a:lnTo>
                  <a:pt x="37701" y="8143"/>
                </a:lnTo>
                <a:lnTo>
                  <a:pt x="37270" y="8450"/>
                </a:lnTo>
                <a:lnTo>
                  <a:pt x="36871" y="8788"/>
                </a:lnTo>
                <a:lnTo>
                  <a:pt x="37393" y="8788"/>
                </a:lnTo>
                <a:lnTo>
                  <a:pt x="37916" y="8727"/>
                </a:lnTo>
                <a:lnTo>
                  <a:pt x="38438" y="8634"/>
                </a:lnTo>
                <a:lnTo>
                  <a:pt x="38930" y="8481"/>
                </a:lnTo>
                <a:lnTo>
                  <a:pt x="42801" y="7006"/>
                </a:lnTo>
                <a:lnTo>
                  <a:pt x="42893" y="7129"/>
                </a:lnTo>
                <a:lnTo>
                  <a:pt x="43016" y="7221"/>
                </a:lnTo>
                <a:lnTo>
                  <a:pt x="43170" y="7282"/>
                </a:lnTo>
                <a:lnTo>
                  <a:pt x="43293" y="7344"/>
                </a:lnTo>
                <a:lnTo>
                  <a:pt x="43170" y="8849"/>
                </a:lnTo>
                <a:lnTo>
                  <a:pt x="43139" y="9433"/>
                </a:lnTo>
                <a:lnTo>
                  <a:pt x="43139" y="10017"/>
                </a:lnTo>
                <a:lnTo>
                  <a:pt x="43139" y="17053"/>
                </a:lnTo>
                <a:lnTo>
                  <a:pt x="40927" y="16961"/>
                </a:lnTo>
                <a:lnTo>
                  <a:pt x="38653" y="16930"/>
                </a:lnTo>
                <a:lnTo>
                  <a:pt x="38622" y="16715"/>
                </a:lnTo>
                <a:lnTo>
                  <a:pt x="38561" y="16439"/>
                </a:lnTo>
                <a:lnTo>
                  <a:pt x="38438" y="16131"/>
                </a:lnTo>
                <a:lnTo>
                  <a:pt x="38346" y="15978"/>
                </a:lnTo>
                <a:lnTo>
                  <a:pt x="38254" y="15824"/>
                </a:lnTo>
                <a:lnTo>
                  <a:pt x="38131" y="15701"/>
                </a:lnTo>
                <a:lnTo>
                  <a:pt x="37977" y="15548"/>
                </a:lnTo>
                <a:lnTo>
                  <a:pt x="37793" y="15425"/>
                </a:lnTo>
                <a:lnTo>
                  <a:pt x="37578" y="15333"/>
                </a:lnTo>
                <a:lnTo>
                  <a:pt x="37332" y="15240"/>
                </a:lnTo>
                <a:lnTo>
                  <a:pt x="37055" y="15179"/>
                </a:lnTo>
                <a:lnTo>
                  <a:pt x="36748" y="15118"/>
                </a:lnTo>
                <a:lnTo>
                  <a:pt x="36410" y="15118"/>
                </a:lnTo>
                <a:lnTo>
                  <a:pt x="35888" y="15148"/>
                </a:lnTo>
                <a:lnTo>
                  <a:pt x="35427" y="15240"/>
                </a:lnTo>
                <a:lnTo>
                  <a:pt x="35120" y="15056"/>
                </a:lnTo>
                <a:lnTo>
                  <a:pt x="34720" y="14902"/>
                </a:lnTo>
                <a:lnTo>
                  <a:pt x="34259" y="14810"/>
                </a:lnTo>
                <a:lnTo>
                  <a:pt x="33737" y="14780"/>
                </a:lnTo>
                <a:lnTo>
                  <a:pt x="33245" y="14780"/>
                </a:lnTo>
                <a:lnTo>
                  <a:pt x="32815" y="14841"/>
                </a:lnTo>
                <a:lnTo>
                  <a:pt x="32416" y="14933"/>
                </a:lnTo>
                <a:lnTo>
                  <a:pt x="32108" y="15056"/>
                </a:lnTo>
                <a:lnTo>
                  <a:pt x="32108" y="12875"/>
                </a:lnTo>
                <a:lnTo>
                  <a:pt x="32600" y="12813"/>
                </a:lnTo>
                <a:lnTo>
                  <a:pt x="32877" y="12752"/>
                </a:lnTo>
                <a:lnTo>
                  <a:pt x="33122" y="12690"/>
                </a:lnTo>
                <a:lnTo>
                  <a:pt x="33368" y="12598"/>
                </a:lnTo>
                <a:lnTo>
                  <a:pt x="33583" y="12475"/>
                </a:lnTo>
                <a:lnTo>
                  <a:pt x="33798" y="12352"/>
                </a:lnTo>
                <a:lnTo>
                  <a:pt x="34013" y="12199"/>
                </a:lnTo>
                <a:lnTo>
                  <a:pt x="34198" y="12014"/>
                </a:lnTo>
                <a:lnTo>
                  <a:pt x="34382" y="11799"/>
                </a:lnTo>
                <a:lnTo>
                  <a:pt x="34536" y="11584"/>
                </a:lnTo>
                <a:lnTo>
                  <a:pt x="34659" y="11308"/>
                </a:lnTo>
                <a:lnTo>
                  <a:pt x="34751" y="11031"/>
                </a:lnTo>
                <a:lnTo>
                  <a:pt x="34843" y="10724"/>
                </a:lnTo>
                <a:lnTo>
                  <a:pt x="34874" y="10416"/>
                </a:lnTo>
                <a:lnTo>
                  <a:pt x="34904" y="10048"/>
                </a:lnTo>
                <a:lnTo>
                  <a:pt x="34874" y="9618"/>
                </a:lnTo>
                <a:lnTo>
                  <a:pt x="34843" y="9126"/>
                </a:lnTo>
                <a:lnTo>
                  <a:pt x="34751" y="8604"/>
                </a:lnTo>
                <a:lnTo>
                  <a:pt x="34628" y="8081"/>
                </a:lnTo>
                <a:lnTo>
                  <a:pt x="34505" y="7498"/>
                </a:lnTo>
                <a:lnTo>
                  <a:pt x="34321" y="6914"/>
                </a:lnTo>
                <a:lnTo>
                  <a:pt x="34136" y="6361"/>
                </a:lnTo>
                <a:lnTo>
                  <a:pt x="33952" y="5808"/>
                </a:lnTo>
                <a:lnTo>
                  <a:pt x="33737" y="5255"/>
                </a:lnTo>
                <a:lnTo>
                  <a:pt x="33491" y="4763"/>
                </a:lnTo>
                <a:lnTo>
                  <a:pt x="33245" y="4302"/>
                </a:lnTo>
                <a:lnTo>
                  <a:pt x="32969" y="3933"/>
                </a:lnTo>
                <a:lnTo>
                  <a:pt x="32723" y="3595"/>
                </a:lnTo>
                <a:lnTo>
                  <a:pt x="32446" y="3350"/>
                </a:lnTo>
                <a:lnTo>
                  <a:pt x="32324" y="3257"/>
                </a:lnTo>
                <a:lnTo>
                  <a:pt x="32170" y="3196"/>
                </a:lnTo>
                <a:lnTo>
                  <a:pt x="32047" y="3165"/>
                </a:lnTo>
                <a:lnTo>
                  <a:pt x="31893" y="3134"/>
                </a:lnTo>
                <a:lnTo>
                  <a:pt x="31770" y="3165"/>
                </a:lnTo>
                <a:lnTo>
                  <a:pt x="31617" y="3196"/>
                </a:lnTo>
                <a:lnTo>
                  <a:pt x="31494" y="3257"/>
                </a:lnTo>
                <a:lnTo>
                  <a:pt x="31340" y="3350"/>
                </a:lnTo>
                <a:lnTo>
                  <a:pt x="31095" y="3595"/>
                </a:lnTo>
                <a:lnTo>
                  <a:pt x="30818" y="3933"/>
                </a:lnTo>
                <a:lnTo>
                  <a:pt x="30572" y="4302"/>
                </a:lnTo>
                <a:lnTo>
                  <a:pt x="30326" y="4763"/>
                </a:lnTo>
                <a:lnTo>
                  <a:pt x="30081" y="5255"/>
                </a:lnTo>
                <a:lnTo>
                  <a:pt x="29865" y="5808"/>
                </a:lnTo>
                <a:lnTo>
                  <a:pt x="29650" y="6361"/>
                </a:lnTo>
                <a:lnTo>
                  <a:pt x="29466" y="6914"/>
                </a:lnTo>
                <a:lnTo>
                  <a:pt x="29312" y="7498"/>
                </a:lnTo>
                <a:lnTo>
                  <a:pt x="29159" y="8081"/>
                </a:lnTo>
                <a:lnTo>
                  <a:pt x="29067" y="8604"/>
                </a:lnTo>
                <a:lnTo>
                  <a:pt x="28974" y="9126"/>
                </a:lnTo>
                <a:lnTo>
                  <a:pt x="28913" y="9618"/>
                </a:lnTo>
                <a:lnTo>
                  <a:pt x="28913" y="10048"/>
                </a:lnTo>
                <a:lnTo>
                  <a:pt x="28913" y="10416"/>
                </a:lnTo>
                <a:lnTo>
                  <a:pt x="28974" y="10724"/>
                </a:lnTo>
                <a:lnTo>
                  <a:pt x="29036" y="11031"/>
                </a:lnTo>
                <a:lnTo>
                  <a:pt x="29159" y="11308"/>
                </a:lnTo>
                <a:lnTo>
                  <a:pt x="29282" y="11584"/>
                </a:lnTo>
                <a:lnTo>
                  <a:pt x="29435" y="11799"/>
                </a:lnTo>
                <a:lnTo>
                  <a:pt x="29589" y="12014"/>
                </a:lnTo>
                <a:lnTo>
                  <a:pt x="29773" y="12199"/>
                </a:lnTo>
                <a:lnTo>
                  <a:pt x="29988" y="12352"/>
                </a:lnTo>
                <a:lnTo>
                  <a:pt x="30203" y="12475"/>
                </a:lnTo>
                <a:lnTo>
                  <a:pt x="30449" y="12598"/>
                </a:lnTo>
                <a:lnTo>
                  <a:pt x="30695" y="12690"/>
                </a:lnTo>
                <a:lnTo>
                  <a:pt x="30941" y="12752"/>
                </a:lnTo>
                <a:lnTo>
                  <a:pt x="31187" y="12813"/>
                </a:lnTo>
                <a:lnTo>
                  <a:pt x="31709" y="12875"/>
                </a:lnTo>
                <a:lnTo>
                  <a:pt x="31709" y="15271"/>
                </a:lnTo>
                <a:lnTo>
                  <a:pt x="31402" y="15548"/>
                </a:lnTo>
                <a:lnTo>
                  <a:pt x="31187" y="15793"/>
                </a:lnTo>
                <a:lnTo>
                  <a:pt x="31002" y="16101"/>
                </a:lnTo>
                <a:lnTo>
                  <a:pt x="30879" y="16377"/>
                </a:lnTo>
                <a:lnTo>
                  <a:pt x="30818" y="16623"/>
                </a:lnTo>
                <a:lnTo>
                  <a:pt x="30757" y="16838"/>
                </a:lnTo>
                <a:lnTo>
                  <a:pt x="30726" y="17145"/>
                </a:lnTo>
                <a:lnTo>
                  <a:pt x="27868" y="17361"/>
                </a:lnTo>
                <a:lnTo>
                  <a:pt x="25195" y="17576"/>
                </a:lnTo>
                <a:lnTo>
                  <a:pt x="25195" y="15671"/>
                </a:lnTo>
                <a:lnTo>
                  <a:pt x="25717" y="15609"/>
                </a:lnTo>
                <a:lnTo>
                  <a:pt x="25963" y="15548"/>
                </a:lnTo>
                <a:lnTo>
                  <a:pt x="26209" y="15486"/>
                </a:lnTo>
                <a:lnTo>
                  <a:pt x="26455" y="15394"/>
                </a:lnTo>
                <a:lnTo>
                  <a:pt x="26701" y="15271"/>
                </a:lnTo>
                <a:lnTo>
                  <a:pt x="26916" y="15148"/>
                </a:lnTo>
                <a:lnTo>
                  <a:pt x="27100" y="14995"/>
                </a:lnTo>
                <a:lnTo>
                  <a:pt x="27315" y="14810"/>
                </a:lnTo>
                <a:lnTo>
                  <a:pt x="27469" y="14595"/>
                </a:lnTo>
                <a:lnTo>
                  <a:pt x="27622" y="14380"/>
                </a:lnTo>
                <a:lnTo>
                  <a:pt x="27745" y="14134"/>
                </a:lnTo>
                <a:lnTo>
                  <a:pt x="27838" y="13858"/>
                </a:lnTo>
                <a:lnTo>
                  <a:pt x="27930" y="13551"/>
                </a:lnTo>
                <a:lnTo>
                  <a:pt x="27991" y="13213"/>
                </a:lnTo>
                <a:lnTo>
                  <a:pt x="27991" y="12844"/>
                </a:lnTo>
                <a:lnTo>
                  <a:pt x="27960" y="12414"/>
                </a:lnTo>
                <a:lnTo>
                  <a:pt x="27930" y="11953"/>
                </a:lnTo>
                <a:lnTo>
                  <a:pt x="27838" y="11430"/>
                </a:lnTo>
                <a:lnTo>
                  <a:pt x="27715" y="10877"/>
                </a:lnTo>
                <a:lnTo>
                  <a:pt x="27592" y="10294"/>
                </a:lnTo>
                <a:lnTo>
                  <a:pt x="27438" y="9741"/>
                </a:lnTo>
                <a:lnTo>
                  <a:pt x="27254" y="9157"/>
                </a:lnTo>
                <a:lnTo>
                  <a:pt x="27039" y="8604"/>
                </a:lnTo>
                <a:lnTo>
                  <a:pt x="26824" y="8051"/>
                </a:lnTo>
                <a:lnTo>
                  <a:pt x="26578" y="7559"/>
                </a:lnTo>
                <a:lnTo>
                  <a:pt x="26332" y="7129"/>
                </a:lnTo>
                <a:lnTo>
                  <a:pt x="26086" y="6729"/>
                </a:lnTo>
                <a:lnTo>
                  <a:pt x="25810" y="6391"/>
                </a:lnTo>
                <a:lnTo>
                  <a:pt x="25533" y="6146"/>
                </a:lnTo>
                <a:lnTo>
                  <a:pt x="25410" y="6053"/>
                </a:lnTo>
                <a:lnTo>
                  <a:pt x="25257" y="5992"/>
                </a:lnTo>
                <a:lnTo>
                  <a:pt x="25134" y="5961"/>
                </a:lnTo>
                <a:lnTo>
                  <a:pt x="24980" y="5931"/>
                </a:lnTo>
                <a:lnTo>
                  <a:pt x="24857" y="5961"/>
                </a:lnTo>
                <a:lnTo>
                  <a:pt x="24734" y="5992"/>
                </a:lnTo>
                <a:lnTo>
                  <a:pt x="24581" y="6053"/>
                </a:lnTo>
                <a:lnTo>
                  <a:pt x="24458" y="6146"/>
                </a:lnTo>
                <a:lnTo>
                  <a:pt x="24181" y="6391"/>
                </a:lnTo>
                <a:lnTo>
                  <a:pt x="23905" y="6729"/>
                </a:lnTo>
                <a:lnTo>
                  <a:pt x="23659" y="7129"/>
                </a:lnTo>
                <a:lnTo>
                  <a:pt x="23413" y="7559"/>
                </a:lnTo>
                <a:lnTo>
                  <a:pt x="23167" y="8051"/>
                </a:lnTo>
                <a:lnTo>
                  <a:pt x="22952" y="8604"/>
                </a:lnTo>
                <a:lnTo>
                  <a:pt x="22737" y="9157"/>
                </a:lnTo>
                <a:lnTo>
                  <a:pt x="22553" y="9741"/>
                </a:lnTo>
                <a:lnTo>
                  <a:pt x="22399" y="10294"/>
                </a:lnTo>
                <a:lnTo>
                  <a:pt x="22245" y="10877"/>
                </a:lnTo>
                <a:lnTo>
                  <a:pt x="22153" y="11430"/>
                </a:lnTo>
                <a:lnTo>
                  <a:pt x="22061" y="11953"/>
                </a:lnTo>
                <a:lnTo>
                  <a:pt x="22000" y="12414"/>
                </a:lnTo>
                <a:lnTo>
                  <a:pt x="22000" y="12844"/>
                </a:lnTo>
                <a:lnTo>
                  <a:pt x="22000" y="13213"/>
                </a:lnTo>
                <a:lnTo>
                  <a:pt x="22061" y="13551"/>
                </a:lnTo>
                <a:lnTo>
                  <a:pt x="22123" y="13858"/>
                </a:lnTo>
                <a:lnTo>
                  <a:pt x="22245" y="14134"/>
                </a:lnTo>
                <a:lnTo>
                  <a:pt x="22368" y="14380"/>
                </a:lnTo>
                <a:lnTo>
                  <a:pt x="22522" y="14595"/>
                </a:lnTo>
                <a:lnTo>
                  <a:pt x="22676" y="14810"/>
                </a:lnTo>
                <a:lnTo>
                  <a:pt x="22891" y="14995"/>
                </a:lnTo>
                <a:lnTo>
                  <a:pt x="23075" y="15148"/>
                </a:lnTo>
                <a:lnTo>
                  <a:pt x="23290" y="15271"/>
                </a:lnTo>
                <a:lnTo>
                  <a:pt x="23536" y="15394"/>
                </a:lnTo>
                <a:lnTo>
                  <a:pt x="23782" y="15486"/>
                </a:lnTo>
                <a:lnTo>
                  <a:pt x="24028" y="15548"/>
                </a:lnTo>
                <a:lnTo>
                  <a:pt x="24273" y="15609"/>
                </a:lnTo>
                <a:lnTo>
                  <a:pt x="24796" y="15671"/>
                </a:lnTo>
                <a:lnTo>
                  <a:pt x="24796" y="17453"/>
                </a:lnTo>
                <a:lnTo>
                  <a:pt x="24673" y="17207"/>
                </a:lnTo>
                <a:lnTo>
                  <a:pt x="24519" y="16961"/>
                </a:lnTo>
                <a:lnTo>
                  <a:pt x="24273" y="16746"/>
                </a:lnTo>
                <a:lnTo>
                  <a:pt x="24028" y="16531"/>
                </a:lnTo>
                <a:lnTo>
                  <a:pt x="23690" y="16377"/>
                </a:lnTo>
                <a:lnTo>
                  <a:pt x="23259" y="16254"/>
                </a:lnTo>
                <a:lnTo>
                  <a:pt x="22799" y="16193"/>
                </a:lnTo>
                <a:lnTo>
                  <a:pt x="22215" y="16193"/>
                </a:lnTo>
                <a:lnTo>
                  <a:pt x="21846" y="16224"/>
                </a:lnTo>
                <a:lnTo>
                  <a:pt x="21508" y="16285"/>
                </a:lnTo>
                <a:lnTo>
                  <a:pt x="21201" y="16347"/>
                </a:lnTo>
                <a:lnTo>
                  <a:pt x="20924" y="16439"/>
                </a:lnTo>
                <a:lnTo>
                  <a:pt x="20678" y="16562"/>
                </a:lnTo>
                <a:lnTo>
                  <a:pt x="20463" y="16685"/>
                </a:lnTo>
                <a:lnTo>
                  <a:pt x="20279" y="16838"/>
                </a:lnTo>
                <a:lnTo>
                  <a:pt x="20095" y="16992"/>
                </a:lnTo>
                <a:lnTo>
                  <a:pt x="19941" y="17145"/>
                </a:lnTo>
                <a:lnTo>
                  <a:pt x="19818" y="17299"/>
                </a:lnTo>
                <a:lnTo>
                  <a:pt x="19634" y="17637"/>
                </a:lnTo>
                <a:lnTo>
                  <a:pt x="19511" y="17975"/>
                </a:lnTo>
                <a:lnTo>
                  <a:pt x="19449" y="18252"/>
                </a:lnTo>
                <a:lnTo>
                  <a:pt x="17452" y="18559"/>
                </a:lnTo>
                <a:lnTo>
                  <a:pt x="17452" y="16408"/>
                </a:lnTo>
                <a:lnTo>
                  <a:pt x="17729" y="16377"/>
                </a:lnTo>
                <a:lnTo>
                  <a:pt x="18005" y="16347"/>
                </a:lnTo>
                <a:lnTo>
                  <a:pt x="18282" y="16285"/>
                </a:lnTo>
                <a:lnTo>
                  <a:pt x="18558" y="16193"/>
                </a:lnTo>
                <a:lnTo>
                  <a:pt x="18835" y="16101"/>
                </a:lnTo>
                <a:lnTo>
                  <a:pt x="19081" y="15978"/>
                </a:lnTo>
                <a:lnTo>
                  <a:pt x="19327" y="15824"/>
                </a:lnTo>
                <a:lnTo>
                  <a:pt x="19542" y="15640"/>
                </a:lnTo>
                <a:lnTo>
                  <a:pt x="19757" y="15456"/>
                </a:lnTo>
                <a:lnTo>
                  <a:pt x="19941" y="15240"/>
                </a:lnTo>
                <a:lnTo>
                  <a:pt x="20095" y="14995"/>
                </a:lnTo>
                <a:lnTo>
                  <a:pt x="20248" y="14718"/>
                </a:lnTo>
                <a:lnTo>
                  <a:pt x="20371" y="14411"/>
                </a:lnTo>
                <a:lnTo>
                  <a:pt x="20433" y="14073"/>
                </a:lnTo>
                <a:lnTo>
                  <a:pt x="20494" y="13704"/>
                </a:lnTo>
                <a:lnTo>
                  <a:pt x="20525" y="13305"/>
                </a:lnTo>
                <a:lnTo>
                  <a:pt x="20494" y="12844"/>
                </a:lnTo>
                <a:lnTo>
                  <a:pt x="20433" y="12321"/>
                </a:lnTo>
                <a:lnTo>
                  <a:pt x="20340" y="11738"/>
                </a:lnTo>
                <a:lnTo>
                  <a:pt x="20218" y="11123"/>
                </a:lnTo>
                <a:lnTo>
                  <a:pt x="20064" y="10509"/>
                </a:lnTo>
                <a:lnTo>
                  <a:pt x="19880" y="9894"/>
                </a:lnTo>
                <a:lnTo>
                  <a:pt x="19695" y="9249"/>
                </a:lnTo>
                <a:lnTo>
                  <a:pt x="19480" y="8634"/>
                </a:lnTo>
                <a:lnTo>
                  <a:pt x="19234" y="8051"/>
                </a:lnTo>
                <a:lnTo>
                  <a:pt x="18958" y="7498"/>
                </a:lnTo>
                <a:lnTo>
                  <a:pt x="18681" y="7006"/>
                </a:lnTo>
                <a:lnTo>
                  <a:pt x="18405" y="6576"/>
                </a:lnTo>
                <a:lnTo>
                  <a:pt x="18128" y="6238"/>
                </a:lnTo>
                <a:lnTo>
                  <a:pt x="17821" y="5961"/>
                </a:lnTo>
                <a:lnTo>
                  <a:pt x="17667" y="5869"/>
                </a:lnTo>
                <a:lnTo>
                  <a:pt x="17514" y="5777"/>
                </a:lnTo>
                <a:lnTo>
                  <a:pt x="17360" y="5746"/>
                </a:lnTo>
                <a:lnTo>
                  <a:pt x="17237" y="5715"/>
                </a:lnTo>
                <a:lnTo>
                  <a:pt x="17084" y="5746"/>
                </a:lnTo>
                <a:lnTo>
                  <a:pt x="16930" y="5777"/>
                </a:lnTo>
                <a:lnTo>
                  <a:pt x="16776" y="5869"/>
                </a:lnTo>
                <a:lnTo>
                  <a:pt x="16623" y="5961"/>
                </a:lnTo>
                <a:lnTo>
                  <a:pt x="16315" y="6238"/>
                </a:lnTo>
                <a:lnTo>
                  <a:pt x="16039" y="6576"/>
                </a:lnTo>
                <a:lnTo>
                  <a:pt x="15762" y="7006"/>
                </a:lnTo>
                <a:lnTo>
                  <a:pt x="15486" y="7498"/>
                </a:lnTo>
                <a:lnTo>
                  <a:pt x="15240" y="8051"/>
                </a:lnTo>
                <a:lnTo>
                  <a:pt x="14994" y="8634"/>
                </a:lnTo>
                <a:lnTo>
                  <a:pt x="14748" y="9249"/>
                </a:lnTo>
                <a:lnTo>
                  <a:pt x="14564" y="9894"/>
                </a:lnTo>
                <a:lnTo>
                  <a:pt x="14380" y="10509"/>
                </a:lnTo>
                <a:lnTo>
                  <a:pt x="14226" y="11123"/>
                </a:lnTo>
                <a:lnTo>
                  <a:pt x="14103" y="11738"/>
                </a:lnTo>
                <a:lnTo>
                  <a:pt x="14011" y="12321"/>
                </a:lnTo>
                <a:lnTo>
                  <a:pt x="13950" y="12844"/>
                </a:lnTo>
                <a:lnTo>
                  <a:pt x="13950" y="13305"/>
                </a:lnTo>
                <a:lnTo>
                  <a:pt x="13950" y="13704"/>
                </a:lnTo>
                <a:lnTo>
                  <a:pt x="14011" y="14073"/>
                </a:lnTo>
                <a:lnTo>
                  <a:pt x="14103" y="14411"/>
                </a:lnTo>
                <a:lnTo>
                  <a:pt x="14195" y="14718"/>
                </a:lnTo>
                <a:lnTo>
                  <a:pt x="14349" y="14995"/>
                </a:lnTo>
                <a:lnTo>
                  <a:pt x="14503" y="15240"/>
                </a:lnTo>
                <a:lnTo>
                  <a:pt x="14687" y="15456"/>
                </a:lnTo>
                <a:lnTo>
                  <a:pt x="14902" y="15640"/>
                </a:lnTo>
                <a:lnTo>
                  <a:pt x="15117" y="15824"/>
                </a:lnTo>
                <a:lnTo>
                  <a:pt x="15363" y="15978"/>
                </a:lnTo>
                <a:lnTo>
                  <a:pt x="15609" y="16101"/>
                </a:lnTo>
                <a:lnTo>
                  <a:pt x="15885" y="16193"/>
                </a:lnTo>
                <a:lnTo>
                  <a:pt x="16162" y="16285"/>
                </a:lnTo>
                <a:lnTo>
                  <a:pt x="16438" y="16347"/>
                </a:lnTo>
                <a:lnTo>
                  <a:pt x="16715" y="16377"/>
                </a:lnTo>
                <a:lnTo>
                  <a:pt x="17022" y="16408"/>
                </a:lnTo>
                <a:lnTo>
                  <a:pt x="17022" y="18313"/>
                </a:lnTo>
                <a:lnTo>
                  <a:pt x="16838" y="18129"/>
                </a:lnTo>
                <a:lnTo>
                  <a:pt x="16653" y="17975"/>
                </a:lnTo>
                <a:lnTo>
                  <a:pt x="16438" y="17821"/>
                </a:lnTo>
                <a:lnTo>
                  <a:pt x="16193" y="17729"/>
                </a:lnTo>
                <a:lnTo>
                  <a:pt x="15885" y="17606"/>
                </a:lnTo>
                <a:lnTo>
                  <a:pt x="15547" y="17545"/>
                </a:lnTo>
                <a:lnTo>
                  <a:pt x="15148" y="17514"/>
                </a:lnTo>
                <a:lnTo>
                  <a:pt x="14718" y="17514"/>
                </a:lnTo>
                <a:lnTo>
                  <a:pt x="14349" y="17545"/>
                </a:lnTo>
                <a:lnTo>
                  <a:pt x="14011" y="17606"/>
                </a:lnTo>
                <a:lnTo>
                  <a:pt x="13704" y="17698"/>
                </a:lnTo>
                <a:lnTo>
                  <a:pt x="13427" y="17791"/>
                </a:lnTo>
                <a:lnTo>
                  <a:pt x="13181" y="17914"/>
                </a:lnTo>
                <a:lnTo>
                  <a:pt x="12966" y="18036"/>
                </a:lnTo>
                <a:lnTo>
                  <a:pt x="12782" y="18190"/>
                </a:lnTo>
                <a:lnTo>
                  <a:pt x="12598" y="18344"/>
                </a:lnTo>
                <a:lnTo>
                  <a:pt x="12444" y="18497"/>
                </a:lnTo>
                <a:lnTo>
                  <a:pt x="12352" y="18651"/>
                </a:lnTo>
                <a:lnTo>
                  <a:pt x="12137" y="18989"/>
                </a:lnTo>
                <a:lnTo>
                  <a:pt x="12014" y="19327"/>
                </a:lnTo>
                <a:lnTo>
                  <a:pt x="11952" y="19603"/>
                </a:lnTo>
                <a:lnTo>
                  <a:pt x="10201" y="20034"/>
                </a:lnTo>
                <a:lnTo>
                  <a:pt x="8603" y="20433"/>
                </a:lnTo>
                <a:lnTo>
                  <a:pt x="8603" y="13520"/>
                </a:lnTo>
                <a:lnTo>
                  <a:pt x="8603" y="12875"/>
                </a:lnTo>
                <a:lnTo>
                  <a:pt x="8573" y="12229"/>
                </a:lnTo>
                <a:lnTo>
                  <a:pt x="8419" y="10601"/>
                </a:lnTo>
                <a:lnTo>
                  <a:pt x="8450" y="10601"/>
                </a:lnTo>
                <a:lnTo>
                  <a:pt x="10754" y="14503"/>
                </a:lnTo>
                <a:lnTo>
                  <a:pt x="11092" y="14964"/>
                </a:lnTo>
                <a:lnTo>
                  <a:pt x="11430" y="15425"/>
                </a:lnTo>
                <a:lnTo>
                  <a:pt x="11860" y="15824"/>
                </a:lnTo>
                <a:lnTo>
                  <a:pt x="12290" y="16162"/>
                </a:lnTo>
                <a:lnTo>
                  <a:pt x="12198" y="15609"/>
                </a:lnTo>
                <a:lnTo>
                  <a:pt x="12045" y="15056"/>
                </a:lnTo>
                <a:lnTo>
                  <a:pt x="11829" y="14534"/>
                </a:lnTo>
                <a:lnTo>
                  <a:pt x="11553" y="14011"/>
                </a:lnTo>
                <a:lnTo>
                  <a:pt x="9126" y="9956"/>
                </a:lnTo>
                <a:lnTo>
                  <a:pt x="9187" y="9771"/>
                </a:lnTo>
                <a:lnTo>
                  <a:pt x="9187" y="9587"/>
                </a:lnTo>
                <a:lnTo>
                  <a:pt x="9187" y="9403"/>
                </a:lnTo>
                <a:lnTo>
                  <a:pt x="9126" y="9218"/>
                </a:lnTo>
                <a:lnTo>
                  <a:pt x="9033" y="9065"/>
                </a:lnTo>
                <a:lnTo>
                  <a:pt x="8941" y="8911"/>
                </a:lnTo>
                <a:lnTo>
                  <a:pt x="10385" y="4763"/>
                </a:lnTo>
                <a:lnTo>
                  <a:pt x="10539" y="4241"/>
                </a:lnTo>
                <a:lnTo>
                  <a:pt x="10631" y="3657"/>
                </a:lnTo>
                <a:lnTo>
                  <a:pt x="10693" y="3104"/>
                </a:lnTo>
                <a:lnTo>
                  <a:pt x="10662" y="2520"/>
                </a:lnTo>
                <a:lnTo>
                  <a:pt x="10293" y="2950"/>
                </a:lnTo>
                <a:lnTo>
                  <a:pt x="9986" y="3442"/>
                </a:lnTo>
                <a:lnTo>
                  <a:pt x="9709" y="3933"/>
                </a:lnTo>
                <a:lnTo>
                  <a:pt x="9494" y="4456"/>
                </a:lnTo>
                <a:lnTo>
                  <a:pt x="8050" y="8573"/>
                </a:lnTo>
                <a:lnTo>
                  <a:pt x="7927" y="8604"/>
                </a:lnTo>
                <a:lnTo>
                  <a:pt x="7774" y="8665"/>
                </a:lnTo>
                <a:lnTo>
                  <a:pt x="7651" y="8727"/>
                </a:lnTo>
                <a:lnTo>
                  <a:pt x="7528" y="8819"/>
                </a:lnTo>
                <a:lnTo>
                  <a:pt x="7405" y="8911"/>
                </a:lnTo>
                <a:lnTo>
                  <a:pt x="7343" y="9034"/>
                </a:lnTo>
                <a:lnTo>
                  <a:pt x="7251" y="9157"/>
                </a:lnTo>
                <a:lnTo>
                  <a:pt x="7190" y="9310"/>
                </a:lnTo>
                <a:lnTo>
                  <a:pt x="2796" y="10970"/>
                </a:lnTo>
                <a:lnTo>
                  <a:pt x="2274" y="11185"/>
                </a:lnTo>
                <a:lnTo>
                  <a:pt x="1782" y="11461"/>
                </a:lnTo>
                <a:lnTo>
                  <a:pt x="1321" y="11799"/>
                </a:lnTo>
                <a:lnTo>
                  <a:pt x="891" y="12168"/>
                </a:lnTo>
                <a:lnTo>
                  <a:pt x="1475" y="12168"/>
                </a:lnTo>
                <a:lnTo>
                  <a:pt x="2028" y="12106"/>
                </a:lnTo>
                <a:lnTo>
                  <a:pt x="2581" y="11983"/>
                </a:lnTo>
                <a:lnTo>
                  <a:pt x="3134" y="11830"/>
                </a:lnTo>
                <a:lnTo>
                  <a:pt x="7374" y="10232"/>
                </a:lnTo>
                <a:lnTo>
                  <a:pt x="7497" y="10355"/>
                </a:lnTo>
                <a:lnTo>
                  <a:pt x="7620" y="10447"/>
                </a:lnTo>
                <a:lnTo>
                  <a:pt x="7774" y="10539"/>
                </a:lnTo>
                <a:lnTo>
                  <a:pt x="7927" y="10601"/>
                </a:lnTo>
                <a:lnTo>
                  <a:pt x="7804" y="12229"/>
                </a:lnTo>
                <a:lnTo>
                  <a:pt x="7743" y="12875"/>
                </a:lnTo>
                <a:lnTo>
                  <a:pt x="7743" y="13520"/>
                </a:lnTo>
                <a:lnTo>
                  <a:pt x="7743" y="20679"/>
                </a:lnTo>
                <a:lnTo>
                  <a:pt x="5899" y="21232"/>
                </a:lnTo>
                <a:lnTo>
                  <a:pt x="4302" y="21754"/>
                </a:lnTo>
                <a:lnTo>
                  <a:pt x="2950" y="22246"/>
                </a:lnTo>
                <a:lnTo>
                  <a:pt x="1874" y="22676"/>
                </a:lnTo>
                <a:lnTo>
                  <a:pt x="1045" y="23045"/>
                </a:lnTo>
                <a:lnTo>
                  <a:pt x="461" y="23321"/>
                </a:lnTo>
                <a:lnTo>
                  <a:pt x="0" y="23536"/>
                </a:lnTo>
                <a:lnTo>
                  <a:pt x="71622" y="23536"/>
                </a:lnTo>
                <a:lnTo>
                  <a:pt x="71284" y="23352"/>
                </a:lnTo>
                <a:lnTo>
                  <a:pt x="70239" y="22860"/>
                </a:lnTo>
                <a:lnTo>
                  <a:pt x="69471" y="22522"/>
                </a:lnTo>
                <a:lnTo>
                  <a:pt x="68518" y="22123"/>
                </a:lnTo>
                <a:lnTo>
                  <a:pt x="67382" y="21693"/>
                </a:lnTo>
                <a:lnTo>
                  <a:pt x="66122" y="21232"/>
                </a:lnTo>
                <a:lnTo>
                  <a:pt x="66122" y="13182"/>
                </a:lnTo>
                <a:lnTo>
                  <a:pt x="66091" y="12537"/>
                </a:lnTo>
                <a:lnTo>
                  <a:pt x="66060" y="11891"/>
                </a:lnTo>
                <a:lnTo>
                  <a:pt x="65907" y="10232"/>
                </a:lnTo>
                <a:lnTo>
                  <a:pt x="65938" y="10232"/>
                </a:lnTo>
                <a:lnTo>
                  <a:pt x="68242" y="14165"/>
                </a:lnTo>
                <a:lnTo>
                  <a:pt x="68580" y="14626"/>
                </a:lnTo>
                <a:lnTo>
                  <a:pt x="68949" y="15056"/>
                </a:lnTo>
                <a:lnTo>
                  <a:pt x="69348" y="15456"/>
                </a:lnTo>
                <a:lnTo>
                  <a:pt x="69778" y="15824"/>
                </a:lnTo>
                <a:lnTo>
                  <a:pt x="69686" y="15271"/>
                </a:lnTo>
                <a:lnTo>
                  <a:pt x="69532" y="14718"/>
                </a:lnTo>
                <a:lnTo>
                  <a:pt x="69317" y="14196"/>
                </a:lnTo>
                <a:lnTo>
                  <a:pt x="69041" y="13673"/>
                </a:lnTo>
                <a:lnTo>
                  <a:pt x="66644" y="9618"/>
                </a:lnTo>
                <a:lnTo>
                  <a:pt x="66675" y="9433"/>
                </a:lnTo>
                <a:lnTo>
                  <a:pt x="66706" y="9249"/>
                </a:lnTo>
                <a:lnTo>
                  <a:pt x="66675" y="9065"/>
                </a:lnTo>
                <a:lnTo>
                  <a:pt x="66613" y="8880"/>
                </a:lnTo>
                <a:lnTo>
                  <a:pt x="66521" y="8696"/>
                </a:lnTo>
                <a:lnTo>
                  <a:pt x="66429" y="8573"/>
                </a:lnTo>
                <a:lnTo>
                  <a:pt x="67873" y="4425"/>
                </a:lnTo>
                <a:lnTo>
                  <a:pt x="68027" y="3872"/>
                </a:lnTo>
                <a:lnTo>
                  <a:pt x="68119" y="3319"/>
                </a:lnTo>
                <a:lnTo>
                  <a:pt x="68180" y="2735"/>
                </a:lnTo>
                <a:lnTo>
                  <a:pt x="68180" y="2182"/>
                </a:lnTo>
                <a:lnTo>
                  <a:pt x="67812" y="2612"/>
                </a:lnTo>
                <a:lnTo>
                  <a:pt x="67474" y="3104"/>
                </a:lnTo>
                <a:lnTo>
                  <a:pt x="67197" y="3595"/>
                </a:lnTo>
                <a:lnTo>
                  <a:pt x="66982" y="4118"/>
                </a:lnTo>
                <a:lnTo>
                  <a:pt x="65569" y="8235"/>
                </a:lnTo>
                <a:lnTo>
                  <a:pt x="65415" y="8266"/>
                </a:lnTo>
                <a:lnTo>
                  <a:pt x="65262" y="8327"/>
                </a:lnTo>
                <a:lnTo>
                  <a:pt x="65139" y="8389"/>
                </a:lnTo>
                <a:lnTo>
                  <a:pt x="65016" y="8481"/>
                </a:lnTo>
                <a:lnTo>
                  <a:pt x="64924" y="8573"/>
                </a:lnTo>
                <a:lnTo>
                  <a:pt x="64831" y="8696"/>
                </a:lnTo>
                <a:lnTo>
                  <a:pt x="64739" y="8819"/>
                </a:lnTo>
                <a:lnTo>
                  <a:pt x="64708" y="8942"/>
                </a:lnTo>
                <a:lnTo>
                  <a:pt x="60284" y="10601"/>
                </a:lnTo>
                <a:lnTo>
                  <a:pt x="59946" y="10754"/>
                </a:lnTo>
                <a:lnTo>
                  <a:pt x="59608" y="10908"/>
                </a:lnTo>
                <a:lnTo>
                  <a:pt x="59301" y="11123"/>
                </a:lnTo>
                <a:lnTo>
                  <a:pt x="58993" y="11308"/>
                </a:lnTo>
                <a:lnTo>
                  <a:pt x="58932" y="10877"/>
                </a:lnTo>
                <a:lnTo>
                  <a:pt x="58871" y="10386"/>
                </a:lnTo>
                <a:lnTo>
                  <a:pt x="58748" y="9894"/>
                </a:lnTo>
                <a:lnTo>
                  <a:pt x="58625" y="9341"/>
                </a:lnTo>
                <a:lnTo>
                  <a:pt x="58471" y="8819"/>
                </a:lnTo>
                <a:lnTo>
                  <a:pt x="58318" y="8296"/>
                </a:lnTo>
                <a:lnTo>
                  <a:pt x="58133" y="7774"/>
                </a:lnTo>
                <a:lnTo>
                  <a:pt x="57949" y="7252"/>
                </a:lnTo>
                <a:lnTo>
                  <a:pt x="57734" y="6791"/>
                </a:lnTo>
                <a:lnTo>
                  <a:pt x="57488" y="6330"/>
                </a:lnTo>
                <a:lnTo>
                  <a:pt x="57273" y="5931"/>
                </a:lnTo>
                <a:lnTo>
                  <a:pt x="57027" y="5593"/>
                </a:lnTo>
                <a:lnTo>
                  <a:pt x="56781" y="5316"/>
                </a:lnTo>
                <a:lnTo>
                  <a:pt x="56535" y="5101"/>
                </a:lnTo>
                <a:lnTo>
                  <a:pt x="56382" y="5009"/>
                </a:lnTo>
                <a:lnTo>
                  <a:pt x="56259" y="4947"/>
                </a:lnTo>
                <a:lnTo>
                  <a:pt x="56136" y="4917"/>
                </a:lnTo>
                <a:lnTo>
                  <a:pt x="56013" y="4917"/>
                </a:lnTo>
                <a:lnTo>
                  <a:pt x="55798" y="4947"/>
                </a:lnTo>
                <a:lnTo>
                  <a:pt x="55614" y="5039"/>
                </a:lnTo>
                <a:lnTo>
                  <a:pt x="55399" y="5162"/>
                </a:lnTo>
                <a:lnTo>
                  <a:pt x="55183" y="5377"/>
                </a:lnTo>
                <a:lnTo>
                  <a:pt x="54999" y="5623"/>
                </a:lnTo>
                <a:lnTo>
                  <a:pt x="54784" y="5900"/>
                </a:lnTo>
                <a:lnTo>
                  <a:pt x="54600" y="6207"/>
                </a:lnTo>
                <a:lnTo>
                  <a:pt x="54415" y="6545"/>
                </a:lnTo>
                <a:lnTo>
                  <a:pt x="54077" y="7344"/>
                </a:lnTo>
                <a:lnTo>
                  <a:pt x="53739" y="8173"/>
                </a:lnTo>
                <a:lnTo>
                  <a:pt x="53494" y="9034"/>
                </a:lnTo>
                <a:lnTo>
                  <a:pt x="53278" y="9894"/>
                </a:lnTo>
                <a:lnTo>
                  <a:pt x="53033" y="9157"/>
                </a:lnTo>
                <a:lnTo>
                  <a:pt x="52756" y="8419"/>
                </a:lnTo>
                <a:lnTo>
                  <a:pt x="52480" y="7743"/>
                </a:lnTo>
                <a:lnTo>
                  <a:pt x="52142" y="7129"/>
                </a:lnTo>
                <a:lnTo>
                  <a:pt x="51834" y="6637"/>
                </a:lnTo>
                <a:lnTo>
                  <a:pt x="51650" y="6422"/>
                </a:lnTo>
                <a:lnTo>
                  <a:pt x="51466" y="6238"/>
                </a:lnTo>
                <a:lnTo>
                  <a:pt x="51312" y="6084"/>
                </a:lnTo>
                <a:lnTo>
                  <a:pt x="51128" y="5961"/>
                </a:lnTo>
                <a:lnTo>
                  <a:pt x="50943" y="5900"/>
                </a:lnTo>
                <a:lnTo>
                  <a:pt x="50759" y="5869"/>
                </a:lnTo>
                <a:lnTo>
                  <a:pt x="50636" y="5900"/>
                </a:lnTo>
                <a:lnTo>
                  <a:pt x="50482" y="5931"/>
                </a:lnTo>
                <a:lnTo>
                  <a:pt x="50360" y="5992"/>
                </a:lnTo>
                <a:lnTo>
                  <a:pt x="50206" y="6084"/>
                </a:lnTo>
                <a:lnTo>
                  <a:pt x="49960" y="6330"/>
                </a:lnTo>
                <a:lnTo>
                  <a:pt x="49684" y="6668"/>
                </a:lnTo>
                <a:lnTo>
                  <a:pt x="49438" y="7067"/>
                </a:lnTo>
                <a:lnTo>
                  <a:pt x="49192" y="7498"/>
                </a:lnTo>
                <a:lnTo>
                  <a:pt x="48946" y="7989"/>
                </a:lnTo>
                <a:lnTo>
                  <a:pt x="48731" y="8542"/>
                </a:lnTo>
                <a:lnTo>
                  <a:pt x="48516" y="9095"/>
                </a:lnTo>
                <a:lnTo>
                  <a:pt x="48332" y="9679"/>
                </a:lnTo>
                <a:lnTo>
                  <a:pt x="48178" y="10232"/>
                </a:lnTo>
                <a:lnTo>
                  <a:pt x="48024" y="10816"/>
                </a:lnTo>
                <a:lnTo>
                  <a:pt x="47932" y="11369"/>
                </a:lnTo>
                <a:lnTo>
                  <a:pt x="47840" y="11891"/>
                </a:lnTo>
                <a:lnTo>
                  <a:pt x="47779" y="12352"/>
                </a:lnTo>
                <a:lnTo>
                  <a:pt x="47779" y="12782"/>
                </a:lnTo>
                <a:lnTo>
                  <a:pt x="47779" y="13151"/>
                </a:lnTo>
                <a:lnTo>
                  <a:pt x="47840" y="13489"/>
                </a:lnTo>
                <a:lnTo>
                  <a:pt x="47901" y="13796"/>
                </a:lnTo>
                <a:lnTo>
                  <a:pt x="48024" y="14073"/>
                </a:lnTo>
                <a:lnTo>
                  <a:pt x="48147" y="14319"/>
                </a:lnTo>
                <a:lnTo>
                  <a:pt x="48301" y="14534"/>
                </a:lnTo>
                <a:lnTo>
                  <a:pt x="48455" y="14749"/>
                </a:lnTo>
                <a:lnTo>
                  <a:pt x="48639" y="14933"/>
                </a:lnTo>
                <a:lnTo>
                  <a:pt x="48854" y="15087"/>
                </a:lnTo>
                <a:lnTo>
                  <a:pt x="49069" y="15210"/>
                </a:lnTo>
                <a:lnTo>
                  <a:pt x="49315" y="15333"/>
                </a:lnTo>
                <a:lnTo>
                  <a:pt x="49561" y="15425"/>
                </a:lnTo>
                <a:lnTo>
                  <a:pt x="49806" y="15486"/>
                </a:lnTo>
                <a:lnTo>
                  <a:pt x="50052" y="15548"/>
                </a:lnTo>
                <a:lnTo>
                  <a:pt x="50575" y="15609"/>
                </a:lnTo>
                <a:lnTo>
                  <a:pt x="50575" y="17268"/>
                </a:lnTo>
                <a:lnTo>
                  <a:pt x="50421" y="17483"/>
                </a:lnTo>
                <a:lnTo>
                  <a:pt x="50329" y="17668"/>
                </a:lnTo>
                <a:lnTo>
                  <a:pt x="48793" y="17483"/>
                </a:lnTo>
                <a:lnTo>
                  <a:pt x="47226" y="17330"/>
                </a:lnTo>
                <a:lnTo>
                  <a:pt x="45597" y="17207"/>
                </a:lnTo>
                <a:lnTo>
                  <a:pt x="43938" y="17084"/>
                </a:lnTo>
                <a:lnTo>
                  <a:pt x="43938" y="10017"/>
                </a:lnTo>
                <a:lnTo>
                  <a:pt x="43907" y="9433"/>
                </a:lnTo>
                <a:lnTo>
                  <a:pt x="43876" y="8849"/>
                </a:lnTo>
                <a:lnTo>
                  <a:pt x="43754" y="7344"/>
                </a:lnTo>
                <a:lnTo>
                  <a:pt x="45874" y="10908"/>
                </a:lnTo>
                <a:lnTo>
                  <a:pt x="46181" y="11338"/>
                </a:lnTo>
                <a:lnTo>
                  <a:pt x="46488" y="11738"/>
                </a:lnTo>
                <a:lnTo>
                  <a:pt x="46888" y="12106"/>
                </a:lnTo>
                <a:lnTo>
                  <a:pt x="47287" y="12444"/>
                </a:lnTo>
                <a:lnTo>
                  <a:pt x="47287" y="12444"/>
                </a:lnTo>
                <a:lnTo>
                  <a:pt x="47195" y="11922"/>
                </a:lnTo>
                <a:lnTo>
                  <a:pt x="47041" y="11430"/>
                </a:lnTo>
                <a:lnTo>
                  <a:pt x="46857" y="10939"/>
                </a:lnTo>
                <a:lnTo>
                  <a:pt x="46611" y="10478"/>
                </a:lnTo>
                <a:lnTo>
                  <a:pt x="44399" y="6760"/>
                </a:lnTo>
                <a:lnTo>
                  <a:pt x="44429" y="6606"/>
                </a:lnTo>
                <a:lnTo>
                  <a:pt x="44460" y="6453"/>
                </a:lnTo>
                <a:lnTo>
                  <a:pt x="44429" y="6268"/>
                </a:lnTo>
                <a:lnTo>
                  <a:pt x="44399" y="6084"/>
                </a:lnTo>
                <a:lnTo>
                  <a:pt x="44307" y="5931"/>
                </a:lnTo>
                <a:lnTo>
                  <a:pt x="44214" y="5808"/>
                </a:lnTo>
                <a:lnTo>
                  <a:pt x="45536" y="2028"/>
                </a:lnTo>
                <a:lnTo>
                  <a:pt x="45689" y="1537"/>
                </a:lnTo>
                <a:lnTo>
                  <a:pt x="45781" y="1014"/>
                </a:lnTo>
                <a:lnTo>
                  <a:pt x="45812" y="523"/>
                </a:lnTo>
                <a:lnTo>
                  <a:pt x="45812" y="0"/>
                </a:lnTo>
                <a:close/>
              </a:path>
            </a:pathLst>
          </a:custGeom>
          <a:solidFill>
            <a:srgbClr val="EFEF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AFA7F1-5B4F-D283-626F-C2A97E9455A5}"/>
              </a:ext>
            </a:extLst>
          </p:cNvPr>
          <p:cNvSpPr txBox="1"/>
          <p:nvPr/>
        </p:nvSpPr>
        <p:spPr>
          <a:xfrm>
            <a:off x="1296786" y="1665290"/>
            <a:ext cx="9493134" cy="44726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The growing adoption of electric vehicles (EVs) highlights critical challenges in ensuring the safety and reliability of their electrical systems.</a:t>
            </a:r>
          </a:p>
          <a:p>
            <a:pPr marL="285750" indent="-285750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Delayed Fault Detection: Traditional systems like fuses and relays react slowly, increasing damage risks.</a:t>
            </a:r>
          </a:p>
          <a:p>
            <a:pPr marL="285750" indent="-285750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Lack of Proactive Measures: Absence of predictive maintenance leads to unexpected failures and downtime.</a:t>
            </a:r>
          </a:p>
          <a:p>
            <a:pPr marL="285750" indent="-285750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System Vulnerabilities: Overheating, voltage fluctuations, and undetected ground faults compromise safety.</a:t>
            </a:r>
          </a:p>
          <a:p>
            <a:pPr marL="285750" indent="-285750">
              <a:lnSpc>
                <a:spcPct val="160000"/>
              </a:lnSpc>
              <a:buFont typeface="Wingdings" panose="05000000000000000000" pitchFamily="2" charset="2"/>
              <a:buChar char="Ø"/>
            </a:pPr>
            <a:r>
              <a:rPr lang="en-GB" sz="1800" dirty="0">
                <a:latin typeface="Arial" panose="020B0604020202020204" pitchFamily="34" charset="0"/>
                <a:cs typeface="Arial" panose="020B0604020202020204" pitchFamily="34" charset="0"/>
              </a:rPr>
              <a:t>Scalability Limitations: Current solutions are not adaptable to evolving EV technologies or remote diagnostics</a:t>
            </a:r>
            <a:endParaRPr lang="en-IN" dirty="0"/>
          </a:p>
        </p:txBody>
      </p:sp>
      <p:grpSp>
        <p:nvGrpSpPr>
          <p:cNvPr id="9" name="Google Shape;1618;p40">
            <a:extLst>
              <a:ext uri="{FF2B5EF4-FFF2-40B4-BE49-F238E27FC236}">
                <a16:creationId xmlns:a16="http://schemas.microsoft.com/office/drawing/2014/main" id="{A94CEDEF-2C78-D949-8ABB-426D551990EF}"/>
              </a:ext>
            </a:extLst>
          </p:cNvPr>
          <p:cNvGrpSpPr/>
          <p:nvPr/>
        </p:nvGrpSpPr>
        <p:grpSpPr>
          <a:xfrm rot="1728327">
            <a:off x="6730013" y="109733"/>
            <a:ext cx="1159347" cy="992248"/>
            <a:chOff x="8084376" y="3734818"/>
            <a:chExt cx="585676" cy="501287"/>
          </a:xfrm>
        </p:grpSpPr>
        <p:sp>
          <p:nvSpPr>
            <p:cNvPr id="10" name="Google Shape;1619;p40">
              <a:extLst>
                <a:ext uri="{FF2B5EF4-FFF2-40B4-BE49-F238E27FC236}">
                  <a16:creationId xmlns:a16="http://schemas.microsoft.com/office/drawing/2014/main" id="{BC43D2DE-2788-63D5-C8F5-A8D0560A3671}"/>
                </a:ext>
              </a:extLst>
            </p:cNvPr>
            <p:cNvSpPr/>
            <p:nvPr/>
          </p:nvSpPr>
          <p:spPr>
            <a:xfrm>
              <a:off x="8359440" y="3734818"/>
              <a:ext cx="286057" cy="501287"/>
            </a:xfrm>
            <a:custGeom>
              <a:avLst/>
              <a:gdLst/>
              <a:ahLst/>
              <a:cxnLst/>
              <a:rect l="l" t="t" r="r" b="b"/>
              <a:pathLst>
                <a:path w="3227" h="5655" extrusionOk="0">
                  <a:moveTo>
                    <a:pt x="3227" y="1"/>
                  </a:moveTo>
                  <a:lnTo>
                    <a:pt x="3042" y="93"/>
                  </a:lnTo>
                  <a:lnTo>
                    <a:pt x="2520" y="339"/>
                  </a:lnTo>
                  <a:lnTo>
                    <a:pt x="2213" y="523"/>
                  </a:lnTo>
                  <a:lnTo>
                    <a:pt x="1844" y="738"/>
                  </a:lnTo>
                  <a:lnTo>
                    <a:pt x="1506" y="1015"/>
                  </a:lnTo>
                  <a:lnTo>
                    <a:pt x="1137" y="1322"/>
                  </a:lnTo>
                  <a:lnTo>
                    <a:pt x="799" y="1691"/>
                  </a:lnTo>
                  <a:lnTo>
                    <a:pt x="523" y="2090"/>
                  </a:lnTo>
                  <a:lnTo>
                    <a:pt x="400" y="2305"/>
                  </a:lnTo>
                  <a:lnTo>
                    <a:pt x="277" y="2551"/>
                  </a:lnTo>
                  <a:lnTo>
                    <a:pt x="185" y="2797"/>
                  </a:lnTo>
                  <a:lnTo>
                    <a:pt x="93" y="3074"/>
                  </a:lnTo>
                  <a:lnTo>
                    <a:pt x="62" y="3350"/>
                  </a:lnTo>
                  <a:lnTo>
                    <a:pt x="31" y="3627"/>
                  </a:lnTo>
                  <a:lnTo>
                    <a:pt x="1" y="3934"/>
                  </a:lnTo>
                  <a:lnTo>
                    <a:pt x="31" y="4241"/>
                  </a:lnTo>
                  <a:lnTo>
                    <a:pt x="93" y="4579"/>
                  </a:lnTo>
                  <a:lnTo>
                    <a:pt x="185" y="4917"/>
                  </a:lnTo>
                  <a:lnTo>
                    <a:pt x="277" y="5286"/>
                  </a:lnTo>
                  <a:lnTo>
                    <a:pt x="431" y="5654"/>
                  </a:lnTo>
                  <a:lnTo>
                    <a:pt x="3227" y="1"/>
                  </a:lnTo>
                  <a:close/>
                </a:path>
              </a:pathLst>
            </a:custGeom>
            <a:solidFill>
              <a:srgbClr val="4CBB1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620;p40">
              <a:extLst>
                <a:ext uri="{FF2B5EF4-FFF2-40B4-BE49-F238E27FC236}">
                  <a16:creationId xmlns:a16="http://schemas.microsoft.com/office/drawing/2014/main" id="{5639FB4B-AB26-9224-B894-923755FEA6CB}"/>
                </a:ext>
              </a:extLst>
            </p:cNvPr>
            <p:cNvSpPr/>
            <p:nvPr/>
          </p:nvSpPr>
          <p:spPr>
            <a:xfrm>
              <a:off x="8397557" y="3734818"/>
              <a:ext cx="272495" cy="501287"/>
            </a:xfrm>
            <a:custGeom>
              <a:avLst/>
              <a:gdLst/>
              <a:ahLst/>
              <a:cxnLst/>
              <a:rect l="l" t="t" r="r" b="b"/>
              <a:pathLst>
                <a:path w="3074" h="5655" extrusionOk="0">
                  <a:moveTo>
                    <a:pt x="2797" y="1"/>
                  </a:moveTo>
                  <a:lnTo>
                    <a:pt x="1" y="5654"/>
                  </a:lnTo>
                  <a:lnTo>
                    <a:pt x="1" y="5654"/>
                  </a:lnTo>
                  <a:lnTo>
                    <a:pt x="185" y="5593"/>
                  </a:lnTo>
                  <a:lnTo>
                    <a:pt x="646" y="5439"/>
                  </a:lnTo>
                  <a:lnTo>
                    <a:pt x="922" y="5286"/>
                  </a:lnTo>
                  <a:lnTo>
                    <a:pt x="1260" y="5101"/>
                  </a:lnTo>
                  <a:lnTo>
                    <a:pt x="1568" y="4886"/>
                  </a:lnTo>
                  <a:lnTo>
                    <a:pt x="1906" y="4610"/>
                  </a:lnTo>
                  <a:lnTo>
                    <a:pt x="2213" y="4272"/>
                  </a:lnTo>
                  <a:lnTo>
                    <a:pt x="2520" y="3872"/>
                  </a:lnTo>
                  <a:lnTo>
                    <a:pt x="2643" y="3657"/>
                  </a:lnTo>
                  <a:lnTo>
                    <a:pt x="2735" y="3442"/>
                  </a:lnTo>
                  <a:lnTo>
                    <a:pt x="2858" y="3166"/>
                  </a:lnTo>
                  <a:lnTo>
                    <a:pt x="2920" y="2889"/>
                  </a:lnTo>
                  <a:lnTo>
                    <a:pt x="2981" y="2613"/>
                  </a:lnTo>
                  <a:lnTo>
                    <a:pt x="3043" y="2305"/>
                  </a:lnTo>
                  <a:lnTo>
                    <a:pt x="3073" y="1967"/>
                  </a:lnTo>
                  <a:lnTo>
                    <a:pt x="3073" y="1629"/>
                  </a:lnTo>
                  <a:lnTo>
                    <a:pt x="3043" y="1261"/>
                  </a:lnTo>
                  <a:lnTo>
                    <a:pt x="2981" y="861"/>
                  </a:lnTo>
                  <a:lnTo>
                    <a:pt x="2889" y="462"/>
                  </a:lnTo>
                  <a:lnTo>
                    <a:pt x="2797" y="1"/>
                  </a:lnTo>
                  <a:close/>
                </a:path>
              </a:pathLst>
            </a:custGeom>
            <a:solidFill>
              <a:srgbClr val="81E5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621;p40">
              <a:extLst>
                <a:ext uri="{FF2B5EF4-FFF2-40B4-BE49-F238E27FC236}">
                  <a16:creationId xmlns:a16="http://schemas.microsoft.com/office/drawing/2014/main" id="{1701ED32-795B-9B4C-131E-F1516E4D7467}"/>
                </a:ext>
              </a:extLst>
            </p:cNvPr>
            <p:cNvSpPr/>
            <p:nvPr/>
          </p:nvSpPr>
          <p:spPr>
            <a:xfrm>
              <a:off x="8084376" y="3917338"/>
              <a:ext cx="231541" cy="318767"/>
            </a:xfrm>
            <a:custGeom>
              <a:avLst/>
              <a:gdLst/>
              <a:ahLst/>
              <a:cxnLst/>
              <a:rect l="l" t="t" r="r" b="b"/>
              <a:pathLst>
                <a:path w="2612" h="3596" extrusionOk="0">
                  <a:moveTo>
                    <a:pt x="31" y="1"/>
                  </a:moveTo>
                  <a:lnTo>
                    <a:pt x="31" y="154"/>
                  </a:lnTo>
                  <a:lnTo>
                    <a:pt x="0" y="523"/>
                  </a:lnTo>
                  <a:lnTo>
                    <a:pt x="0" y="799"/>
                  </a:lnTo>
                  <a:lnTo>
                    <a:pt x="31" y="1076"/>
                  </a:lnTo>
                  <a:lnTo>
                    <a:pt x="92" y="1383"/>
                  </a:lnTo>
                  <a:lnTo>
                    <a:pt x="154" y="1721"/>
                  </a:lnTo>
                  <a:lnTo>
                    <a:pt x="277" y="2059"/>
                  </a:lnTo>
                  <a:lnTo>
                    <a:pt x="430" y="2366"/>
                  </a:lnTo>
                  <a:lnTo>
                    <a:pt x="645" y="2674"/>
                  </a:lnTo>
                  <a:lnTo>
                    <a:pt x="891" y="2950"/>
                  </a:lnTo>
                  <a:lnTo>
                    <a:pt x="1229" y="3196"/>
                  </a:lnTo>
                  <a:lnTo>
                    <a:pt x="1414" y="3288"/>
                  </a:lnTo>
                  <a:lnTo>
                    <a:pt x="1598" y="3380"/>
                  </a:lnTo>
                  <a:lnTo>
                    <a:pt x="1813" y="3442"/>
                  </a:lnTo>
                  <a:lnTo>
                    <a:pt x="2059" y="3503"/>
                  </a:lnTo>
                  <a:lnTo>
                    <a:pt x="2335" y="3565"/>
                  </a:lnTo>
                  <a:lnTo>
                    <a:pt x="2612" y="3595"/>
                  </a:lnTo>
                  <a:lnTo>
                    <a:pt x="31" y="1"/>
                  </a:lnTo>
                  <a:close/>
                </a:path>
              </a:pathLst>
            </a:custGeom>
            <a:solidFill>
              <a:srgbClr val="4CBB1D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622;p40">
              <a:extLst>
                <a:ext uri="{FF2B5EF4-FFF2-40B4-BE49-F238E27FC236}">
                  <a16:creationId xmlns:a16="http://schemas.microsoft.com/office/drawing/2014/main" id="{F8C92DAF-57DD-D0F5-BC34-693140C024ED}"/>
                </a:ext>
              </a:extLst>
            </p:cNvPr>
            <p:cNvSpPr/>
            <p:nvPr/>
          </p:nvSpPr>
          <p:spPr>
            <a:xfrm>
              <a:off x="8087036" y="3917338"/>
              <a:ext cx="237125" cy="318767"/>
            </a:xfrm>
            <a:custGeom>
              <a:avLst/>
              <a:gdLst/>
              <a:ahLst/>
              <a:cxnLst/>
              <a:rect l="l" t="t" r="r" b="b"/>
              <a:pathLst>
                <a:path w="2675" h="3596" extrusionOk="0">
                  <a:moveTo>
                    <a:pt x="1" y="1"/>
                  </a:moveTo>
                  <a:lnTo>
                    <a:pt x="2582" y="3595"/>
                  </a:lnTo>
                  <a:lnTo>
                    <a:pt x="2613" y="3473"/>
                  </a:lnTo>
                  <a:lnTo>
                    <a:pt x="2643" y="3135"/>
                  </a:lnTo>
                  <a:lnTo>
                    <a:pt x="2674" y="2889"/>
                  </a:lnTo>
                  <a:lnTo>
                    <a:pt x="2643" y="2643"/>
                  </a:lnTo>
                  <a:lnTo>
                    <a:pt x="2613" y="2366"/>
                  </a:lnTo>
                  <a:lnTo>
                    <a:pt x="2551" y="2059"/>
                  </a:lnTo>
                  <a:lnTo>
                    <a:pt x="2459" y="1752"/>
                  </a:lnTo>
                  <a:lnTo>
                    <a:pt x="2305" y="1445"/>
                  </a:lnTo>
                  <a:lnTo>
                    <a:pt x="2090" y="1168"/>
                  </a:lnTo>
                  <a:lnTo>
                    <a:pt x="1845" y="861"/>
                  </a:lnTo>
                  <a:lnTo>
                    <a:pt x="1507" y="615"/>
                  </a:lnTo>
                  <a:lnTo>
                    <a:pt x="1076" y="369"/>
                  </a:lnTo>
                  <a:lnTo>
                    <a:pt x="585" y="15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81E5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519075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0EBD7-214C-A67E-784D-EB4D2B469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C4AE341-9E85-FD86-0E94-87774617BA62}"/>
              </a:ext>
            </a:extLst>
          </p:cNvPr>
          <p:cNvSpPr txBox="1"/>
          <p:nvPr/>
        </p:nvSpPr>
        <p:spPr>
          <a:xfrm>
            <a:off x="331707" y="292710"/>
            <a:ext cx="60949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latin typeface="Franklin Gothic Heavy" panose="020B0903020102020204" pitchFamily="34" charset="0"/>
              </a:rPr>
              <a:t>Project objectives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79FD25-B666-6FBE-A8CC-D63F4A5A3752}"/>
              </a:ext>
            </a:extLst>
          </p:cNvPr>
          <p:cNvSpPr txBox="1"/>
          <p:nvPr/>
        </p:nvSpPr>
        <p:spPr>
          <a:xfrm>
            <a:off x="1168398" y="1563156"/>
            <a:ext cx="9245601" cy="34111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Wingdings" panose="05000000000000000000" pitchFamily="2" charset="2"/>
              <a:buChar char="Ø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This project aims to revolutionize electrical safety in electric vehicles by developing an advanced short circuit preventive mechanism. </a:t>
            </a: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Wingdings" panose="05000000000000000000" pitchFamily="2" charset="2"/>
              <a:buChar char="Ø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By leveraging real-time monitoring, AI-based predictive analytics, and self-healing technology, the system enhances safety and ensures proactive risk mitigation.  </a:t>
            </a:r>
          </a:p>
          <a:p>
            <a:pPr marL="457200" lvl="0" indent="-3238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Wingdings" panose="05000000000000000000" pitchFamily="2" charset="2"/>
              <a:buChar char="Ø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Focus on system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reliability</a:t>
            </a: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, energy efficiency, and scalability, this solution is designed to protect critical components, reduce downtime, and adapt seamlessly to future technological advancements, setting a new standard for sustainable and secure electric vehicle operations.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7204246-A58F-F624-CEBB-D9615893FD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6800" y="4435324"/>
            <a:ext cx="4540250" cy="30268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2417925-DE31-2450-20E2-18EBA884E7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3944" y="198175"/>
            <a:ext cx="1111532" cy="1013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4710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4D9DC-E526-FEFC-0D9B-56DA992BAA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4D2E1DB-7A3A-B7BE-38D6-70C662FB5919}"/>
              </a:ext>
            </a:extLst>
          </p:cNvPr>
          <p:cNvSpPr txBox="1"/>
          <p:nvPr/>
        </p:nvSpPr>
        <p:spPr>
          <a:xfrm>
            <a:off x="651993" y="462498"/>
            <a:ext cx="60949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latin typeface="Franklin Gothic Heavy" panose="020B0903020102020204" pitchFamily="34" charset="0"/>
              </a:rPr>
              <a:t>Literature review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CCF8B2-40D6-8342-AA56-C4B2BE7707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989" r="36584"/>
          <a:stretch/>
        </p:blipFill>
        <p:spPr>
          <a:xfrm flipH="1">
            <a:off x="0" y="0"/>
            <a:ext cx="5355770" cy="3589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415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2400CC-F568-918A-7283-17048E0FD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6DBA06C-4FEB-98A3-73B8-93F81F367360}"/>
              </a:ext>
            </a:extLst>
          </p:cNvPr>
          <p:cNvSpPr txBox="1"/>
          <p:nvPr/>
        </p:nvSpPr>
        <p:spPr>
          <a:xfrm>
            <a:off x="632676" y="468937"/>
            <a:ext cx="60949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latin typeface="Franklin Gothic Heavy" panose="020B0903020102020204" pitchFamily="34" charset="0"/>
              </a:rPr>
              <a:t>Research Gap</a:t>
            </a:r>
          </a:p>
        </p:txBody>
      </p:sp>
    </p:spTree>
    <p:extLst>
      <p:ext uri="{BB962C8B-B14F-4D97-AF65-F5344CB8AC3E}">
        <p14:creationId xmlns:p14="http://schemas.microsoft.com/office/powerpoint/2010/main" val="33748547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05FD2-0313-C40E-2526-A7B7ED05C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5B0939-D2E9-3B21-2712-05901D8068A6}"/>
              </a:ext>
            </a:extLst>
          </p:cNvPr>
          <p:cNvSpPr txBox="1"/>
          <p:nvPr/>
        </p:nvSpPr>
        <p:spPr>
          <a:xfrm>
            <a:off x="922450" y="514013"/>
            <a:ext cx="60949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latin typeface="Franklin Gothic Heavy" panose="020B0903020102020204" pitchFamily="34" charset="0"/>
              </a:rPr>
              <a:t>Existing System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B3D6833-C8F4-2C65-4968-224CF64996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011" y="1094694"/>
            <a:ext cx="4629150" cy="4886325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6C347A2-5BA9-FC50-B7C4-765A58B61097}"/>
              </a:ext>
            </a:extLst>
          </p:cNvPr>
          <p:cNvCxnSpPr>
            <a:cxnSpLocks/>
          </p:cNvCxnSpPr>
          <p:nvPr/>
        </p:nvCxnSpPr>
        <p:spPr>
          <a:xfrm>
            <a:off x="5609771" y="3178827"/>
            <a:ext cx="6132218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8A6FF5F-8689-8FED-2769-F46E4993F55B}"/>
              </a:ext>
            </a:extLst>
          </p:cNvPr>
          <p:cNvCxnSpPr>
            <a:cxnSpLocks/>
          </p:cNvCxnSpPr>
          <p:nvPr/>
        </p:nvCxnSpPr>
        <p:spPr>
          <a:xfrm>
            <a:off x="5609771" y="4488741"/>
            <a:ext cx="6132218" cy="0"/>
          </a:xfrm>
          <a:prstGeom prst="line">
            <a:avLst/>
          </a:prstGeom>
          <a:ln>
            <a:solidFill>
              <a:srgbClr val="92D05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DACE29B-3C48-651E-AA1D-502423D71642}"/>
              </a:ext>
            </a:extLst>
          </p:cNvPr>
          <p:cNvCxnSpPr>
            <a:cxnSpLocks/>
          </p:cNvCxnSpPr>
          <p:nvPr/>
        </p:nvCxnSpPr>
        <p:spPr>
          <a:xfrm>
            <a:off x="5646057" y="5736971"/>
            <a:ext cx="6059647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F0A5052-3901-C202-3928-D8AA5211CDAD}"/>
              </a:ext>
            </a:extLst>
          </p:cNvPr>
          <p:cNvCxnSpPr>
            <a:cxnSpLocks/>
          </p:cNvCxnSpPr>
          <p:nvPr/>
        </p:nvCxnSpPr>
        <p:spPr>
          <a:xfrm>
            <a:off x="5573486" y="1847141"/>
            <a:ext cx="6132218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79DF5E9F-B430-91AD-6077-39A9640841E7}"/>
              </a:ext>
            </a:extLst>
          </p:cNvPr>
          <p:cNvSpPr txBox="1"/>
          <p:nvPr/>
        </p:nvSpPr>
        <p:spPr>
          <a:xfrm>
            <a:off x="5573486" y="1432844"/>
            <a:ext cx="4644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00B0F0"/>
                </a:solidFill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rPr>
              <a:t>01</a:t>
            </a:r>
            <a:endParaRPr lang="en-IN" dirty="0">
              <a:solidFill>
                <a:srgbClr val="00B0F0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4C4D5E1-8813-339D-EA4A-9A2209B6C100}"/>
              </a:ext>
            </a:extLst>
          </p:cNvPr>
          <p:cNvSpPr txBox="1"/>
          <p:nvPr/>
        </p:nvSpPr>
        <p:spPr>
          <a:xfrm>
            <a:off x="5587999" y="4020534"/>
            <a:ext cx="4354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81E552"/>
                </a:solidFill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rPr>
              <a:t>03</a:t>
            </a:r>
            <a:endParaRPr lang="en-IN" dirty="0">
              <a:solidFill>
                <a:srgbClr val="81E552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C945A28-6CBF-CAE9-9267-95CFE66EE2C9}"/>
              </a:ext>
            </a:extLst>
          </p:cNvPr>
          <p:cNvSpPr txBox="1"/>
          <p:nvPr/>
        </p:nvSpPr>
        <p:spPr>
          <a:xfrm>
            <a:off x="5573486" y="2742757"/>
            <a:ext cx="4644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rPr>
              <a:t>02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9F72C7D-6821-3EEB-636B-2027FCDBB43B}"/>
              </a:ext>
            </a:extLst>
          </p:cNvPr>
          <p:cNvSpPr txBox="1"/>
          <p:nvPr/>
        </p:nvSpPr>
        <p:spPr>
          <a:xfrm>
            <a:off x="5638800" y="5268764"/>
            <a:ext cx="457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1" dirty="0">
                <a:solidFill>
                  <a:srgbClr val="FFC000"/>
                </a:solidFill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rPr>
              <a:t>04</a:t>
            </a:r>
            <a:endParaRPr lang="en-IN" dirty="0">
              <a:solidFill>
                <a:srgbClr val="FFC000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11C226C-02E8-D23E-4733-3FF48D49847F}"/>
              </a:ext>
            </a:extLst>
          </p:cNvPr>
          <p:cNvSpPr txBox="1"/>
          <p:nvPr/>
        </p:nvSpPr>
        <p:spPr>
          <a:xfrm>
            <a:off x="9898743" y="1535531"/>
            <a:ext cx="19585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solidFill>
                  <a:srgbClr val="00B0F0"/>
                </a:solidFill>
                <a:latin typeface="Franklin Gothic Heavy" panose="020B0903020102020204" pitchFamily="34" charset="0"/>
              </a:rPr>
              <a:t>Fuse Protection</a:t>
            </a:r>
            <a:endParaRPr lang="en-IN" dirty="0">
              <a:solidFill>
                <a:srgbClr val="00B0F0"/>
              </a:solidFill>
              <a:latin typeface="Franklin Gothic Heavy" panose="020B090302010202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44F3872-2C80-848B-89F8-A9689E00D126}"/>
              </a:ext>
            </a:extLst>
          </p:cNvPr>
          <p:cNvSpPr txBox="1"/>
          <p:nvPr/>
        </p:nvSpPr>
        <p:spPr>
          <a:xfrm>
            <a:off x="9064171" y="2816094"/>
            <a:ext cx="27858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solidFill>
                  <a:srgbClr val="FF0000"/>
                </a:solidFill>
                <a:latin typeface="Franklin Gothic Heavy" panose="020B0903020102020204" pitchFamily="34" charset="0"/>
              </a:rPr>
              <a:t>Current</a:t>
            </a:r>
            <a:r>
              <a:rPr lang="en-GB" sz="1800" dirty="0">
                <a:solidFill>
                  <a:srgbClr val="000000"/>
                </a:solidFill>
                <a:latin typeface="Franklin Gothic Heavy" panose="020B0903020102020204" pitchFamily="34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Franklin Gothic Heavy" panose="020B0903020102020204" pitchFamily="34" charset="0"/>
              </a:rPr>
              <a:t>Limiting</a:t>
            </a:r>
            <a:r>
              <a:rPr lang="en-GB" sz="1800" dirty="0">
                <a:solidFill>
                  <a:srgbClr val="000000"/>
                </a:solidFill>
                <a:latin typeface="Franklin Gothic Heavy" panose="020B0903020102020204" pitchFamily="34" charset="0"/>
              </a:rPr>
              <a:t> </a:t>
            </a:r>
            <a:r>
              <a:rPr lang="en-GB" sz="1800" dirty="0">
                <a:solidFill>
                  <a:srgbClr val="FF0000"/>
                </a:solidFill>
                <a:latin typeface="Franklin Gothic Heavy" panose="020B0903020102020204" pitchFamily="34" charset="0"/>
              </a:rPr>
              <a:t>Circuit</a:t>
            </a:r>
            <a:endParaRPr lang="en-IN" dirty="0">
              <a:solidFill>
                <a:srgbClr val="FF0000"/>
              </a:solidFill>
              <a:latin typeface="Franklin Gothic Heavy" panose="020B0903020102020204" pitchFamily="34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27EF776-D5CD-4013-1A5A-5B8BF82B1BFA}"/>
              </a:ext>
            </a:extLst>
          </p:cNvPr>
          <p:cNvSpPr txBox="1"/>
          <p:nvPr/>
        </p:nvSpPr>
        <p:spPr>
          <a:xfrm>
            <a:off x="9006114" y="4141181"/>
            <a:ext cx="28438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solidFill>
                  <a:srgbClr val="81E552"/>
                </a:solidFill>
                <a:latin typeface="Franklin Gothic Heavy" panose="020B0903020102020204" pitchFamily="34" charset="0"/>
              </a:rPr>
              <a:t>Electronic Safety Relays</a:t>
            </a:r>
            <a:endParaRPr lang="en-IN" dirty="0">
              <a:solidFill>
                <a:srgbClr val="81E552"/>
              </a:solidFill>
              <a:latin typeface="Franklin Gothic Heavy" panose="020B0903020102020204" pitchFamily="34" charset="0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5ABB0BC5-1210-1C71-897C-EE585120D0AB}"/>
              </a:ext>
            </a:extLst>
          </p:cNvPr>
          <p:cNvSpPr txBox="1"/>
          <p:nvPr/>
        </p:nvSpPr>
        <p:spPr>
          <a:xfrm>
            <a:off x="9111342" y="5367639"/>
            <a:ext cx="26914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solidFill>
                  <a:srgbClr val="FFC000"/>
                </a:solidFill>
                <a:latin typeface="Franklin Gothic Heavy" panose="020B0903020102020204" pitchFamily="34" charset="0"/>
              </a:rPr>
              <a:t>Ground Fault Detection</a:t>
            </a:r>
            <a:endParaRPr lang="en-IN" dirty="0">
              <a:solidFill>
                <a:srgbClr val="FFC000"/>
              </a:solidFill>
              <a:latin typeface="Franklin Gothic Heavy" panose="020B0903020102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9243F11-D416-5BE1-CF4D-406C32AEBE51}"/>
              </a:ext>
            </a:extLst>
          </p:cNvPr>
          <p:cNvSpPr txBox="1"/>
          <p:nvPr/>
        </p:nvSpPr>
        <p:spPr>
          <a:xfrm>
            <a:off x="7387772" y="1893307"/>
            <a:ext cx="43542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solidFill>
                  <a:srgbClr val="000000"/>
                </a:solidFill>
                <a:latin typeface="Arial Rounded MT Bold" panose="020F0704030504030204" pitchFamily="34" charset="0"/>
              </a:rPr>
              <a:t>A fuse blows to prevent damage from </a:t>
            </a:r>
          </a:p>
          <a:p>
            <a:pPr algn="r"/>
            <a:r>
              <a:rPr lang="en-GB" sz="1800" dirty="0">
                <a:solidFill>
                  <a:srgbClr val="000000"/>
                </a:solidFill>
                <a:latin typeface="Arial Rounded MT Bold" panose="020F0704030504030204" pitchFamily="34" charset="0"/>
              </a:rPr>
              <a:t>excessive current</a:t>
            </a:r>
            <a:endParaRPr lang="en-IN" dirty="0">
              <a:latin typeface="Arial Rounded MT Bold" panose="020F070403050403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65FD5C1-6153-D471-EDB7-CAE622394DE7}"/>
              </a:ext>
            </a:extLst>
          </p:cNvPr>
          <p:cNvSpPr txBox="1"/>
          <p:nvPr/>
        </p:nvSpPr>
        <p:spPr>
          <a:xfrm>
            <a:off x="7844972" y="3214776"/>
            <a:ext cx="395786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dirty="0">
                <a:solidFill>
                  <a:srgbClr val="000000"/>
                </a:solidFill>
                <a:latin typeface="Arial Rounded MT Bold" panose="020F0704030504030204" pitchFamily="34" charset="0"/>
              </a:rPr>
              <a:t>Limits current to protect sensitive</a:t>
            </a:r>
          </a:p>
          <a:p>
            <a:pPr algn="r"/>
            <a:r>
              <a:rPr lang="en-GB" sz="1800" dirty="0">
                <a:solidFill>
                  <a:srgbClr val="000000"/>
                </a:solidFill>
                <a:latin typeface="Arial Rounded MT Bold" panose="020F0704030504030204" pitchFamily="34" charset="0"/>
              </a:rPr>
              <a:t> components</a:t>
            </a:r>
            <a:endParaRPr lang="en-IN" dirty="0">
              <a:latin typeface="Arial Rounded MT Bold" panose="020F0704030504030204" pitchFamily="34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9A95E54-D1E4-0698-F839-D69879EB901B}"/>
              </a:ext>
            </a:extLst>
          </p:cNvPr>
          <p:cNvSpPr txBox="1"/>
          <p:nvPr/>
        </p:nvSpPr>
        <p:spPr>
          <a:xfrm>
            <a:off x="5549902" y="5828223"/>
            <a:ext cx="63073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dirty="0">
                <a:solidFill>
                  <a:srgbClr val="000000"/>
                </a:solidFill>
                <a:latin typeface="Arial Rounded MT Bold" panose="020F0704030504030204" pitchFamily="34" charset="0"/>
              </a:rPr>
              <a:t>Monitors the system for unintended paths to ground, preventing potential short circuits or electrical hazards</a:t>
            </a:r>
            <a:endParaRPr lang="en-IN" dirty="0">
              <a:latin typeface="Arial Rounded MT Bold" panose="020F070403050403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3C85E27-18DD-068D-7E3F-101B9668574A}"/>
              </a:ext>
            </a:extLst>
          </p:cNvPr>
          <p:cNvSpPr txBox="1"/>
          <p:nvPr/>
        </p:nvSpPr>
        <p:spPr>
          <a:xfrm>
            <a:off x="5646057" y="4417942"/>
            <a:ext cx="6096000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3350" lvl="0" algn="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</a:pPr>
            <a:r>
              <a:rPr lang="en-GB" sz="1800" dirty="0">
                <a:solidFill>
                  <a:srgbClr val="000000"/>
                </a:solidFill>
                <a:latin typeface="Arial Rounded MT Bold" panose="020F0704030504030204" pitchFamily="34" charset="0"/>
              </a:rPr>
              <a:t>Disconnect the power circuit during faults to protect electrical systems. 4o mini</a:t>
            </a:r>
          </a:p>
        </p:txBody>
      </p:sp>
    </p:spTree>
    <p:extLst>
      <p:ext uri="{BB962C8B-B14F-4D97-AF65-F5344CB8AC3E}">
        <p14:creationId xmlns:p14="http://schemas.microsoft.com/office/powerpoint/2010/main" val="3239066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110A5-21B7-531B-910A-CD8DD86D2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199FB3-298C-6F93-9403-9DB1A9FB1B78}"/>
              </a:ext>
            </a:extLst>
          </p:cNvPr>
          <p:cNvSpPr txBox="1"/>
          <p:nvPr/>
        </p:nvSpPr>
        <p:spPr>
          <a:xfrm>
            <a:off x="573494" y="364172"/>
            <a:ext cx="60949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latin typeface="Franklin Gothic Heavy" panose="020B0903020102020204" pitchFamily="34" charset="0"/>
              </a:rPr>
              <a:t>Proposed Solution </a:t>
            </a:r>
          </a:p>
        </p:txBody>
      </p:sp>
      <p:grpSp>
        <p:nvGrpSpPr>
          <p:cNvPr id="4" name="Google Shape;2066;p46">
            <a:extLst>
              <a:ext uri="{FF2B5EF4-FFF2-40B4-BE49-F238E27FC236}">
                <a16:creationId xmlns:a16="http://schemas.microsoft.com/office/drawing/2014/main" id="{A2BBFCBE-00C2-43A2-670A-74EC7B9BAECE}"/>
              </a:ext>
            </a:extLst>
          </p:cNvPr>
          <p:cNvGrpSpPr/>
          <p:nvPr/>
        </p:nvGrpSpPr>
        <p:grpSpPr>
          <a:xfrm>
            <a:off x="878115" y="1602406"/>
            <a:ext cx="10638971" cy="4689537"/>
            <a:chOff x="457200" y="1465097"/>
            <a:chExt cx="8229600" cy="3261300"/>
          </a:xfrm>
        </p:grpSpPr>
        <p:sp>
          <p:nvSpPr>
            <p:cNvPr id="5" name="Google Shape;2067;p46">
              <a:extLst>
                <a:ext uri="{FF2B5EF4-FFF2-40B4-BE49-F238E27FC236}">
                  <a16:creationId xmlns:a16="http://schemas.microsoft.com/office/drawing/2014/main" id="{C134924E-459A-EB19-1B2A-CA6EBDBC6DF4}"/>
                </a:ext>
              </a:extLst>
            </p:cNvPr>
            <p:cNvSpPr/>
            <p:nvPr/>
          </p:nvSpPr>
          <p:spPr>
            <a:xfrm>
              <a:off x="3246150" y="1769897"/>
              <a:ext cx="2651700" cy="2651700"/>
            </a:xfrm>
            <a:prstGeom prst="ellipse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2068;p46">
              <a:extLst>
                <a:ext uri="{FF2B5EF4-FFF2-40B4-BE49-F238E27FC236}">
                  <a16:creationId xmlns:a16="http://schemas.microsoft.com/office/drawing/2014/main" id="{7D83D76E-CA16-B7C8-4094-3ED4560B2C84}"/>
                </a:ext>
              </a:extLst>
            </p:cNvPr>
            <p:cNvSpPr/>
            <p:nvPr/>
          </p:nvSpPr>
          <p:spPr>
            <a:xfrm>
              <a:off x="457200" y="1465097"/>
              <a:ext cx="2222700" cy="691200"/>
            </a:xfrm>
            <a:prstGeom prst="roundRect">
              <a:avLst>
                <a:gd name="adj" fmla="val 5000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2069;p46">
              <a:extLst>
                <a:ext uri="{FF2B5EF4-FFF2-40B4-BE49-F238E27FC236}">
                  <a16:creationId xmlns:a16="http://schemas.microsoft.com/office/drawing/2014/main" id="{CB04B820-03D3-4B17-277A-159067E9B421}"/>
                </a:ext>
              </a:extLst>
            </p:cNvPr>
            <p:cNvSpPr/>
            <p:nvPr/>
          </p:nvSpPr>
          <p:spPr>
            <a:xfrm>
              <a:off x="457200" y="2750147"/>
              <a:ext cx="2222700" cy="691200"/>
            </a:xfrm>
            <a:prstGeom prst="roundRect">
              <a:avLst>
                <a:gd name="adj" fmla="val 5000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2070;p46">
              <a:extLst>
                <a:ext uri="{FF2B5EF4-FFF2-40B4-BE49-F238E27FC236}">
                  <a16:creationId xmlns:a16="http://schemas.microsoft.com/office/drawing/2014/main" id="{B8FAAC21-CF57-286D-C6AA-42C7EDF52D2C}"/>
                </a:ext>
              </a:extLst>
            </p:cNvPr>
            <p:cNvSpPr/>
            <p:nvPr/>
          </p:nvSpPr>
          <p:spPr>
            <a:xfrm>
              <a:off x="457200" y="4035197"/>
              <a:ext cx="2222700" cy="691200"/>
            </a:xfrm>
            <a:prstGeom prst="roundRect">
              <a:avLst>
                <a:gd name="adj" fmla="val 5000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2071;p46">
              <a:extLst>
                <a:ext uri="{FF2B5EF4-FFF2-40B4-BE49-F238E27FC236}">
                  <a16:creationId xmlns:a16="http://schemas.microsoft.com/office/drawing/2014/main" id="{F94FDBAB-5EC6-2559-3E08-6BFFC223AD38}"/>
                </a:ext>
              </a:extLst>
            </p:cNvPr>
            <p:cNvSpPr/>
            <p:nvPr/>
          </p:nvSpPr>
          <p:spPr>
            <a:xfrm>
              <a:off x="6464100" y="1465097"/>
              <a:ext cx="2222700" cy="691200"/>
            </a:xfrm>
            <a:prstGeom prst="roundRect">
              <a:avLst>
                <a:gd name="adj" fmla="val 5000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2072;p46">
              <a:extLst>
                <a:ext uri="{FF2B5EF4-FFF2-40B4-BE49-F238E27FC236}">
                  <a16:creationId xmlns:a16="http://schemas.microsoft.com/office/drawing/2014/main" id="{312B2AAA-C149-B5EE-CE32-921B51402FE9}"/>
                </a:ext>
              </a:extLst>
            </p:cNvPr>
            <p:cNvSpPr/>
            <p:nvPr/>
          </p:nvSpPr>
          <p:spPr>
            <a:xfrm>
              <a:off x="6464100" y="2750147"/>
              <a:ext cx="2222700" cy="691200"/>
            </a:xfrm>
            <a:prstGeom prst="roundRect">
              <a:avLst>
                <a:gd name="adj" fmla="val 5000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2073;p46">
              <a:extLst>
                <a:ext uri="{FF2B5EF4-FFF2-40B4-BE49-F238E27FC236}">
                  <a16:creationId xmlns:a16="http://schemas.microsoft.com/office/drawing/2014/main" id="{EA5BAAF2-5461-F3AD-4C08-21D301E243B3}"/>
                </a:ext>
              </a:extLst>
            </p:cNvPr>
            <p:cNvSpPr/>
            <p:nvPr/>
          </p:nvSpPr>
          <p:spPr>
            <a:xfrm>
              <a:off x="6464100" y="4035197"/>
              <a:ext cx="2222700" cy="691200"/>
            </a:xfrm>
            <a:prstGeom prst="roundRect">
              <a:avLst>
                <a:gd name="adj" fmla="val 5000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2" name="Google Shape;2074;p46">
              <a:extLst>
                <a:ext uri="{FF2B5EF4-FFF2-40B4-BE49-F238E27FC236}">
                  <a16:creationId xmlns:a16="http://schemas.microsoft.com/office/drawing/2014/main" id="{DCBF1A93-A363-561A-EC02-B9BF57D8FFB6}"/>
                </a:ext>
              </a:extLst>
            </p:cNvPr>
            <p:cNvCxnSpPr>
              <a:stCxn id="6" idx="3"/>
              <a:endCxn id="5" idx="1"/>
            </p:cNvCxnSpPr>
            <p:nvPr/>
          </p:nvCxnSpPr>
          <p:spPr>
            <a:xfrm>
              <a:off x="2679900" y="1810697"/>
              <a:ext cx="954600" cy="347400"/>
            </a:xfrm>
            <a:prstGeom prst="bentConnector2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2075;p46">
              <a:extLst>
                <a:ext uri="{FF2B5EF4-FFF2-40B4-BE49-F238E27FC236}">
                  <a16:creationId xmlns:a16="http://schemas.microsoft.com/office/drawing/2014/main" id="{52BCBFAA-95AF-1652-860D-D595D4260841}"/>
                </a:ext>
              </a:extLst>
            </p:cNvPr>
            <p:cNvCxnSpPr>
              <a:stCxn id="7" idx="3"/>
              <a:endCxn id="5" idx="2"/>
            </p:cNvCxnSpPr>
            <p:nvPr/>
          </p:nvCxnSpPr>
          <p:spPr>
            <a:xfrm>
              <a:off x="2679900" y="3095747"/>
              <a:ext cx="566400" cy="600"/>
            </a:xfrm>
            <a:prstGeom prst="bentConnector3">
              <a:avLst>
                <a:gd name="adj1" fmla="val 49987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Google Shape;2076;p46">
              <a:extLst>
                <a:ext uri="{FF2B5EF4-FFF2-40B4-BE49-F238E27FC236}">
                  <a16:creationId xmlns:a16="http://schemas.microsoft.com/office/drawing/2014/main" id="{A41AFA71-FA08-8964-AEFE-90636C870803}"/>
                </a:ext>
              </a:extLst>
            </p:cNvPr>
            <p:cNvCxnSpPr>
              <a:stCxn id="8" idx="3"/>
              <a:endCxn id="5" idx="3"/>
            </p:cNvCxnSpPr>
            <p:nvPr/>
          </p:nvCxnSpPr>
          <p:spPr>
            <a:xfrm rot="10800000" flipH="1">
              <a:off x="2679900" y="4033397"/>
              <a:ext cx="954600" cy="347400"/>
            </a:xfrm>
            <a:prstGeom prst="bentConnector2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2077;p46">
              <a:extLst>
                <a:ext uri="{FF2B5EF4-FFF2-40B4-BE49-F238E27FC236}">
                  <a16:creationId xmlns:a16="http://schemas.microsoft.com/office/drawing/2014/main" id="{526AF900-FFC1-9D67-72F2-F6939494299D}"/>
                </a:ext>
              </a:extLst>
            </p:cNvPr>
            <p:cNvCxnSpPr>
              <a:stCxn id="9" idx="1"/>
              <a:endCxn id="5" idx="7"/>
            </p:cNvCxnSpPr>
            <p:nvPr/>
          </p:nvCxnSpPr>
          <p:spPr>
            <a:xfrm flipH="1">
              <a:off x="5509500" y="1810697"/>
              <a:ext cx="954600" cy="347400"/>
            </a:xfrm>
            <a:prstGeom prst="bentConnector2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2078;p46">
              <a:extLst>
                <a:ext uri="{FF2B5EF4-FFF2-40B4-BE49-F238E27FC236}">
                  <a16:creationId xmlns:a16="http://schemas.microsoft.com/office/drawing/2014/main" id="{DE144AF3-E5A7-C185-755B-CC7618E1C0E7}"/>
                </a:ext>
              </a:extLst>
            </p:cNvPr>
            <p:cNvCxnSpPr>
              <a:stCxn id="10" idx="1"/>
              <a:endCxn id="5" idx="6"/>
            </p:cNvCxnSpPr>
            <p:nvPr/>
          </p:nvCxnSpPr>
          <p:spPr>
            <a:xfrm flipH="1">
              <a:off x="5898000" y="3095747"/>
              <a:ext cx="566100" cy="600"/>
            </a:xfrm>
            <a:prstGeom prst="bentConnector3">
              <a:avLst>
                <a:gd name="adj1" fmla="val 49987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" name="Google Shape;2079;p46">
              <a:extLst>
                <a:ext uri="{FF2B5EF4-FFF2-40B4-BE49-F238E27FC236}">
                  <a16:creationId xmlns:a16="http://schemas.microsoft.com/office/drawing/2014/main" id="{6D5022EA-78E2-F77F-64B8-1F8CA79888E6}"/>
                </a:ext>
              </a:extLst>
            </p:cNvPr>
            <p:cNvCxnSpPr>
              <a:stCxn id="11" idx="1"/>
              <a:endCxn id="5" idx="5"/>
            </p:cNvCxnSpPr>
            <p:nvPr/>
          </p:nvCxnSpPr>
          <p:spPr>
            <a:xfrm rot="10800000">
              <a:off x="5509500" y="4033397"/>
              <a:ext cx="954600" cy="347400"/>
            </a:xfrm>
            <a:prstGeom prst="bentConnector2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8" name="Google Shape;2080;p46">
              <a:extLst>
                <a:ext uri="{FF2B5EF4-FFF2-40B4-BE49-F238E27FC236}">
                  <a16:creationId xmlns:a16="http://schemas.microsoft.com/office/drawing/2014/main" id="{E1AB75BA-F8A6-3E4B-9D20-E22B608CA917}"/>
                </a:ext>
              </a:extLst>
            </p:cNvPr>
            <p:cNvSpPr/>
            <p:nvPr/>
          </p:nvSpPr>
          <p:spPr>
            <a:xfrm>
              <a:off x="3342900" y="1866962"/>
              <a:ext cx="2458200" cy="2458200"/>
            </a:xfrm>
            <a:prstGeom prst="ellipse">
              <a:avLst/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9" name="Google Shape;2089;p46">
            <a:extLst>
              <a:ext uri="{FF2B5EF4-FFF2-40B4-BE49-F238E27FC236}">
                <a16:creationId xmlns:a16="http://schemas.microsoft.com/office/drawing/2014/main" id="{F70FE54B-6983-F692-1B91-E02C5C74BE49}"/>
              </a:ext>
            </a:extLst>
          </p:cNvPr>
          <p:cNvGrpSpPr/>
          <p:nvPr/>
        </p:nvGrpSpPr>
        <p:grpSpPr>
          <a:xfrm>
            <a:off x="3261200" y="2293407"/>
            <a:ext cx="5686857" cy="2863380"/>
            <a:chOff x="2473200" y="2171217"/>
            <a:chExt cx="4197592" cy="1699046"/>
          </a:xfrm>
        </p:grpSpPr>
        <p:sp>
          <p:nvSpPr>
            <p:cNvPr id="20" name="Google Shape;2090;p46">
              <a:extLst>
                <a:ext uri="{FF2B5EF4-FFF2-40B4-BE49-F238E27FC236}">
                  <a16:creationId xmlns:a16="http://schemas.microsoft.com/office/drawing/2014/main" id="{FD57FD7E-1B48-6F4D-9D9B-A4D1A6AD05A2}"/>
                </a:ext>
              </a:extLst>
            </p:cNvPr>
            <p:cNvSpPr/>
            <p:nvPr/>
          </p:nvSpPr>
          <p:spPr>
            <a:xfrm>
              <a:off x="5184400" y="2300170"/>
              <a:ext cx="125910" cy="180576"/>
            </a:xfrm>
            <a:custGeom>
              <a:avLst/>
              <a:gdLst/>
              <a:ahLst/>
              <a:cxnLst/>
              <a:rect l="l" t="t" r="r" b="b"/>
              <a:pathLst>
                <a:path w="1200" h="1721" fill="none" extrusionOk="0">
                  <a:moveTo>
                    <a:pt x="1199" y="1721"/>
                  </a:moveTo>
                  <a:lnTo>
                    <a:pt x="1" y="768"/>
                  </a:lnTo>
                  <a:lnTo>
                    <a:pt x="923" y="0"/>
                  </a:lnTo>
                  <a:lnTo>
                    <a:pt x="1199" y="172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091;p46">
              <a:extLst>
                <a:ext uri="{FF2B5EF4-FFF2-40B4-BE49-F238E27FC236}">
                  <a16:creationId xmlns:a16="http://schemas.microsoft.com/office/drawing/2014/main" id="{BEF034AC-8B94-5499-E8FF-45A4F9D90CA9}"/>
                </a:ext>
              </a:extLst>
            </p:cNvPr>
            <p:cNvSpPr/>
            <p:nvPr/>
          </p:nvSpPr>
          <p:spPr>
            <a:xfrm>
              <a:off x="5042646" y="3267263"/>
              <a:ext cx="148364" cy="25916"/>
            </a:xfrm>
            <a:custGeom>
              <a:avLst/>
              <a:gdLst/>
              <a:ahLst/>
              <a:cxnLst/>
              <a:rect l="l" t="t" r="r" b="b"/>
              <a:pathLst>
                <a:path w="1414" h="247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62" y="155"/>
                  </a:lnTo>
                  <a:lnTo>
                    <a:pt x="1198" y="247"/>
                  </a:lnTo>
                  <a:lnTo>
                    <a:pt x="1198" y="247"/>
                  </a:lnTo>
                  <a:lnTo>
                    <a:pt x="1413" y="93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092;p46">
              <a:extLst>
                <a:ext uri="{FF2B5EF4-FFF2-40B4-BE49-F238E27FC236}">
                  <a16:creationId xmlns:a16="http://schemas.microsoft.com/office/drawing/2014/main" id="{9AB596F3-C70B-B66F-9C3B-F36F9F66EEAA}"/>
                </a:ext>
              </a:extLst>
            </p:cNvPr>
            <p:cNvSpPr/>
            <p:nvPr/>
          </p:nvSpPr>
          <p:spPr>
            <a:xfrm>
              <a:off x="4958810" y="2777263"/>
              <a:ext cx="16158" cy="16263"/>
            </a:xfrm>
            <a:custGeom>
              <a:avLst/>
              <a:gdLst/>
              <a:ahLst/>
              <a:cxnLst/>
              <a:rect l="l" t="t" r="r" b="b"/>
              <a:pathLst>
                <a:path w="154" h="155" extrusionOk="0">
                  <a:moveTo>
                    <a:pt x="92" y="1"/>
                  </a:moveTo>
                  <a:lnTo>
                    <a:pt x="0" y="124"/>
                  </a:lnTo>
                  <a:lnTo>
                    <a:pt x="31" y="154"/>
                  </a:lnTo>
                  <a:lnTo>
                    <a:pt x="62" y="62"/>
                  </a:lnTo>
                  <a:lnTo>
                    <a:pt x="154" y="62"/>
                  </a:lnTo>
                  <a:lnTo>
                    <a:pt x="92" y="1"/>
                  </a:lnTo>
                  <a:close/>
                </a:path>
              </a:pathLst>
            </a:custGeom>
            <a:solidFill>
              <a:srgbClr val="9EAFB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093;p46">
              <a:extLst>
                <a:ext uri="{FF2B5EF4-FFF2-40B4-BE49-F238E27FC236}">
                  <a16:creationId xmlns:a16="http://schemas.microsoft.com/office/drawing/2014/main" id="{6DF2285C-F217-8B6B-97A6-34D2C87E3B57}"/>
                </a:ext>
              </a:extLst>
            </p:cNvPr>
            <p:cNvSpPr/>
            <p:nvPr/>
          </p:nvSpPr>
          <p:spPr>
            <a:xfrm>
              <a:off x="4958810" y="2777263"/>
              <a:ext cx="16158" cy="16263"/>
            </a:xfrm>
            <a:custGeom>
              <a:avLst/>
              <a:gdLst/>
              <a:ahLst/>
              <a:cxnLst/>
              <a:rect l="l" t="t" r="r" b="b"/>
              <a:pathLst>
                <a:path w="154" h="155" fill="none" extrusionOk="0">
                  <a:moveTo>
                    <a:pt x="92" y="1"/>
                  </a:moveTo>
                  <a:lnTo>
                    <a:pt x="0" y="124"/>
                  </a:lnTo>
                  <a:lnTo>
                    <a:pt x="0" y="124"/>
                  </a:lnTo>
                  <a:lnTo>
                    <a:pt x="31" y="154"/>
                  </a:lnTo>
                  <a:lnTo>
                    <a:pt x="62" y="62"/>
                  </a:lnTo>
                  <a:lnTo>
                    <a:pt x="154" y="62"/>
                  </a:lnTo>
                  <a:lnTo>
                    <a:pt x="9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094;p46">
              <a:extLst>
                <a:ext uri="{FF2B5EF4-FFF2-40B4-BE49-F238E27FC236}">
                  <a16:creationId xmlns:a16="http://schemas.microsoft.com/office/drawing/2014/main" id="{99F8A749-6D55-C60A-4095-0AE7E31FB8BD}"/>
                </a:ext>
              </a:extLst>
            </p:cNvPr>
            <p:cNvSpPr/>
            <p:nvPr/>
          </p:nvSpPr>
          <p:spPr>
            <a:xfrm>
              <a:off x="2908348" y="3422027"/>
              <a:ext cx="312781" cy="312886"/>
            </a:xfrm>
            <a:custGeom>
              <a:avLst/>
              <a:gdLst/>
              <a:ahLst/>
              <a:cxnLst/>
              <a:rect l="l" t="t" r="r" b="b"/>
              <a:pathLst>
                <a:path w="2981" h="2982" extrusionOk="0">
                  <a:moveTo>
                    <a:pt x="1506" y="1"/>
                  </a:moveTo>
                  <a:lnTo>
                    <a:pt x="1199" y="32"/>
                  </a:lnTo>
                  <a:lnTo>
                    <a:pt x="922" y="124"/>
                  </a:lnTo>
                  <a:lnTo>
                    <a:pt x="677" y="247"/>
                  </a:lnTo>
                  <a:lnTo>
                    <a:pt x="461" y="431"/>
                  </a:lnTo>
                  <a:lnTo>
                    <a:pt x="277" y="646"/>
                  </a:lnTo>
                  <a:lnTo>
                    <a:pt x="124" y="892"/>
                  </a:lnTo>
                  <a:lnTo>
                    <a:pt x="31" y="1199"/>
                  </a:lnTo>
                  <a:lnTo>
                    <a:pt x="1" y="1476"/>
                  </a:lnTo>
                  <a:lnTo>
                    <a:pt x="31" y="1783"/>
                  </a:lnTo>
                  <a:lnTo>
                    <a:pt x="124" y="2059"/>
                  </a:lnTo>
                  <a:lnTo>
                    <a:pt x="277" y="2305"/>
                  </a:lnTo>
                  <a:lnTo>
                    <a:pt x="461" y="2551"/>
                  </a:lnTo>
                  <a:lnTo>
                    <a:pt x="677" y="2735"/>
                  </a:lnTo>
                  <a:lnTo>
                    <a:pt x="922" y="2858"/>
                  </a:lnTo>
                  <a:lnTo>
                    <a:pt x="1199" y="2951"/>
                  </a:lnTo>
                  <a:lnTo>
                    <a:pt x="1506" y="2981"/>
                  </a:lnTo>
                  <a:lnTo>
                    <a:pt x="1813" y="2951"/>
                  </a:lnTo>
                  <a:lnTo>
                    <a:pt x="2090" y="2858"/>
                  </a:lnTo>
                  <a:lnTo>
                    <a:pt x="2336" y="2735"/>
                  </a:lnTo>
                  <a:lnTo>
                    <a:pt x="2551" y="2551"/>
                  </a:lnTo>
                  <a:lnTo>
                    <a:pt x="2735" y="2305"/>
                  </a:lnTo>
                  <a:lnTo>
                    <a:pt x="2889" y="2059"/>
                  </a:lnTo>
                  <a:lnTo>
                    <a:pt x="2950" y="1783"/>
                  </a:lnTo>
                  <a:lnTo>
                    <a:pt x="2981" y="1476"/>
                  </a:lnTo>
                  <a:lnTo>
                    <a:pt x="2950" y="1199"/>
                  </a:lnTo>
                  <a:lnTo>
                    <a:pt x="2889" y="892"/>
                  </a:lnTo>
                  <a:lnTo>
                    <a:pt x="2735" y="646"/>
                  </a:lnTo>
                  <a:lnTo>
                    <a:pt x="2551" y="431"/>
                  </a:lnTo>
                  <a:lnTo>
                    <a:pt x="2336" y="247"/>
                  </a:lnTo>
                  <a:lnTo>
                    <a:pt x="2090" y="124"/>
                  </a:lnTo>
                  <a:lnTo>
                    <a:pt x="1813" y="32"/>
                  </a:lnTo>
                  <a:lnTo>
                    <a:pt x="1506" y="1"/>
                  </a:lnTo>
                  <a:close/>
                </a:path>
              </a:pathLst>
            </a:custGeom>
            <a:solidFill>
              <a:srgbClr val="668C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095;p46">
              <a:extLst>
                <a:ext uri="{FF2B5EF4-FFF2-40B4-BE49-F238E27FC236}">
                  <a16:creationId xmlns:a16="http://schemas.microsoft.com/office/drawing/2014/main" id="{F40DE252-AD14-3F49-F884-1411D955614B}"/>
                </a:ext>
              </a:extLst>
            </p:cNvPr>
            <p:cNvSpPr/>
            <p:nvPr/>
          </p:nvSpPr>
          <p:spPr>
            <a:xfrm>
              <a:off x="3137296" y="3370509"/>
              <a:ext cx="312781" cy="312781"/>
            </a:xfrm>
            <a:custGeom>
              <a:avLst/>
              <a:gdLst/>
              <a:ahLst/>
              <a:cxnLst/>
              <a:rect l="l" t="t" r="r" b="b"/>
              <a:pathLst>
                <a:path w="2981" h="2981" extrusionOk="0">
                  <a:moveTo>
                    <a:pt x="1475" y="0"/>
                  </a:moveTo>
                  <a:lnTo>
                    <a:pt x="1168" y="31"/>
                  </a:lnTo>
                  <a:lnTo>
                    <a:pt x="891" y="123"/>
                  </a:lnTo>
                  <a:lnTo>
                    <a:pt x="645" y="277"/>
                  </a:lnTo>
                  <a:lnTo>
                    <a:pt x="430" y="461"/>
                  </a:lnTo>
                  <a:lnTo>
                    <a:pt x="246" y="676"/>
                  </a:lnTo>
                  <a:lnTo>
                    <a:pt x="92" y="922"/>
                  </a:lnTo>
                  <a:lnTo>
                    <a:pt x="31" y="1199"/>
                  </a:lnTo>
                  <a:lnTo>
                    <a:pt x="0" y="1506"/>
                  </a:lnTo>
                  <a:lnTo>
                    <a:pt x="31" y="1813"/>
                  </a:lnTo>
                  <a:lnTo>
                    <a:pt x="92" y="2090"/>
                  </a:lnTo>
                  <a:lnTo>
                    <a:pt x="246" y="2335"/>
                  </a:lnTo>
                  <a:lnTo>
                    <a:pt x="430" y="2550"/>
                  </a:lnTo>
                  <a:lnTo>
                    <a:pt x="645" y="2735"/>
                  </a:lnTo>
                  <a:lnTo>
                    <a:pt x="891" y="2888"/>
                  </a:lnTo>
                  <a:lnTo>
                    <a:pt x="1168" y="2981"/>
                  </a:lnTo>
                  <a:lnTo>
                    <a:pt x="1782" y="2981"/>
                  </a:lnTo>
                  <a:lnTo>
                    <a:pt x="2059" y="2888"/>
                  </a:lnTo>
                  <a:lnTo>
                    <a:pt x="2305" y="2735"/>
                  </a:lnTo>
                  <a:lnTo>
                    <a:pt x="2520" y="2550"/>
                  </a:lnTo>
                  <a:lnTo>
                    <a:pt x="2704" y="2335"/>
                  </a:lnTo>
                  <a:lnTo>
                    <a:pt x="2858" y="2090"/>
                  </a:lnTo>
                  <a:lnTo>
                    <a:pt x="2950" y="1813"/>
                  </a:lnTo>
                  <a:lnTo>
                    <a:pt x="2981" y="1506"/>
                  </a:lnTo>
                  <a:lnTo>
                    <a:pt x="2950" y="1199"/>
                  </a:lnTo>
                  <a:lnTo>
                    <a:pt x="2858" y="922"/>
                  </a:lnTo>
                  <a:lnTo>
                    <a:pt x="2704" y="676"/>
                  </a:lnTo>
                  <a:lnTo>
                    <a:pt x="2520" y="461"/>
                  </a:lnTo>
                  <a:lnTo>
                    <a:pt x="2305" y="277"/>
                  </a:lnTo>
                  <a:lnTo>
                    <a:pt x="2059" y="123"/>
                  </a:lnTo>
                  <a:lnTo>
                    <a:pt x="1782" y="31"/>
                  </a:lnTo>
                  <a:lnTo>
                    <a:pt x="1475" y="0"/>
                  </a:lnTo>
                  <a:close/>
                </a:path>
              </a:pathLst>
            </a:custGeom>
            <a:solidFill>
              <a:srgbClr val="668C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096;p46">
              <a:extLst>
                <a:ext uri="{FF2B5EF4-FFF2-40B4-BE49-F238E27FC236}">
                  <a16:creationId xmlns:a16="http://schemas.microsoft.com/office/drawing/2014/main" id="{82BE11D1-0504-E9BB-2660-6E319217DB7C}"/>
                </a:ext>
              </a:extLst>
            </p:cNvPr>
            <p:cNvSpPr/>
            <p:nvPr/>
          </p:nvSpPr>
          <p:spPr>
            <a:xfrm>
              <a:off x="3137296" y="3370509"/>
              <a:ext cx="312781" cy="312781"/>
            </a:xfrm>
            <a:custGeom>
              <a:avLst/>
              <a:gdLst/>
              <a:ahLst/>
              <a:cxnLst/>
              <a:rect l="l" t="t" r="r" b="b"/>
              <a:pathLst>
                <a:path w="2981" h="2981" fill="none" extrusionOk="0">
                  <a:moveTo>
                    <a:pt x="2981" y="1506"/>
                  </a:moveTo>
                  <a:lnTo>
                    <a:pt x="2981" y="1506"/>
                  </a:lnTo>
                  <a:lnTo>
                    <a:pt x="2950" y="1199"/>
                  </a:lnTo>
                  <a:lnTo>
                    <a:pt x="2858" y="922"/>
                  </a:lnTo>
                  <a:lnTo>
                    <a:pt x="2704" y="676"/>
                  </a:lnTo>
                  <a:lnTo>
                    <a:pt x="2520" y="461"/>
                  </a:lnTo>
                  <a:lnTo>
                    <a:pt x="2305" y="277"/>
                  </a:lnTo>
                  <a:lnTo>
                    <a:pt x="2059" y="123"/>
                  </a:lnTo>
                  <a:lnTo>
                    <a:pt x="1782" y="31"/>
                  </a:lnTo>
                  <a:lnTo>
                    <a:pt x="1475" y="0"/>
                  </a:lnTo>
                  <a:lnTo>
                    <a:pt x="1475" y="0"/>
                  </a:lnTo>
                  <a:lnTo>
                    <a:pt x="1168" y="31"/>
                  </a:lnTo>
                  <a:lnTo>
                    <a:pt x="891" y="123"/>
                  </a:lnTo>
                  <a:lnTo>
                    <a:pt x="645" y="277"/>
                  </a:lnTo>
                  <a:lnTo>
                    <a:pt x="430" y="461"/>
                  </a:lnTo>
                  <a:lnTo>
                    <a:pt x="246" y="676"/>
                  </a:lnTo>
                  <a:lnTo>
                    <a:pt x="92" y="922"/>
                  </a:lnTo>
                  <a:lnTo>
                    <a:pt x="31" y="1199"/>
                  </a:lnTo>
                  <a:lnTo>
                    <a:pt x="0" y="1506"/>
                  </a:lnTo>
                  <a:lnTo>
                    <a:pt x="0" y="1506"/>
                  </a:lnTo>
                  <a:lnTo>
                    <a:pt x="31" y="1813"/>
                  </a:lnTo>
                  <a:lnTo>
                    <a:pt x="92" y="2090"/>
                  </a:lnTo>
                  <a:lnTo>
                    <a:pt x="246" y="2335"/>
                  </a:lnTo>
                  <a:lnTo>
                    <a:pt x="430" y="2550"/>
                  </a:lnTo>
                  <a:lnTo>
                    <a:pt x="645" y="2735"/>
                  </a:lnTo>
                  <a:lnTo>
                    <a:pt x="891" y="2888"/>
                  </a:lnTo>
                  <a:lnTo>
                    <a:pt x="1168" y="2981"/>
                  </a:lnTo>
                  <a:lnTo>
                    <a:pt x="1475" y="2981"/>
                  </a:lnTo>
                  <a:lnTo>
                    <a:pt x="1475" y="2981"/>
                  </a:lnTo>
                  <a:lnTo>
                    <a:pt x="1782" y="2981"/>
                  </a:lnTo>
                  <a:lnTo>
                    <a:pt x="2059" y="2888"/>
                  </a:lnTo>
                  <a:lnTo>
                    <a:pt x="2305" y="2735"/>
                  </a:lnTo>
                  <a:lnTo>
                    <a:pt x="2520" y="2550"/>
                  </a:lnTo>
                  <a:lnTo>
                    <a:pt x="2704" y="2335"/>
                  </a:lnTo>
                  <a:lnTo>
                    <a:pt x="2858" y="2090"/>
                  </a:lnTo>
                  <a:lnTo>
                    <a:pt x="2950" y="1813"/>
                  </a:lnTo>
                  <a:lnTo>
                    <a:pt x="2981" y="1506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097;p46">
              <a:extLst>
                <a:ext uri="{FF2B5EF4-FFF2-40B4-BE49-F238E27FC236}">
                  <a16:creationId xmlns:a16="http://schemas.microsoft.com/office/drawing/2014/main" id="{81C4A890-5E63-50F0-A8D6-7171F26F6B94}"/>
                </a:ext>
              </a:extLst>
            </p:cNvPr>
            <p:cNvSpPr/>
            <p:nvPr/>
          </p:nvSpPr>
          <p:spPr>
            <a:xfrm>
              <a:off x="3401605" y="3280169"/>
              <a:ext cx="451492" cy="454745"/>
            </a:xfrm>
            <a:custGeom>
              <a:avLst/>
              <a:gdLst/>
              <a:ahLst/>
              <a:cxnLst/>
              <a:rect l="l" t="t" r="r" b="b"/>
              <a:pathLst>
                <a:path w="4303" h="4334" extrusionOk="0">
                  <a:moveTo>
                    <a:pt x="2151" y="1"/>
                  </a:moveTo>
                  <a:lnTo>
                    <a:pt x="1936" y="32"/>
                  </a:lnTo>
                  <a:lnTo>
                    <a:pt x="1721" y="62"/>
                  </a:lnTo>
                  <a:lnTo>
                    <a:pt x="1506" y="93"/>
                  </a:lnTo>
                  <a:lnTo>
                    <a:pt x="1322" y="185"/>
                  </a:lnTo>
                  <a:lnTo>
                    <a:pt x="1107" y="277"/>
                  </a:lnTo>
                  <a:lnTo>
                    <a:pt x="953" y="370"/>
                  </a:lnTo>
                  <a:lnTo>
                    <a:pt x="769" y="493"/>
                  </a:lnTo>
                  <a:lnTo>
                    <a:pt x="615" y="646"/>
                  </a:lnTo>
                  <a:lnTo>
                    <a:pt x="492" y="800"/>
                  </a:lnTo>
                  <a:lnTo>
                    <a:pt x="369" y="953"/>
                  </a:lnTo>
                  <a:lnTo>
                    <a:pt x="246" y="1138"/>
                  </a:lnTo>
                  <a:lnTo>
                    <a:pt x="154" y="1322"/>
                  </a:lnTo>
                  <a:lnTo>
                    <a:pt x="93" y="1506"/>
                  </a:lnTo>
                  <a:lnTo>
                    <a:pt x="31" y="1722"/>
                  </a:lnTo>
                  <a:lnTo>
                    <a:pt x="1" y="1937"/>
                  </a:lnTo>
                  <a:lnTo>
                    <a:pt x="1" y="2152"/>
                  </a:lnTo>
                  <a:lnTo>
                    <a:pt x="1" y="2398"/>
                  </a:lnTo>
                  <a:lnTo>
                    <a:pt x="31" y="2582"/>
                  </a:lnTo>
                  <a:lnTo>
                    <a:pt x="93" y="2797"/>
                  </a:lnTo>
                  <a:lnTo>
                    <a:pt x="154" y="3012"/>
                  </a:lnTo>
                  <a:lnTo>
                    <a:pt x="246" y="3196"/>
                  </a:lnTo>
                  <a:lnTo>
                    <a:pt x="369" y="3381"/>
                  </a:lnTo>
                  <a:lnTo>
                    <a:pt x="492" y="3534"/>
                  </a:lnTo>
                  <a:lnTo>
                    <a:pt x="615" y="3688"/>
                  </a:lnTo>
                  <a:lnTo>
                    <a:pt x="769" y="3811"/>
                  </a:lnTo>
                  <a:lnTo>
                    <a:pt x="953" y="3965"/>
                  </a:lnTo>
                  <a:lnTo>
                    <a:pt x="1107" y="4057"/>
                  </a:lnTo>
                  <a:lnTo>
                    <a:pt x="1322" y="4149"/>
                  </a:lnTo>
                  <a:lnTo>
                    <a:pt x="1506" y="4210"/>
                  </a:lnTo>
                  <a:lnTo>
                    <a:pt x="1721" y="4272"/>
                  </a:lnTo>
                  <a:lnTo>
                    <a:pt x="1936" y="4303"/>
                  </a:lnTo>
                  <a:lnTo>
                    <a:pt x="2151" y="4333"/>
                  </a:lnTo>
                  <a:lnTo>
                    <a:pt x="2367" y="4303"/>
                  </a:lnTo>
                  <a:lnTo>
                    <a:pt x="2582" y="4272"/>
                  </a:lnTo>
                  <a:lnTo>
                    <a:pt x="2797" y="4210"/>
                  </a:lnTo>
                  <a:lnTo>
                    <a:pt x="2981" y="4149"/>
                  </a:lnTo>
                  <a:lnTo>
                    <a:pt x="3165" y="4057"/>
                  </a:lnTo>
                  <a:lnTo>
                    <a:pt x="3350" y="3965"/>
                  </a:lnTo>
                  <a:lnTo>
                    <a:pt x="3503" y="3811"/>
                  </a:lnTo>
                  <a:lnTo>
                    <a:pt x="3657" y="3688"/>
                  </a:lnTo>
                  <a:lnTo>
                    <a:pt x="3811" y="3534"/>
                  </a:lnTo>
                  <a:lnTo>
                    <a:pt x="3934" y="3381"/>
                  </a:lnTo>
                  <a:lnTo>
                    <a:pt x="4056" y="3196"/>
                  </a:lnTo>
                  <a:lnTo>
                    <a:pt x="4118" y="3012"/>
                  </a:lnTo>
                  <a:lnTo>
                    <a:pt x="4210" y="2797"/>
                  </a:lnTo>
                  <a:lnTo>
                    <a:pt x="4272" y="2582"/>
                  </a:lnTo>
                  <a:lnTo>
                    <a:pt x="4302" y="2398"/>
                  </a:lnTo>
                  <a:lnTo>
                    <a:pt x="4302" y="2152"/>
                  </a:lnTo>
                  <a:lnTo>
                    <a:pt x="4302" y="1937"/>
                  </a:lnTo>
                  <a:lnTo>
                    <a:pt x="4272" y="1722"/>
                  </a:lnTo>
                  <a:lnTo>
                    <a:pt x="4210" y="1506"/>
                  </a:lnTo>
                  <a:lnTo>
                    <a:pt x="4118" y="1322"/>
                  </a:lnTo>
                  <a:lnTo>
                    <a:pt x="4056" y="1138"/>
                  </a:lnTo>
                  <a:lnTo>
                    <a:pt x="3934" y="953"/>
                  </a:lnTo>
                  <a:lnTo>
                    <a:pt x="3811" y="800"/>
                  </a:lnTo>
                  <a:lnTo>
                    <a:pt x="3657" y="646"/>
                  </a:lnTo>
                  <a:lnTo>
                    <a:pt x="3503" y="493"/>
                  </a:lnTo>
                  <a:lnTo>
                    <a:pt x="3350" y="370"/>
                  </a:lnTo>
                  <a:lnTo>
                    <a:pt x="3165" y="277"/>
                  </a:lnTo>
                  <a:lnTo>
                    <a:pt x="2981" y="185"/>
                  </a:lnTo>
                  <a:lnTo>
                    <a:pt x="2797" y="93"/>
                  </a:lnTo>
                  <a:lnTo>
                    <a:pt x="2582" y="62"/>
                  </a:lnTo>
                  <a:lnTo>
                    <a:pt x="2367" y="32"/>
                  </a:lnTo>
                  <a:lnTo>
                    <a:pt x="2151" y="1"/>
                  </a:lnTo>
                  <a:close/>
                </a:path>
              </a:pathLst>
            </a:custGeom>
            <a:solidFill>
              <a:srgbClr val="668C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098;p46">
              <a:extLst>
                <a:ext uri="{FF2B5EF4-FFF2-40B4-BE49-F238E27FC236}">
                  <a16:creationId xmlns:a16="http://schemas.microsoft.com/office/drawing/2014/main" id="{C6E1E188-3104-540A-3628-9DB953369D3B}"/>
                </a:ext>
              </a:extLst>
            </p:cNvPr>
            <p:cNvSpPr/>
            <p:nvPr/>
          </p:nvSpPr>
          <p:spPr>
            <a:xfrm>
              <a:off x="3401605" y="3280169"/>
              <a:ext cx="451492" cy="454745"/>
            </a:xfrm>
            <a:custGeom>
              <a:avLst/>
              <a:gdLst/>
              <a:ahLst/>
              <a:cxnLst/>
              <a:rect l="l" t="t" r="r" b="b"/>
              <a:pathLst>
                <a:path w="4303" h="4334" fill="none" extrusionOk="0">
                  <a:moveTo>
                    <a:pt x="4302" y="2152"/>
                  </a:moveTo>
                  <a:lnTo>
                    <a:pt x="4302" y="2152"/>
                  </a:lnTo>
                  <a:lnTo>
                    <a:pt x="4302" y="1937"/>
                  </a:lnTo>
                  <a:lnTo>
                    <a:pt x="4272" y="1722"/>
                  </a:lnTo>
                  <a:lnTo>
                    <a:pt x="4210" y="1506"/>
                  </a:lnTo>
                  <a:lnTo>
                    <a:pt x="4118" y="1322"/>
                  </a:lnTo>
                  <a:lnTo>
                    <a:pt x="4056" y="1138"/>
                  </a:lnTo>
                  <a:lnTo>
                    <a:pt x="3934" y="953"/>
                  </a:lnTo>
                  <a:lnTo>
                    <a:pt x="3811" y="800"/>
                  </a:lnTo>
                  <a:lnTo>
                    <a:pt x="3657" y="646"/>
                  </a:lnTo>
                  <a:lnTo>
                    <a:pt x="3503" y="493"/>
                  </a:lnTo>
                  <a:lnTo>
                    <a:pt x="3350" y="370"/>
                  </a:lnTo>
                  <a:lnTo>
                    <a:pt x="3165" y="277"/>
                  </a:lnTo>
                  <a:lnTo>
                    <a:pt x="2981" y="185"/>
                  </a:lnTo>
                  <a:lnTo>
                    <a:pt x="2797" y="93"/>
                  </a:lnTo>
                  <a:lnTo>
                    <a:pt x="2582" y="62"/>
                  </a:lnTo>
                  <a:lnTo>
                    <a:pt x="2367" y="32"/>
                  </a:lnTo>
                  <a:lnTo>
                    <a:pt x="2151" y="1"/>
                  </a:lnTo>
                  <a:lnTo>
                    <a:pt x="2151" y="1"/>
                  </a:lnTo>
                  <a:lnTo>
                    <a:pt x="1936" y="32"/>
                  </a:lnTo>
                  <a:lnTo>
                    <a:pt x="1721" y="62"/>
                  </a:lnTo>
                  <a:lnTo>
                    <a:pt x="1506" y="93"/>
                  </a:lnTo>
                  <a:lnTo>
                    <a:pt x="1322" y="185"/>
                  </a:lnTo>
                  <a:lnTo>
                    <a:pt x="1107" y="277"/>
                  </a:lnTo>
                  <a:lnTo>
                    <a:pt x="953" y="370"/>
                  </a:lnTo>
                  <a:lnTo>
                    <a:pt x="769" y="493"/>
                  </a:lnTo>
                  <a:lnTo>
                    <a:pt x="615" y="646"/>
                  </a:lnTo>
                  <a:lnTo>
                    <a:pt x="492" y="800"/>
                  </a:lnTo>
                  <a:lnTo>
                    <a:pt x="369" y="953"/>
                  </a:lnTo>
                  <a:lnTo>
                    <a:pt x="246" y="1138"/>
                  </a:lnTo>
                  <a:lnTo>
                    <a:pt x="154" y="1322"/>
                  </a:lnTo>
                  <a:lnTo>
                    <a:pt x="93" y="1506"/>
                  </a:lnTo>
                  <a:lnTo>
                    <a:pt x="31" y="1722"/>
                  </a:lnTo>
                  <a:lnTo>
                    <a:pt x="1" y="1937"/>
                  </a:lnTo>
                  <a:lnTo>
                    <a:pt x="1" y="2152"/>
                  </a:lnTo>
                  <a:lnTo>
                    <a:pt x="1" y="2152"/>
                  </a:lnTo>
                  <a:lnTo>
                    <a:pt x="1" y="2398"/>
                  </a:lnTo>
                  <a:lnTo>
                    <a:pt x="31" y="2582"/>
                  </a:lnTo>
                  <a:lnTo>
                    <a:pt x="93" y="2797"/>
                  </a:lnTo>
                  <a:lnTo>
                    <a:pt x="154" y="3012"/>
                  </a:lnTo>
                  <a:lnTo>
                    <a:pt x="246" y="3196"/>
                  </a:lnTo>
                  <a:lnTo>
                    <a:pt x="369" y="3381"/>
                  </a:lnTo>
                  <a:lnTo>
                    <a:pt x="492" y="3534"/>
                  </a:lnTo>
                  <a:lnTo>
                    <a:pt x="615" y="3688"/>
                  </a:lnTo>
                  <a:lnTo>
                    <a:pt x="769" y="3811"/>
                  </a:lnTo>
                  <a:lnTo>
                    <a:pt x="953" y="3965"/>
                  </a:lnTo>
                  <a:lnTo>
                    <a:pt x="1107" y="4057"/>
                  </a:lnTo>
                  <a:lnTo>
                    <a:pt x="1322" y="4149"/>
                  </a:lnTo>
                  <a:lnTo>
                    <a:pt x="1506" y="4210"/>
                  </a:lnTo>
                  <a:lnTo>
                    <a:pt x="1721" y="4272"/>
                  </a:lnTo>
                  <a:lnTo>
                    <a:pt x="1936" y="4303"/>
                  </a:lnTo>
                  <a:lnTo>
                    <a:pt x="2151" y="4333"/>
                  </a:lnTo>
                  <a:lnTo>
                    <a:pt x="2151" y="4333"/>
                  </a:lnTo>
                  <a:lnTo>
                    <a:pt x="2367" y="4303"/>
                  </a:lnTo>
                  <a:lnTo>
                    <a:pt x="2582" y="4272"/>
                  </a:lnTo>
                  <a:lnTo>
                    <a:pt x="2797" y="4210"/>
                  </a:lnTo>
                  <a:lnTo>
                    <a:pt x="2981" y="4149"/>
                  </a:lnTo>
                  <a:lnTo>
                    <a:pt x="3165" y="4057"/>
                  </a:lnTo>
                  <a:lnTo>
                    <a:pt x="3350" y="3965"/>
                  </a:lnTo>
                  <a:lnTo>
                    <a:pt x="3503" y="3811"/>
                  </a:lnTo>
                  <a:lnTo>
                    <a:pt x="3657" y="3688"/>
                  </a:lnTo>
                  <a:lnTo>
                    <a:pt x="3811" y="3534"/>
                  </a:lnTo>
                  <a:lnTo>
                    <a:pt x="3934" y="3381"/>
                  </a:lnTo>
                  <a:lnTo>
                    <a:pt x="4056" y="3196"/>
                  </a:lnTo>
                  <a:lnTo>
                    <a:pt x="4118" y="3012"/>
                  </a:lnTo>
                  <a:lnTo>
                    <a:pt x="4210" y="2797"/>
                  </a:lnTo>
                  <a:lnTo>
                    <a:pt x="4272" y="2582"/>
                  </a:lnTo>
                  <a:lnTo>
                    <a:pt x="4302" y="2398"/>
                  </a:lnTo>
                  <a:lnTo>
                    <a:pt x="4302" y="215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099;p46">
              <a:extLst>
                <a:ext uri="{FF2B5EF4-FFF2-40B4-BE49-F238E27FC236}">
                  <a16:creationId xmlns:a16="http://schemas.microsoft.com/office/drawing/2014/main" id="{4EA91754-6D6C-DC7B-674C-2C4DB5F9E260}"/>
                </a:ext>
              </a:extLst>
            </p:cNvPr>
            <p:cNvSpPr/>
            <p:nvPr/>
          </p:nvSpPr>
          <p:spPr>
            <a:xfrm>
              <a:off x="4549389" y="3238304"/>
              <a:ext cx="415923" cy="416028"/>
            </a:xfrm>
            <a:custGeom>
              <a:avLst/>
              <a:gdLst/>
              <a:ahLst/>
              <a:cxnLst/>
              <a:rect l="l" t="t" r="r" b="b"/>
              <a:pathLst>
                <a:path w="3964" h="3965" extrusionOk="0">
                  <a:moveTo>
                    <a:pt x="1782" y="0"/>
                  </a:moveTo>
                  <a:lnTo>
                    <a:pt x="1598" y="31"/>
                  </a:lnTo>
                  <a:lnTo>
                    <a:pt x="1413" y="93"/>
                  </a:lnTo>
                  <a:lnTo>
                    <a:pt x="1229" y="154"/>
                  </a:lnTo>
                  <a:lnTo>
                    <a:pt x="1045" y="216"/>
                  </a:lnTo>
                  <a:lnTo>
                    <a:pt x="891" y="338"/>
                  </a:lnTo>
                  <a:lnTo>
                    <a:pt x="584" y="584"/>
                  </a:lnTo>
                  <a:lnTo>
                    <a:pt x="338" y="861"/>
                  </a:lnTo>
                  <a:lnTo>
                    <a:pt x="246" y="1045"/>
                  </a:lnTo>
                  <a:lnTo>
                    <a:pt x="154" y="1199"/>
                  </a:lnTo>
                  <a:lnTo>
                    <a:pt x="92" y="1383"/>
                  </a:lnTo>
                  <a:lnTo>
                    <a:pt x="31" y="1567"/>
                  </a:lnTo>
                  <a:lnTo>
                    <a:pt x="0" y="1783"/>
                  </a:lnTo>
                  <a:lnTo>
                    <a:pt x="0" y="1967"/>
                  </a:lnTo>
                  <a:lnTo>
                    <a:pt x="0" y="2182"/>
                  </a:lnTo>
                  <a:lnTo>
                    <a:pt x="31" y="2366"/>
                  </a:lnTo>
                  <a:lnTo>
                    <a:pt x="92" y="2581"/>
                  </a:lnTo>
                  <a:lnTo>
                    <a:pt x="154" y="2766"/>
                  </a:lnTo>
                  <a:lnTo>
                    <a:pt x="246" y="2919"/>
                  </a:lnTo>
                  <a:lnTo>
                    <a:pt x="338" y="3104"/>
                  </a:lnTo>
                  <a:lnTo>
                    <a:pt x="584" y="3380"/>
                  </a:lnTo>
                  <a:lnTo>
                    <a:pt x="891" y="3626"/>
                  </a:lnTo>
                  <a:lnTo>
                    <a:pt x="1045" y="3718"/>
                  </a:lnTo>
                  <a:lnTo>
                    <a:pt x="1229" y="3810"/>
                  </a:lnTo>
                  <a:lnTo>
                    <a:pt x="1413" y="3872"/>
                  </a:lnTo>
                  <a:lnTo>
                    <a:pt x="1598" y="3933"/>
                  </a:lnTo>
                  <a:lnTo>
                    <a:pt x="1782" y="3964"/>
                  </a:lnTo>
                  <a:lnTo>
                    <a:pt x="2182" y="3964"/>
                  </a:lnTo>
                  <a:lnTo>
                    <a:pt x="2397" y="3933"/>
                  </a:lnTo>
                  <a:lnTo>
                    <a:pt x="2581" y="3872"/>
                  </a:lnTo>
                  <a:lnTo>
                    <a:pt x="2765" y="3810"/>
                  </a:lnTo>
                  <a:lnTo>
                    <a:pt x="2950" y="3718"/>
                  </a:lnTo>
                  <a:lnTo>
                    <a:pt x="3103" y="3626"/>
                  </a:lnTo>
                  <a:lnTo>
                    <a:pt x="3411" y="3380"/>
                  </a:lnTo>
                  <a:lnTo>
                    <a:pt x="3626" y="3104"/>
                  </a:lnTo>
                  <a:lnTo>
                    <a:pt x="3749" y="2919"/>
                  </a:lnTo>
                  <a:lnTo>
                    <a:pt x="3810" y="2766"/>
                  </a:lnTo>
                  <a:lnTo>
                    <a:pt x="3902" y="2581"/>
                  </a:lnTo>
                  <a:lnTo>
                    <a:pt x="3933" y="2366"/>
                  </a:lnTo>
                  <a:lnTo>
                    <a:pt x="3964" y="2182"/>
                  </a:lnTo>
                  <a:lnTo>
                    <a:pt x="3964" y="1967"/>
                  </a:lnTo>
                  <a:lnTo>
                    <a:pt x="3964" y="1783"/>
                  </a:lnTo>
                  <a:lnTo>
                    <a:pt x="3933" y="1567"/>
                  </a:lnTo>
                  <a:lnTo>
                    <a:pt x="3902" y="1383"/>
                  </a:lnTo>
                  <a:lnTo>
                    <a:pt x="3810" y="1199"/>
                  </a:lnTo>
                  <a:lnTo>
                    <a:pt x="3749" y="1045"/>
                  </a:lnTo>
                  <a:lnTo>
                    <a:pt x="3626" y="861"/>
                  </a:lnTo>
                  <a:lnTo>
                    <a:pt x="3411" y="584"/>
                  </a:lnTo>
                  <a:lnTo>
                    <a:pt x="3103" y="338"/>
                  </a:lnTo>
                  <a:lnTo>
                    <a:pt x="2950" y="216"/>
                  </a:lnTo>
                  <a:lnTo>
                    <a:pt x="2765" y="154"/>
                  </a:lnTo>
                  <a:lnTo>
                    <a:pt x="2581" y="93"/>
                  </a:lnTo>
                  <a:lnTo>
                    <a:pt x="2397" y="31"/>
                  </a:lnTo>
                  <a:lnTo>
                    <a:pt x="2182" y="0"/>
                  </a:lnTo>
                  <a:close/>
                </a:path>
              </a:pathLst>
            </a:custGeom>
            <a:solidFill>
              <a:srgbClr val="668C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2100;p46">
              <a:extLst>
                <a:ext uri="{FF2B5EF4-FFF2-40B4-BE49-F238E27FC236}">
                  <a16:creationId xmlns:a16="http://schemas.microsoft.com/office/drawing/2014/main" id="{2B260D5C-31EB-3125-DBFA-CB8A72EA4ABE}"/>
                </a:ext>
              </a:extLst>
            </p:cNvPr>
            <p:cNvSpPr/>
            <p:nvPr/>
          </p:nvSpPr>
          <p:spPr>
            <a:xfrm>
              <a:off x="4549389" y="3238304"/>
              <a:ext cx="415923" cy="416028"/>
            </a:xfrm>
            <a:custGeom>
              <a:avLst/>
              <a:gdLst/>
              <a:ahLst/>
              <a:cxnLst/>
              <a:rect l="l" t="t" r="r" b="b"/>
              <a:pathLst>
                <a:path w="3964" h="3965" fill="none" extrusionOk="0">
                  <a:moveTo>
                    <a:pt x="3964" y="1967"/>
                  </a:moveTo>
                  <a:lnTo>
                    <a:pt x="3964" y="1967"/>
                  </a:lnTo>
                  <a:lnTo>
                    <a:pt x="3964" y="1783"/>
                  </a:lnTo>
                  <a:lnTo>
                    <a:pt x="3933" y="1567"/>
                  </a:lnTo>
                  <a:lnTo>
                    <a:pt x="3902" y="1383"/>
                  </a:lnTo>
                  <a:lnTo>
                    <a:pt x="3810" y="1199"/>
                  </a:lnTo>
                  <a:lnTo>
                    <a:pt x="3749" y="1045"/>
                  </a:lnTo>
                  <a:lnTo>
                    <a:pt x="3626" y="861"/>
                  </a:lnTo>
                  <a:lnTo>
                    <a:pt x="3411" y="584"/>
                  </a:lnTo>
                  <a:lnTo>
                    <a:pt x="3103" y="338"/>
                  </a:lnTo>
                  <a:lnTo>
                    <a:pt x="2950" y="216"/>
                  </a:lnTo>
                  <a:lnTo>
                    <a:pt x="2765" y="154"/>
                  </a:lnTo>
                  <a:lnTo>
                    <a:pt x="2581" y="93"/>
                  </a:lnTo>
                  <a:lnTo>
                    <a:pt x="2397" y="31"/>
                  </a:lnTo>
                  <a:lnTo>
                    <a:pt x="2182" y="0"/>
                  </a:lnTo>
                  <a:lnTo>
                    <a:pt x="1997" y="0"/>
                  </a:lnTo>
                  <a:lnTo>
                    <a:pt x="1997" y="0"/>
                  </a:lnTo>
                  <a:lnTo>
                    <a:pt x="1782" y="0"/>
                  </a:lnTo>
                  <a:lnTo>
                    <a:pt x="1598" y="31"/>
                  </a:lnTo>
                  <a:lnTo>
                    <a:pt x="1413" y="93"/>
                  </a:lnTo>
                  <a:lnTo>
                    <a:pt x="1229" y="154"/>
                  </a:lnTo>
                  <a:lnTo>
                    <a:pt x="1045" y="216"/>
                  </a:lnTo>
                  <a:lnTo>
                    <a:pt x="891" y="338"/>
                  </a:lnTo>
                  <a:lnTo>
                    <a:pt x="584" y="584"/>
                  </a:lnTo>
                  <a:lnTo>
                    <a:pt x="338" y="861"/>
                  </a:lnTo>
                  <a:lnTo>
                    <a:pt x="246" y="1045"/>
                  </a:lnTo>
                  <a:lnTo>
                    <a:pt x="154" y="1199"/>
                  </a:lnTo>
                  <a:lnTo>
                    <a:pt x="92" y="1383"/>
                  </a:lnTo>
                  <a:lnTo>
                    <a:pt x="31" y="1567"/>
                  </a:lnTo>
                  <a:lnTo>
                    <a:pt x="0" y="1783"/>
                  </a:lnTo>
                  <a:lnTo>
                    <a:pt x="0" y="1967"/>
                  </a:lnTo>
                  <a:lnTo>
                    <a:pt x="0" y="1967"/>
                  </a:lnTo>
                  <a:lnTo>
                    <a:pt x="0" y="2182"/>
                  </a:lnTo>
                  <a:lnTo>
                    <a:pt x="31" y="2366"/>
                  </a:lnTo>
                  <a:lnTo>
                    <a:pt x="92" y="2581"/>
                  </a:lnTo>
                  <a:lnTo>
                    <a:pt x="154" y="2766"/>
                  </a:lnTo>
                  <a:lnTo>
                    <a:pt x="246" y="2919"/>
                  </a:lnTo>
                  <a:lnTo>
                    <a:pt x="338" y="3104"/>
                  </a:lnTo>
                  <a:lnTo>
                    <a:pt x="584" y="3380"/>
                  </a:lnTo>
                  <a:lnTo>
                    <a:pt x="891" y="3626"/>
                  </a:lnTo>
                  <a:lnTo>
                    <a:pt x="1045" y="3718"/>
                  </a:lnTo>
                  <a:lnTo>
                    <a:pt x="1229" y="3810"/>
                  </a:lnTo>
                  <a:lnTo>
                    <a:pt x="1413" y="3872"/>
                  </a:lnTo>
                  <a:lnTo>
                    <a:pt x="1598" y="3933"/>
                  </a:lnTo>
                  <a:lnTo>
                    <a:pt x="1782" y="3964"/>
                  </a:lnTo>
                  <a:lnTo>
                    <a:pt x="1997" y="3964"/>
                  </a:lnTo>
                  <a:lnTo>
                    <a:pt x="1997" y="3964"/>
                  </a:lnTo>
                  <a:lnTo>
                    <a:pt x="2182" y="3964"/>
                  </a:lnTo>
                  <a:lnTo>
                    <a:pt x="2397" y="3933"/>
                  </a:lnTo>
                  <a:lnTo>
                    <a:pt x="2581" y="3872"/>
                  </a:lnTo>
                  <a:lnTo>
                    <a:pt x="2765" y="3810"/>
                  </a:lnTo>
                  <a:lnTo>
                    <a:pt x="2950" y="3718"/>
                  </a:lnTo>
                  <a:lnTo>
                    <a:pt x="3103" y="3626"/>
                  </a:lnTo>
                  <a:lnTo>
                    <a:pt x="3411" y="3380"/>
                  </a:lnTo>
                  <a:lnTo>
                    <a:pt x="3626" y="3104"/>
                  </a:lnTo>
                  <a:lnTo>
                    <a:pt x="3749" y="2919"/>
                  </a:lnTo>
                  <a:lnTo>
                    <a:pt x="3810" y="2766"/>
                  </a:lnTo>
                  <a:lnTo>
                    <a:pt x="3902" y="2581"/>
                  </a:lnTo>
                  <a:lnTo>
                    <a:pt x="3933" y="2366"/>
                  </a:lnTo>
                  <a:lnTo>
                    <a:pt x="3964" y="2182"/>
                  </a:lnTo>
                  <a:lnTo>
                    <a:pt x="3964" y="196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2101;p46">
              <a:extLst>
                <a:ext uri="{FF2B5EF4-FFF2-40B4-BE49-F238E27FC236}">
                  <a16:creationId xmlns:a16="http://schemas.microsoft.com/office/drawing/2014/main" id="{47E7B033-7571-DEA3-CD3D-6813617B91FD}"/>
                </a:ext>
              </a:extLst>
            </p:cNvPr>
            <p:cNvSpPr/>
            <p:nvPr/>
          </p:nvSpPr>
          <p:spPr>
            <a:xfrm>
              <a:off x="4884627" y="3305980"/>
              <a:ext cx="312781" cy="312886"/>
            </a:xfrm>
            <a:custGeom>
              <a:avLst/>
              <a:gdLst/>
              <a:ahLst/>
              <a:cxnLst/>
              <a:rect l="l" t="t" r="r" b="b"/>
              <a:pathLst>
                <a:path w="2981" h="2982" extrusionOk="0">
                  <a:moveTo>
                    <a:pt x="1475" y="1"/>
                  </a:moveTo>
                  <a:lnTo>
                    <a:pt x="1199" y="31"/>
                  </a:lnTo>
                  <a:lnTo>
                    <a:pt x="922" y="124"/>
                  </a:lnTo>
                  <a:lnTo>
                    <a:pt x="646" y="277"/>
                  </a:lnTo>
                  <a:lnTo>
                    <a:pt x="431" y="431"/>
                  </a:lnTo>
                  <a:lnTo>
                    <a:pt x="246" y="677"/>
                  </a:lnTo>
                  <a:lnTo>
                    <a:pt x="123" y="922"/>
                  </a:lnTo>
                  <a:lnTo>
                    <a:pt x="31" y="1199"/>
                  </a:lnTo>
                  <a:lnTo>
                    <a:pt x="0" y="1506"/>
                  </a:lnTo>
                  <a:lnTo>
                    <a:pt x="31" y="1814"/>
                  </a:lnTo>
                  <a:lnTo>
                    <a:pt x="123" y="2090"/>
                  </a:lnTo>
                  <a:lnTo>
                    <a:pt x="246" y="2336"/>
                  </a:lnTo>
                  <a:lnTo>
                    <a:pt x="431" y="2551"/>
                  </a:lnTo>
                  <a:lnTo>
                    <a:pt x="646" y="2735"/>
                  </a:lnTo>
                  <a:lnTo>
                    <a:pt x="922" y="2858"/>
                  </a:lnTo>
                  <a:lnTo>
                    <a:pt x="1199" y="2950"/>
                  </a:lnTo>
                  <a:lnTo>
                    <a:pt x="1475" y="2981"/>
                  </a:lnTo>
                  <a:lnTo>
                    <a:pt x="1783" y="2950"/>
                  </a:lnTo>
                  <a:lnTo>
                    <a:pt x="2059" y="2858"/>
                  </a:lnTo>
                  <a:lnTo>
                    <a:pt x="2336" y="2735"/>
                  </a:lnTo>
                  <a:lnTo>
                    <a:pt x="2551" y="2551"/>
                  </a:lnTo>
                  <a:lnTo>
                    <a:pt x="2735" y="2336"/>
                  </a:lnTo>
                  <a:lnTo>
                    <a:pt x="2858" y="2090"/>
                  </a:lnTo>
                  <a:lnTo>
                    <a:pt x="2950" y="1814"/>
                  </a:lnTo>
                  <a:lnTo>
                    <a:pt x="2981" y="1506"/>
                  </a:lnTo>
                  <a:lnTo>
                    <a:pt x="2950" y="1199"/>
                  </a:lnTo>
                  <a:lnTo>
                    <a:pt x="2858" y="922"/>
                  </a:lnTo>
                  <a:lnTo>
                    <a:pt x="2735" y="677"/>
                  </a:lnTo>
                  <a:lnTo>
                    <a:pt x="2551" y="431"/>
                  </a:lnTo>
                  <a:lnTo>
                    <a:pt x="2336" y="277"/>
                  </a:lnTo>
                  <a:lnTo>
                    <a:pt x="2059" y="124"/>
                  </a:lnTo>
                  <a:lnTo>
                    <a:pt x="1783" y="31"/>
                  </a:lnTo>
                  <a:lnTo>
                    <a:pt x="1475" y="1"/>
                  </a:lnTo>
                  <a:close/>
                </a:path>
              </a:pathLst>
            </a:custGeom>
            <a:solidFill>
              <a:srgbClr val="668C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2102;p46">
              <a:extLst>
                <a:ext uri="{FF2B5EF4-FFF2-40B4-BE49-F238E27FC236}">
                  <a16:creationId xmlns:a16="http://schemas.microsoft.com/office/drawing/2014/main" id="{ED9C939E-DDA4-A645-0A65-2369B55AA601}"/>
                </a:ext>
              </a:extLst>
            </p:cNvPr>
            <p:cNvSpPr/>
            <p:nvPr/>
          </p:nvSpPr>
          <p:spPr>
            <a:xfrm>
              <a:off x="4884627" y="3305980"/>
              <a:ext cx="312781" cy="312886"/>
            </a:xfrm>
            <a:custGeom>
              <a:avLst/>
              <a:gdLst/>
              <a:ahLst/>
              <a:cxnLst/>
              <a:rect l="l" t="t" r="r" b="b"/>
              <a:pathLst>
                <a:path w="2981" h="2982" fill="none" extrusionOk="0">
                  <a:moveTo>
                    <a:pt x="2981" y="1506"/>
                  </a:moveTo>
                  <a:lnTo>
                    <a:pt x="2981" y="1506"/>
                  </a:lnTo>
                  <a:lnTo>
                    <a:pt x="2950" y="1199"/>
                  </a:lnTo>
                  <a:lnTo>
                    <a:pt x="2858" y="922"/>
                  </a:lnTo>
                  <a:lnTo>
                    <a:pt x="2735" y="677"/>
                  </a:lnTo>
                  <a:lnTo>
                    <a:pt x="2551" y="431"/>
                  </a:lnTo>
                  <a:lnTo>
                    <a:pt x="2336" y="277"/>
                  </a:lnTo>
                  <a:lnTo>
                    <a:pt x="2059" y="124"/>
                  </a:lnTo>
                  <a:lnTo>
                    <a:pt x="1783" y="31"/>
                  </a:lnTo>
                  <a:lnTo>
                    <a:pt x="1475" y="1"/>
                  </a:lnTo>
                  <a:lnTo>
                    <a:pt x="1475" y="1"/>
                  </a:lnTo>
                  <a:lnTo>
                    <a:pt x="1199" y="31"/>
                  </a:lnTo>
                  <a:lnTo>
                    <a:pt x="922" y="124"/>
                  </a:lnTo>
                  <a:lnTo>
                    <a:pt x="646" y="277"/>
                  </a:lnTo>
                  <a:lnTo>
                    <a:pt x="431" y="431"/>
                  </a:lnTo>
                  <a:lnTo>
                    <a:pt x="246" y="677"/>
                  </a:lnTo>
                  <a:lnTo>
                    <a:pt x="123" y="922"/>
                  </a:lnTo>
                  <a:lnTo>
                    <a:pt x="31" y="1199"/>
                  </a:lnTo>
                  <a:lnTo>
                    <a:pt x="0" y="1506"/>
                  </a:lnTo>
                  <a:lnTo>
                    <a:pt x="0" y="1506"/>
                  </a:lnTo>
                  <a:lnTo>
                    <a:pt x="31" y="1814"/>
                  </a:lnTo>
                  <a:lnTo>
                    <a:pt x="123" y="2090"/>
                  </a:lnTo>
                  <a:lnTo>
                    <a:pt x="246" y="2336"/>
                  </a:lnTo>
                  <a:lnTo>
                    <a:pt x="431" y="2551"/>
                  </a:lnTo>
                  <a:lnTo>
                    <a:pt x="646" y="2735"/>
                  </a:lnTo>
                  <a:lnTo>
                    <a:pt x="922" y="2858"/>
                  </a:lnTo>
                  <a:lnTo>
                    <a:pt x="1199" y="2950"/>
                  </a:lnTo>
                  <a:lnTo>
                    <a:pt x="1475" y="2981"/>
                  </a:lnTo>
                  <a:lnTo>
                    <a:pt x="1475" y="2981"/>
                  </a:lnTo>
                  <a:lnTo>
                    <a:pt x="1783" y="2950"/>
                  </a:lnTo>
                  <a:lnTo>
                    <a:pt x="2059" y="2858"/>
                  </a:lnTo>
                  <a:lnTo>
                    <a:pt x="2336" y="2735"/>
                  </a:lnTo>
                  <a:lnTo>
                    <a:pt x="2551" y="2551"/>
                  </a:lnTo>
                  <a:lnTo>
                    <a:pt x="2735" y="2336"/>
                  </a:lnTo>
                  <a:lnTo>
                    <a:pt x="2858" y="2090"/>
                  </a:lnTo>
                  <a:lnTo>
                    <a:pt x="2950" y="1814"/>
                  </a:lnTo>
                  <a:lnTo>
                    <a:pt x="2981" y="1506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2103;p46">
              <a:extLst>
                <a:ext uri="{FF2B5EF4-FFF2-40B4-BE49-F238E27FC236}">
                  <a16:creationId xmlns:a16="http://schemas.microsoft.com/office/drawing/2014/main" id="{A5554E2A-8FA3-A83B-DE30-9C2E4469D71B}"/>
                </a:ext>
              </a:extLst>
            </p:cNvPr>
            <p:cNvSpPr/>
            <p:nvPr/>
          </p:nvSpPr>
          <p:spPr>
            <a:xfrm>
              <a:off x="5110323" y="3257610"/>
              <a:ext cx="312781" cy="312886"/>
            </a:xfrm>
            <a:custGeom>
              <a:avLst/>
              <a:gdLst/>
              <a:ahLst/>
              <a:cxnLst/>
              <a:rect l="l" t="t" r="r" b="b"/>
              <a:pathLst>
                <a:path w="2981" h="2982" extrusionOk="0">
                  <a:moveTo>
                    <a:pt x="1506" y="1"/>
                  </a:moveTo>
                  <a:lnTo>
                    <a:pt x="1199" y="32"/>
                  </a:lnTo>
                  <a:lnTo>
                    <a:pt x="922" y="124"/>
                  </a:lnTo>
                  <a:lnTo>
                    <a:pt x="676" y="247"/>
                  </a:lnTo>
                  <a:lnTo>
                    <a:pt x="430" y="431"/>
                  </a:lnTo>
                  <a:lnTo>
                    <a:pt x="246" y="646"/>
                  </a:lnTo>
                  <a:lnTo>
                    <a:pt x="123" y="923"/>
                  </a:lnTo>
                  <a:lnTo>
                    <a:pt x="31" y="1199"/>
                  </a:lnTo>
                  <a:lnTo>
                    <a:pt x="0" y="1476"/>
                  </a:lnTo>
                  <a:lnTo>
                    <a:pt x="31" y="1783"/>
                  </a:lnTo>
                  <a:lnTo>
                    <a:pt x="123" y="2059"/>
                  </a:lnTo>
                  <a:lnTo>
                    <a:pt x="246" y="2336"/>
                  </a:lnTo>
                  <a:lnTo>
                    <a:pt x="430" y="2551"/>
                  </a:lnTo>
                  <a:lnTo>
                    <a:pt x="676" y="2735"/>
                  </a:lnTo>
                  <a:lnTo>
                    <a:pt x="922" y="2858"/>
                  </a:lnTo>
                  <a:lnTo>
                    <a:pt x="1199" y="2950"/>
                  </a:lnTo>
                  <a:lnTo>
                    <a:pt x="1506" y="2981"/>
                  </a:lnTo>
                  <a:lnTo>
                    <a:pt x="1782" y="2950"/>
                  </a:lnTo>
                  <a:lnTo>
                    <a:pt x="2090" y="2858"/>
                  </a:lnTo>
                  <a:lnTo>
                    <a:pt x="2335" y="2735"/>
                  </a:lnTo>
                  <a:lnTo>
                    <a:pt x="2551" y="2551"/>
                  </a:lnTo>
                  <a:lnTo>
                    <a:pt x="2735" y="2336"/>
                  </a:lnTo>
                  <a:lnTo>
                    <a:pt x="2858" y="2059"/>
                  </a:lnTo>
                  <a:lnTo>
                    <a:pt x="2950" y="1783"/>
                  </a:lnTo>
                  <a:lnTo>
                    <a:pt x="2981" y="1476"/>
                  </a:lnTo>
                  <a:lnTo>
                    <a:pt x="2950" y="1199"/>
                  </a:lnTo>
                  <a:lnTo>
                    <a:pt x="2858" y="923"/>
                  </a:lnTo>
                  <a:lnTo>
                    <a:pt x="2735" y="646"/>
                  </a:lnTo>
                  <a:lnTo>
                    <a:pt x="2551" y="431"/>
                  </a:lnTo>
                  <a:lnTo>
                    <a:pt x="2335" y="247"/>
                  </a:lnTo>
                  <a:lnTo>
                    <a:pt x="2090" y="124"/>
                  </a:lnTo>
                  <a:lnTo>
                    <a:pt x="1782" y="32"/>
                  </a:lnTo>
                  <a:lnTo>
                    <a:pt x="1506" y="1"/>
                  </a:lnTo>
                  <a:close/>
                </a:path>
              </a:pathLst>
            </a:custGeom>
            <a:solidFill>
              <a:srgbClr val="668C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2104;p46">
              <a:extLst>
                <a:ext uri="{FF2B5EF4-FFF2-40B4-BE49-F238E27FC236}">
                  <a16:creationId xmlns:a16="http://schemas.microsoft.com/office/drawing/2014/main" id="{D9FF588B-3A06-648C-5817-8043AB88DF29}"/>
                </a:ext>
              </a:extLst>
            </p:cNvPr>
            <p:cNvSpPr/>
            <p:nvPr/>
          </p:nvSpPr>
          <p:spPr>
            <a:xfrm>
              <a:off x="5110323" y="3257610"/>
              <a:ext cx="312781" cy="312886"/>
            </a:xfrm>
            <a:custGeom>
              <a:avLst/>
              <a:gdLst/>
              <a:ahLst/>
              <a:cxnLst/>
              <a:rect l="l" t="t" r="r" b="b"/>
              <a:pathLst>
                <a:path w="2981" h="2982" fill="none" extrusionOk="0">
                  <a:moveTo>
                    <a:pt x="2981" y="1476"/>
                  </a:moveTo>
                  <a:lnTo>
                    <a:pt x="2981" y="1476"/>
                  </a:lnTo>
                  <a:lnTo>
                    <a:pt x="2950" y="1199"/>
                  </a:lnTo>
                  <a:lnTo>
                    <a:pt x="2858" y="923"/>
                  </a:lnTo>
                  <a:lnTo>
                    <a:pt x="2735" y="646"/>
                  </a:lnTo>
                  <a:lnTo>
                    <a:pt x="2551" y="431"/>
                  </a:lnTo>
                  <a:lnTo>
                    <a:pt x="2335" y="247"/>
                  </a:lnTo>
                  <a:lnTo>
                    <a:pt x="2090" y="124"/>
                  </a:lnTo>
                  <a:lnTo>
                    <a:pt x="1782" y="32"/>
                  </a:lnTo>
                  <a:lnTo>
                    <a:pt x="1506" y="1"/>
                  </a:lnTo>
                  <a:lnTo>
                    <a:pt x="1506" y="1"/>
                  </a:lnTo>
                  <a:lnTo>
                    <a:pt x="1199" y="32"/>
                  </a:lnTo>
                  <a:lnTo>
                    <a:pt x="922" y="124"/>
                  </a:lnTo>
                  <a:lnTo>
                    <a:pt x="676" y="247"/>
                  </a:lnTo>
                  <a:lnTo>
                    <a:pt x="430" y="431"/>
                  </a:lnTo>
                  <a:lnTo>
                    <a:pt x="246" y="646"/>
                  </a:lnTo>
                  <a:lnTo>
                    <a:pt x="123" y="923"/>
                  </a:lnTo>
                  <a:lnTo>
                    <a:pt x="31" y="1199"/>
                  </a:lnTo>
                  <a:lnTo>
                    <a:pt x="0" y="1476"/>
                  </a:lnTo>
                  <a:lnTo>
                    <a:pt x="0" y="1476"/>
                  </a:lnTo>
                  <a:lnTo>
                    <a:pt x="31" y="1783"/>
                  </a:lnTo>
                  <a:lnTo>
                    <a:pt x="123" y="2059"/>
                  </a:lnTo>
                  <a:lnTo>
                    <a:pt x="246" y="2336"/>
                  </a:lnTo>
                  <a:lnTo>
                    <a:pt x="430" y="2551"/>
                  </a:lnTo>
                  <a:lnTo>
                    <a:pt x="676" y="2735"/>
                  </a:lnTo>
                  <a:lnTo>
                    <a:pt x="922" y="2858"/>
                  </a:lnTo>
                  <a:lnTo>
                    <a:pt x="1199" y="2950"/>
                  </a:lnTo>
                  <a:lnTo>
                    <a:pt x="1506" y="2981"/>
                  </a:lnTo>
                  <a:lnTo>
                    <a:pt x="1506" y="2981"/>
                  </a:lnTo>
                  <a:lnTo>
                    <a:pt x="1782" y="2950"/>
                  </a:lnTo>
                  <a:lnTo>
                    <a:pt x="2090" y="2858"/>
                  </a:lnTo>
                  <a:lnTo>
                    <a:pt x="2335" y="2735"/>
                  </a:lnTo>
                  <a:lnTo>
                    <a:pt x="2551" y="2551"/>
                  </a:lnTo>
                  <a:lnTo>
                    <a:pt x="2735" y="2336"/>
                  </a:lnTo>
                  <a:lnTo>
                    <a:pt x="2858" y="2059"/>
                  </a:lnTo>
                  <a:lnTo>
                    <a:pt x="2950" y="1783"/>
                  </a:lnTo>
                  <a:lnTo>
                    <a:pt x="2981" y="1476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2105;p46">
              <a:extLst>
                <a:ext uri="{FF2B5EF4-FFF2-40B4-BE49-F238E27FC236}">
                  <a16:creationId xmlns:a16="http://schemas.microsoft.com/office/drawing/2014/main" id="{163B192B-6AEC-4DCF-BABF-7A8A79B34A19}"/>
                </a:ext>
              </a:extLst>
            </p:cNvPr>
            <p:cNvSpPr/>
            <p:nvPr/>
          </p:nvSpPr>
          <p:spPr>
            <a:xfrm>
              <a:off x="5374631" y="3167374"/>
              <a:ext cx="454745" cy="451492"/>
            </a:xfrm>
            <a:custGeom>
              <a:avLst/>
              <a:gdLst/>
              <a:ahLst/>
              <a:cxnLst/>
              <a:rect l="l" t="t" r="r" b="b"/>
              <a:pathLst>
                <a:path w="4334" h="4303" extrusionOk="0">
                  <a:moveTo>
                    <a:pt x="1937" y="0"/>
                  </a:moveTo>
                  <a:lnTo>
                    <a:pt x="1721" y="31"/>
                  </a:lnTo>
                  <a:lnTo>
                    <a:pt x="1537" y="93"/>
                  </a:lnTo>
                  <a:lnTo>
                    <a:pt x="1322" y="154"/>
                  </a:lnTo>
                  <a:lnTo>
                    <a:pt x="1138" y="246"/>
                  </a:lnTo>
                  <a:lnTo>
                    <a:pt x="953" y="369"/>
                  </a:lnTo>
                  <a:lnTo>
                    <a:pt x="800" y="492"/>
                  </a:lnTo>
                  <a:lnTo>
                    <a:pt x="646" y="615"/>
                  </a:lnTo>
                  <a:lnTo>
                    <a:pt x="492" y="769"/>
                  </a:lnTo>
                  <a:lnTo>
                    <a:pt x="370" y="953"/>
                  </a:lnTo>
                  <a:lnTo>
                    <a:pt x="277" y="1107"/>
                  </a:lnTo>
                  <a:lnTo>
                    <a:pt x="185" y="1291"/>
                  </a:lnTo>
                  <a:lnTo>
                    <a:pt x="93" y="1506"/>
                  </a:lnTo>
                  <a:lnTo>
                    <a:pt x="62" y="1721"/>
                  </a:lnTo>
                  <a:lnTo>
                    <a:pt x="32" y="1936"/>
                  </a:lnTo>
                  <a:lnTo>
                    <a:pt x="1" y="2151"/>
                  </a:lnTo>
                  <a:lnTo>
                    <a:pt x="32" y="2366"/>
                  </a:lnTo>
                  <a:lnTo>
                    <a:pt x="62" y="2581"/>
                  </a:lnTo>
                  <a:lnTo>
                    <a:pt x="93" y="2797"/>
                  </a:lnTo>
                  <a:lnTo>
                    <a:pt x="185" y="2981"/>
                  </a:lnTo>
                  <a:lnTo>
                    <a:pt x="277" y="3165"/>
                  </a:lnTo>
                  <a:lnTo>
                    <a:pt x="370" y="3350"/>
                  </a:lnTo>
                  <a:lnTo>
                    <a:pt x="492" y="3503"/>
                  </a:lnTo>
                  <a:lnTo>
                    <a:pt x="646" y="3657"/>
                  </a:lnTo>
                  <a:lnTo>
                    <a:pt x="800" y="3810"/>
                  </a:lnTo>
                  <a:lnTo>
                    <a:pt x="953" y="3933"/>
                  </a:lnTo>
                  <a:lnTo>
                    <a:pt x="1138" y="4026"/>
                  </a:lnTo>
                  <a:lnTo>
                    <a:pt x="1322" y="4118"/>
                  </a:lnTo>
                  <a:lnTo>
                    <a:pt x="1537" y="4210"/>
                  </a:lnTo>
                  <a:lnTo>
                    <a:pt x="1721" y="4271"/>
                  </a:lnTo>
                  <a:lnTo>
                    <a:pt x="1937" y="4302"/>
                  </a:lnTo>
                  <a:lnTo>
                    <a:pt x="2397" y="4302"/>
                  </a:lnTo>
                  <a:lnTo>
                    <a:pt x="2612" y="4271"/>
                  </a:lnTo>
                  <a:lnTo>
                    <a:pt x="2797" y="4210"/>
                  </a:lnTo>
                  <a:lnTo>
                    <a:pt x="3012" y="4118"/>
                  </a:lnTo>
                  <a:lnTo>
                    <a:pt x="3196" y="4026"/>
                  </a:lnTo>
                  <a:lnTo>
                    <a:pt x="3381" y="3933"/>
                  </a:lnTo>
                  <a:lnTo>
                    <a:pt x="3534" y="3810"/>
                  </a:lnTo>
                  <a:lnTo>
                    <a:pt x="3688" y="3657"/>
                  </a:lnTo>
                  <a:lnTo>
                    <a:pt x="3842" y="3503"/>
                  </a:lnTo>
                  <a:lnTo>
                    <a:pt x="3964" y="3350"/>
                  </a:lnTo>
                  <a:lnTo>
                    <a:pt x="4057" y="3165"/>
                  </a:lnTo>
                  <a:lnTo>
                    <a:pt x="4149" y="2981"/>
                  </a:lnTo>
                  <a:lnTo>
                    <a:pt x="4210" y="2797"/>
                  </a:lnTo>
                  <a:lnTo>
                    <a:pt x="4272" y="2581"/>
                  </a:lnTo>
                  <a:lnTo>
                    <a:pt x="4302" y="2366"/>
                  </a:lnTo>
                  <a:lnTo>
                    <a:pt x="4333" y="2151"/>
                  </a:lnTo>
                  <a:lnTo>
                    <a:pt x="4302" y="1936"/>
                  </a:lnTo>
                  <a:lnTo>
                    <a:pt x="4272" y="1721"/>
                  </a:lnTo>
                  <a:lnTo>
                    <a:pt x="4210" y="1506"/>
                  </a:lnTo>
                  <a:lnTo>
                    <a:pt x="4149" y="1291"/>
                  </a:lnTo>
                  <a:lnTo>
                    <a:pt x="4057" y="1107"/>
                  </a:lnTo>
                  <a:lnTo>
                    <a:pt x="3964" y="953"/>
                  </a:lnTo>
                  <a:lnTo>
                    <a:pt x="3842" y="769"/>
                  </a:lnTo>
                  <a:lnTo>
                    <a:pt x="3688" y="615"/>
                  </a:lnTo>
                  <a:lnTo>
                    <a:pt x="3534" y="492"/>
                  </a:lnTo>
                  <a:lnTo>
                    <a:pt x="3381" y="369"/>
                  </a:lnTo>
                  <a:lnTo>
                    <a:pt x="3196" y="246"/>
                  </a:lnTo>
                  <a:lnTo>
                    <a:pt x="3012" y="154"/>
                  </a:lnTo>
                  <a:lnTo>
                    <a:pt x="2797" y="93"/>
                  </a:lnTo>
                  <a:lnTo>
                    <a:pt x="2612" y="31"/>
                  </a:lnTo>
                  <a:lnTo>
                    <a:pt x="2397" y="0"/>
                  </a:lnTo>
                  <a:close/>
                </a:path>
              </a:pathLst>
            </a:custGeom>
            <a:solidFill>
              <a:srgbClr val="668C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2106;p46">
              <a:extLst>
                <a:ext uri="{FF2B5EF4-FFF2-40B4-BE49-F238E27FC236}">
                  <a16:creationId xmlns:a16="http://schemas.microsoft.com/office/drawing/2014/main" id="{FEFAEB32-484A-AEFF-0DB4-C2B7B23392E0}"/>
                </a:ext>
              </a:extLst>
            </p:cNvPr>
            <p:cNvSpPr/>
            <p:nvPr/>
          </p:nvSpPr>
          <p:spPr>
            <a:xfrm>
              <a:off x="5374631" y="3167374"/>
              <a:ext cx="454745" cy="451492"/>
            </a:xfrm>
            <a:custGeom>
              <a:avLst/>
              <a:gdLst/>
              <a:ahLst/>
              <a:cxnLst/>
              <a:rect l="l" t="t" r="r" b="b"/>
              <a:pathLst>
                <a:path w="4334" h="4303" fill="none" extrusionOk="0">
                  <a:moveTo>
                    <a:pt x="4333" y="2151"/>
                  </a:moveTo>
                  <a:lnTo>
                    <a:pt x="4333" y="2151"/>
                  </a:lnTo>
                  <a:lnTo>
                    <a:pt x="4302" y="1936"/>
                  </a:lnTo>
                  <a:lnTo>
                    <a:pt x="4272" y="1721"/>
                  </a:lnTo>
                  <a:lnTo>
                    <a:pt x="4210" y="1506"/>
                  </a:lnTo>
                  <a:lnTo>
                    <a:pt x="4149" y="1291"/>
                  </a:lnTo>
                  <a:lnTo>
                    <a:pt x="4057" y="1107"/>
                  </a:lnTo>
                  <a:lnTo>
                    <a:pt x="3964" y="953"/>
                  </a:lnTo>
                  <a:lnTo>
                    <a:pt x="3842" y="769"/>
                  </a:lnTo>
                  <a:lnTo>
                    <a:pt x="3688" y="615"/>
                  </a:lnTo>
                  <a:lnTo>
                    <a:pt x="3534" y="492"/>
                  </a:lnTo>
                  <a:lnTo>
                    <a:pt x="3381" y="369"/>
                  </a:lnTo>
                  <a:lnTo>
                    <a:pt x="3196" y="246"/>
                  </a:lnTo>
                  <a:lnTo>
                    <a:pt x="3012" y="154"/>
                  </a:lnTo>
                  <a:lnTo>
                    <a:pt x="2797" y="93"/>
                  </a:lnTo>
                  <a:lnTo>
                    <a:pt x="2612" y="31"/>
                  </a:lnTo>
                  <a:lnTo>
                    <a:pt x="2397" y="0"/>
                  </a:lnTo>
                  <a:lnTo>
                    <a:pt x="2152" y="0"/>
                  </a:lnTo>
                  <a:lnTo>
                    <a:pt x="2152" y="0"/>
                  </a:lnTo>
                  <a:lnTo>
                    <a:pt x="1937" y="0"/>
                  </a:lnTo>
                  <a:lnTo>
                    <a:pt x="1721" y="31"/>
                  </a:lnTo>
                  <a:lnTo>
                    <a:pt x="1537" y="93"/>
                  </a:lnTo>
                  <a:lnTo>
                    <a:pt x="1322" y="154"/>
                  </a:lnTo>
                  <a:lnTo>
                    <a:pt x="1138" y="246"/>
                  </a:lnTo>
                  <a:lnTo>
                    <a:pt x="953" y="369"/>
                  </a:lnTo>
                  <a:lnTo>
                    <a:pt x="800" y="492"/>
                  </a:lnTo>
                  <a:lnTo>
                    <a:pt x="646" y="615"/>
                  </a:lnTo>
                  <a:lnTo>
                    <a:pt x="492" y="769"/>
                  </a:lnTo>
                  <a:lnTo>
                    <a:pt x="370" y="953"/>
                  </a:lnTo>
                  <a:lnTo>
                    <a:pt x="277" y="1107"/>
                  </a:lnTo>
                  <a:lnTo>
                    <a:pt x="185" y="1291"/>
                  </a:lnTo>
                  <a:lnTo>
                    <a:pt x="93" y="1506"/>
                  </a:lnTo>
                  <a:lnTo>
                    <a:pt x="62" y="1721"/>
                  </a:lnTo>
                  <a:lnTo>
                    <a:pt x="32" y="1936"/>
                  </a:lnTo>
                  <a:lnTo>
                    <a:pt x="1" y="2151"/>
                  </a:lnTo>
                  <a:lnTo>
                    <a:pt x="1" y="2151"/>
                  </a:lnTo>
                  <a:lnTo>
                    <a:pt x="32" y="2366"/>
                  </a:lnTo>
                  <a:lnTo>
                    <a:pt x="62" y="2581"/>
                  </a:lnTo>
                  <a:lnTo>
                    <a:pt x="93" y="2797"/>
                  </a:lnTo>
                  <a:lnTo>
                    <a:pt x="185" y="2981"/>
                  </a:lnTo>
                  <a:lnTo>
                    <a:pt x="277" y="3165"/>
                  </a:lnTo>
                  <a:lnTo>
                    <a:pt x="370" y="3350"/>
                  </a:lnTo>
                  <a:lnTo>
                    <a:pt x="492" y="3503"/>
                  </a:lnTo>
                  <a:lnTo>
                    <a:pt x="646" y="3657"/>
                  </a:lnTo>
                  <a:lnTo>
                    <a:pt x="800" y="3810"/>
                  </a:lnTo>
                  <a:lnTo>
                    <a:pt x="953" y="3933"/>
                  </a:lnTo>
                  <a:lnTo>
                    <a:pt x="1138" y="4026"/>
                  </a:lnTo>
                  <a:lnTo>
                    <a:pt x="1322" y="4118"/>
                  </a:lnTo>
                  <a:lnTo>
                    <a:pt x="1537" y="4210"/>
                  </a:lnTo>
                  <a:lnTo>
                    <a:pt x="1721" y="4271"/>
                  </a:lnTo>
                  <a:lnTo>
                    <a:pt x="1937" y="4302"/>
                  </a:lnTo>
                  <a:lnTo>
                    <a:pt x="2152" y="4302"/>
                  </a:lnTo>
                  <a:lnTo>
                    <a:pt x="2152" y="4302"/>
                  </a:lnTo>
                  <a:lnTo>
                    <a:pt x="2397" y="4302"/>
                  </a:lnTo>
                  <a:lnTo>
                    <a:pt x="2612" y="4271"/>
                  </a:lnTo>
                  <a:lnTo>
                    <a:pt x="2797" y="4210"/>
                  </a:lnTo>
                  <a:lnTo>
                    <a:pt x="3012" y="4118"/>
                  </a:lnTo>
                  <a:lnTo>
                    <a:pt x="3196" y="4026"/>
                  </a:lnTo>
                  <a:lnTo>
                    <a:pt x="3381" y="3933"/>
                  </a:lnTo>
                  <a:lnTo>
                    <a:pt x="3534" y="3810"/>
                  </a:lnTo>
                  <a:lnTo>
                    <a:pt x="3688" y="3657"/>
                  </a:lnTo>
                  <a:lnTo>
                    <a:pt x="3842" y="3503"/>
                  </a:lnTo>
                  <a:lnTo>
                    <a:pt x="3964" y="3350"/>
                  </a:lnTo>
                  <a:lnTo>
                    <a:pt x="4057" y="3165"/>
                  </a:lnTo>
                  <a:lnTo>
                    <a:pt x="4149" y="2981"/>
                  </a:lnTo>
                  <a:lnTo>
                    <a:pt x="4210" y="2797"/>
                  </a:lnTo>
                  <a:lnTo>
                    <a:pt x="4272" y="2581"/>
                  </a:lnTo>
                  <a:lnTo>
                    <a:pt x="4302" y="2366"/>
                  </a:lnTo>
                  <a:lnTo>
                    <a:pt x="4333" y="215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2107;p46">
              <a:extLst>
                <a:ext uri="{FF2B5EF4-FFF2-40B4-BE49-F238E27FC236}">
                  <a16:creationId xmlns:a16="http://schemas.microsoft.com/office/drawing/2014/main" id="{04EB37A2-34BC-B281-B8E6-CC4C5455D36F}"/>
                </a:ext>
              </a:extLst>
            </p:cNvPr>
            <p:cNvSpPr/>
            <p:nvPr/>
          </p:nvSpPr>
          <p:spPr>
            <a:xfrm>
              <a:off x="4001256" y="3280169"/>
              <a:ext cx="451492" cy="454745"/>
            </a:xfrm>
            <a:custGeom>
              <a:avLst/>
              <a:gdLst/>
              <a:ahLst/>
              <a:cxnLst/>
              <a:rect l="l" t="t" r="r" b="b"/>
              <a:pathLst>
                <a:path w="4303" h="4334" extrusionOk="0">
                  <a:moveTo>
                    <a:pt x="2151" y="1"/>
                  </a:moveTo>
                  <a:lnTo>
                    <a:pt x="1936" y="32"/>
                  </a:lnTo>
                  <a:lnTo>
                    <a:pt x="1721" y="62"/>
                  </a:lnTo>
                  <a:lnTo>
                    <a:pt x="1506" y="93"/>
                  </a:lnTo>
                  <a:lnTo>
                    <a:pt x="1322" y="185"/>
                  </a:lnTo>
                  <a:lnTo>
                    <a:pt x="1137" y="277"/>
                  </a:lnTo>
                  <a:lnTo>
                    <a:pt x="953" y="370"/>
                  </a:lnTo>
                  <a:lnTo>
                    <a:pt x="800" y="493"/>
                  </a:lnTo>
                  <a:lnTo>
                    <a:pt x="646" y="646"/>
                  </a:lnTo>
                  <a:lnTo>
                    <a:pt x="492" y="800"/>
                  </a:lnTo>
                  <a:lnTo>
                    <a:pt x="369" y="953"/>
                  </a:lnTo>
                  <a:lnTo>
                    <a:pt x="246" y="1138"/>
                  </a:lnTo>
                  <a:lnTo>
                    <a:pt x="154" y="1322"/>
                  </a:lnTo>
                  <a:lnTo>
                    <a:pt x="93" y="1506"/>
                  </a:lnTo>
                  <a:lnTo>
                    <a:pt x="31" y="1722"/>
                  </a:lnTo>
                  <a:lnTo>
                    <a:pt x="1" y="1937"/>
                  </a:lnTo>
                  <a:lnTo>
                    <a:pt x="1" y="2152"/>
                  </a:lnTo>
                  <a:lnTo>
                    <a:pt x="1" y="2398"/>
                  </a:lnTo>
                  <a:lnTo>
                    <a:pt x="31" y="2582"/>
                  </a:lnTo>
                  <a:lnTo>
                    <a:pt x="93" y="2797"/>
                  </a:lnTo>
                  <a:lnTo>
                    <a:pt x="154" y="3012"/>
                  </a:lnTo>
                  <a:lnTo>
                    <a:pt x="246" y="3196"/>
                  </a:lnTo>
                  <a:lnTo>
                    <a:pt x="369" y="3381"/>
                  </a:lnTo>
                  <a:lnTo>
                    <a:pt x="492" y="3534"/>
                  </a:lnTo>
                  <a:lnTo>
                    <a:pt x="646" y="3688"/>
                  </a:lnTo>
                  <a:lnTo>
                    <a:pt x="800" y="3811"/>
                  </a:lnTo>
                  <a:lnTo>
                    <a:pt x="953" y="3965"/>
                  </a:lnTo>
                  <a:lnTo>
                    <a:pt x="1137" y="4057"/>
                  </a:lnTo>
                  <a:lnTo>
                    <a:pt x="1322" y="4149"/>
                  </a:lnTo>
                  <a:lnTo>
                    <a:pt x="1506" y="4210"/>
                  </a:lnTo>
                  <a:lnTo>
                    <a:pt x="1721" y="4272"/>
                  </a:lnTo>
                  <a:lnTo>
                    <a:pt x="1936" y="4303"/>
                  </a:lnTo>
                  <a:lnTo>
                    <a:pt x="2151" y="4333"/>
                  </a:lnTo>
                  <a:lnTo>
                    <a:pt x="2367" y="4303"/>
                  </a:lnTo>
                  <a:lnTo>
                    <a:pt x="2582" y="4272"/>
                  </a:lnTo>
                  <a:lnTo>
                    <a:pt x="2797" y="4210"/>
                  </a:lnTo>
                  <a:lnTo>
                    <a:pt x="2981" y="4149"/>
                  </a:lnTo>
                  <a:lnTo>
                    <a:pt x="3196" y="4057"/>
                  </a:lnTo>
                  <a:lnTo>
                    <a:pt x="3350" y="3965"/>
                  </a:lnTo>
                  <a:lnTo>
                    <a:pt x="3534" y="3811"/>
                  </a:lnTo>
                  <a:lnTo>
                    <a:pt x="3688" y="3688"/>
                  </a:lnTo>
                  <a:lnTo>
                    <a:pt x="3811" y="3534"/>
                  </a:lnTo>
                  <a:lnTo>
                    <a:pt x="3934" y="3381"/>
                  </a:lnTo>
                  <a:lnTo>
                    <a:pt x="4056" y="3196"/>
                  </a:lnTo>
                  <a:lnTo>
                    <a:pt x="4149" y="3012"/>
                  </a:lnTo>
                  <a:lnTo>
                    <a:pt x="4210" y="2797"/>
                  </a:lnTo>
                  <a:lnTo>
                    <a:pt x="4272" y="2582"/>
                  </a:lnTo>
                  <a:lnTo>
                    <a:pt x="4302" y="2398"/>
                  </a:lnTo>
                  <a:lnTo>
                    <a:pt x="4302" y="2152"/>
                  </a:lnTo>
                  <a:lnTo>
                    <a:pt x="4302" y="1937"/>
                  </a:lnTo>
                  <a:lnTo>
                    <a:pt x="4272" y="1722"/>
                  </a:lnTo>
                  <a:lnTo>
                    <a:pt x="4210" y="1506"/>
                  </a:lnTo>
                  <a:lnTo>
                    <a:pt x="4149" y="1322"/>
                  </a:lnTo>
                  <a:lnTo>
                    <a:pt x="4056" y="1138"/>
                  </a:lnTo>
                  <a:lnTo>
                    <a:pt x="3934" y="953"/>
                  </a:lnTo>
                  <a:lnTo>
                    <a:pt x="3811" y="800"/>
                  </a:lnTo>
                  <a:lnTo>
                    <a:pt x="3688" y="646"/>
                  </a:lnTo>
                  <a:lnTo>
                    <a:pt x="3534" y="493"/>
                  </a:lnTo>
                  <a:lnTo>
                    <a:pt x="3350" y="370"/>
                  </a:lnTo>
                  <a:lnTo>
                    <a:pt x="3196" y="277"/>
                  </a:lnTo>
                  <a:lnTo>
                    <a:pt x="2981" y="185"/>
                  </a:lnTo>
                  <a:lnTo>
                    <a:pt x="2797" y="93"/>
                  </a:lnTo>
                  <a:lnTo>
                    <a:pt x="2582" y="62"/>
                  </a:lnTo>
                  <a:lnTo>
                    <a:pt x="2367" y="32"/>
                  </a:lnTo>
                  <a:lnTo>
                    <a:pt x="2151" y="1"/>
                  </a:lnTo>
                  <a:close/>
                </a:path>
              </a:pathLst>
            </a:custGeom>
            <a:solidFill>
              <a:srgbClr val="668C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2108;p46">
              <a:extLst>
                <a:ext uri="{FF2B5EF4-FFF2-40B4-BE49-F238E27FC236}">
                  <a16:creationId xmlns:a16="http://schemas.microsoft.com/office/drawing/2014/main" id="{37186D31-E368-B14E-D460-7A74243C45CB}"/>
                </a:ext>
              </a:extLst>
            </p:cNvPr>
            <p:cNvSpPr/>
            <p:nvPr/>
          </p:nvSpPr>
          <p:spPr>
            <a:xfrm>
              <a:off x="4001256" y="3280169"/>
              <a:ext cx="451492" cy="454745"/>
            </a:xfrm>
            <a:custGeom>
              <a:avLst/>
              <a:gdLst/>
              <a:ahLst/>
              <a:cxnLst/>
              <a:rect l="l" t="t" r="r" b="b"/>
              <a:pathLst>
                <a:path w="4303" h="4334" fill="none" extrusionOk="0">
                  <a:moveTo>
                    <a:pt x="4302" y="2152"/>
                  </a:moveTo>
                  <a:lnTo>
                    <a:pt x="4302" y="2152"/>
                  </a:lnTo>
                  <a:lnTo>
                    <a:pt x="4302" y="1937"/>
                  </a:lnTo>
                  <a:lnTo>
                    <a:pt x="4272" y="1722"/>
                  </a:lnTo>
                  <a:lnTo>
                    <a:pt x="4210" y="1506"/>
                  </a:lnTo>
                  <a:lnTo>
                    <a:pt x="4149" y="1322"/>
                  </a:lnTo>
                  <a:lnTo>
                    <a:pt x="4056" y="1138"/>
                  </a:lnTo>
                  <a:lnTo>
                    <a:pt x="3934" y="953"/>
                  </a:lnTo>
                  <a:lnTo>
                    <a:pt x="3811" y="800"/>
                  </a:lnTo>
                  <a:lnTo>
                    <a:pt x="3688" y="646"/>
                  </a:lnTo>
                  <a:lnTo>
                    <a:pt x="3534" y="493"/>
                  </a:lnTo>
                  <a:lnTo>
                    <a:pt x="3350" y="370"/>
                  </a:lnTo>
                  <a:lnTo>
                    <a:pt x="3196" y="277"/>
                  </a:lnTo>
                  <a:lnTo>
                    <a:pt x="2981" y="185"/>
                  </a:lnTo>
                  <a:lnTo>
                    <a:pt x="2797" y="93"/>
                  </a:lnTo>
                  <a:lnTo>
                    <a:pt x="2582" y="62"/>
                  </a:lnTo>
                  <a:lnTo>
                    <a:pt x="2367" y="32"/>
                  </a:lnTo>
                  <a:lnTo>
                    <a:pt x="2151" y="1"/>
                  </a:lnTo>
                  <a:lnTo>
                    <a:pt x="2151" y="1"/>
                  </a:lnTo>
                  <a:lnTo>
                    <a:pt x="1936" y="32"/>
                  </a:lnTo>
                  <a:lnTo>
                    <a:pt x="1721" y="62"/>
                  </a:lnTo>
                  <a:lnTo>
                    <a:pt x="1506" y="93"/>
                  </a:lnTo>
                  <a:lnTo>
                    <a:pt x="1322" y="185"/>
                  </a:lnTo>
                  <a:lnTo>
                    <a:pt x="1137" y="277"/>
                  </a:lnTo>
                  <a:lnTo>
                    <a:pt x="953" y="370"/>
                  </a:lnTo>
                  <a:lnTo>
                    <a:pt x="800" y="493"/>
                  </a:lnTo>
                  <a:lnTo>
                    <a:pt x="646" y="646"/>
                  </a:lnTo>
                  <a:lnTo>
                    <a:pt x="492" y="800"/>
                  </a:lnTo>
                  <a:lnTo>
                    <a:pt x="369" y="953"/>
                  </a:lnTo>
                  <a:lnTo>
                    <a:pt x="246" y="1138"/>
                  </a:lnTo>
                  <a:lnTo>
                    <a:pt x="154" y="1322"/>
                  </a:lnTo>
                  <a:lnTo>
                    <a:pt x="93" y="1506"/>
                  </a:lnTo>
                  <a:lnTo>
                    <a:pt x="31" y="1722"/>
                  </a:lnTo>
                  <a:lnTo>
                    <a:pt x="1" y="1937"/>
                  </a:lnTo>
                  <a:lnTo>
                    <a:pt x="1" y="2152"/>
                  </a:lnTo>
                  <a:lnTo>
                    <a:pt x="1" y="2152"/>
                  </a:lnTo>
                  <a:lnTo>
                    <a:pt x="1" y="2398"/>
                  </a:lnTo>
                  <a:lnTo>
                    <a:pt x="31" y="2582"/>
                  </a:lnTo>
                  <a:lnTo>
                    <a:pt x="93" y="2797"/>
                  </a:lnTo>
                  <a:lnTo>
                    <a:pt x="154" y="3012"/>
                  </a:lnTo>
                  <a:lnTo>
                    <a:pt x="246" y="3196"/>
                  </a:lnTo>
                  <a:lnTo>
                    <a:pt x="369" y="3381"/>
                  </a:lnTo>
                  <a:lnTo>
                    <a:pt x="492" y="3534"/>
                  </a:lnTo>
                  <a:lnTo>
                    <a:pt x="646" y="3688"/>
                  </a:lnTo>
                  <a:lnTo>
                    <a:pt x="800" y="3811"/>
                  </a:lnTo>
                  <a:lnTo>
                    <a:pt x="953" y="3965"/>
                  </a:lnTo>
                  <a:lnTo>
                    <a:pt x="1137" y="4057"/>
                  </a:lnTo>
                  <a:lnTo>
                    <a:pt x="1322" y="4149"/>
                  </a:lnTo>
                  <a:lnTo>
                    <a:pt x="1506" y="4210"/>
                  </a:lnTo>
                  <a:lnTo>
                    <a:pt x="1721" y="4272"/>
                  </a:lnTo>
                  <a:lnTo>
                    <a:pt x="1936" y="4303"/>
                  </a:lnTo>
                  <a:lnTo>
                    <a:pt x="2151" y="4333"/>
                  </a:lnTo>
                  <a:lnTo>
                    <a:pt x="2151" y="4333"/>
                  </a:lnTo>
                  <a:lnTo>
                    <a:pt x="2367" y="4303"/>
                  </a:lnTo>
                  <a:lnTo>
                    <a:pt x="2582" y="4272"/>
                  </a:lnTo>
                  <a:lnTo>
                    <a:pt x="2797" y="4210"/>
                  </a:lnTo>
                  <a:lnTo>
                    <a:pt x="2981" y="4149"/>
                  </a:lnTo>
                  <a:lnTo>
                    <a:pt x="3196" y="4057"/>
                  </a:lnTo>
                  <a:lnTo>
                    <a:pt x="3350" y="3965"/>
                  </a:lnTo>
                  <a:lnTo>
                    <a:pt x="3534" y="3811"/>
                  </a:lnTo>
                  <a:lnTo>
                    <a:pt x="3688" y="3688"/>
                  </a:lnTo>
                  <a:lnTo>
                    <a:pt x="3811" y="3534"/>
                  </a:lnTo>
                  <a:lnTo>
                    <a:pt x="3934" y="3381"/>
                  </a:lnTo>
                  <a:lnTo>
                    <a:pt x="4056" y="3196"/>
                  </a:lnTo>
                  <a:lnTo>
                    <a:pt x="4149" y="3012"/>
                  </a:lnTo>
                  <a:lnTo>
                    <a:pt x="4210" y="2797"/>
                  </a:lnTo>
                  <a:lnTo>
                    <a:pt x="4272" y="2582"/>
                  </a:lnTo>
                  <a:lnTo>
                    <a:pt x="4302" y="2398"/>
                  </a:lnTo>
                  <a:lnTo>
                    <a:pt x="4302" y="215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2109;p46">
              <a:extLst>
                <a:ext uri="{FF2B5EF4-FFF2-40B4-BE49-F238E27FC236}">
                  <a16:creationId xmlns:a16="http://schemas.microsoft.com/office/drawing/2014/main" id="{DC91FABB-CC17-A91E-88CD-4D4C1FA12070}"/>
                </a:ext>
              </a:extLst>
            </p:cNvPr>
            <p:cNvSpPr/>
            <p:nvPr/>
          </p:nvSpPr>
          <p:spPr>
            <a:xfrm>
              <a:off x="4226952" y="3473650"/>
              <a:ext cx="199987" cy="203240"/>
            </a:xfrm>
            <a:custGeom>
              <a:avLst/>
              <a:gdLst/>
              <a:ahLst/>
              <a:cxnLst/>
              <a:rect l="l" t="t" r="r" b="b"/>
              <a:pathLst>
                <a:path w="1906" h="1937" extrusionOk="0">
                  <a:moveTo>
                    <a:pt x="953" y="0"/>
                  </a:moveTo>
                  <a:lnTo>
                    <a:pt x="769" y="31"/>
                  </a:lnTo>
                  <a:lnTo>
                    <a:pt x="584" y="62"/>
                  </a:lnTo>
                  <a:lnTo>
                    <a:pt x="400" y="154"/>
                  </a:lnTo>
                  <a:lnTo>
                    <a:pt x="277" y="277"/>
                  </a:lnTo>
                  <a:lnTo>
                    <a:pt x="154" y="431"/>
                  </a:lnTo>
                  <a:lnTo>
                    <a:pt x="62" y="584"/>
                  </a:lnTo>
                  <a:lnTo>
                    <a:pt x="0" y="769"/>
                  </a:lnTo>
                  <a:lnTo>
                    <a:pt x="0" y="953"/>
                  </a:lnTo>
                  <a:lnTo>
                    <a:pt x="0" y="1168"/>
                  </a:lnTo>
                  <a:lnTo>
                    <a:pt x="62" y="1352"/>
                  </a:lnTo>
                  <a:lnTo>
                    <a:pt x="154" y="1506"/>
                  </a:lnTo>
                  <a:lnTo>
                    <a:pt x="277" y="1660"/>
                  </a:lnTo>
                  <a:lnTo>
                    <a:pt x="400" y="1752"/>
                  </a:lnTo>
                  <a:lnTo>
                    <a:pt x="584" y="1844"/>
                  </a:lnTo>
                  <a:lnTo>
                    <a:pt x="769" y="1905"/>
                  </a:lnTo>
                  <a:lnTo>
                    <a:pt x="953" y="1936"/>
                  </a:lnTo>
                  <a:lnTo>
                    <a:pt x="1137" y="1905"/>
                  </a:lnTo>
                  <a:lnTo>
                    <a:pt x="1322" y="1844"/>
                  </a:lnTo>
                  <a:lnTo>
                    <a:pt x="1506" y="1752"/>
                  </a:lnTo>
                  <a:lnTo>
                    <a:pt x="1629" y="1660"/>
                  </a:lnTo>
                  <a:lnTo>
                    <a:pt x="1752" y="1506"/>
                  </a:lnTo>
                  <a:lnTo>
                    <a:pt x="1844" y="1352"/>
                  </a:lnTo>
                  <a:lnTo>
                    <a:pt x="1905" y="1168"/>
                  </a:lnTo>
                  <a:lnTo>
                    <a:pt x="1905" y="953"/>
                  </a:lnTo>
                  <a:lnTo>
                    <a:pt x="1905" y="769"/>
                  </a:lnTo>
                  <a:lnTo>
                    <a:pt x="1844" y="584"/>
                  </a:lnTo>
                  <a:lnTo>
                    <a:pt x="1752" y="431"/>
                  </a:lnTo>
                  <a:lnTo>
                    <a:pt x="1629" y="277"/>
                  </a:lnTo>
                  <a:lnTo>
                    <a:pt x="1506" y="154"/>
                  </a:lnTo>
                  <a:lnTo>
                    <a:pt x="1322" y="62"/>
                  </a:lnTo>
                  <a:lnTo>
                    <a:pt x="1137" y="31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rgbClr val="38B3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2110;p46">
              <a:extLst>
                <a:ext uri="{FF2B5EF4-FFF2-40B4-BE49-F238E27FC236}">
                  <a16:creationId xmlns:a16="http://schemas.microsoft.com/office/drawing/2014/main" id="{626D12F9-9BCF-5F5C-899E-454BD1FA979C}"/>
                </a:ext>
              </a:extLst>
            </p:cNvPr>
            <p:cNvSpPr/>
            <p:nvPr/>
          </p:nvSpPr>
          <p:spPr>
            <a:xfrm>
              <a:off x="4226952" y="3473650"/>
              <a:ext cx="199987" cy="203240"/>
            </a:xfrm>
            <a:custGeom>
              <a:avLst/>
              <a:gdLst/>
              <a:ahLst/>
              <a:cxnLst/>
              <a:rect l="l" t="t" r="r" b="b"/>
              <a:pathLst>
                <a:path w="1906" h="1937" fill="none" extrusionOk="0">
                  <a:moveTo>
                    <a:pt x="1905" y="953"/>
                  </a:moveTo>
                  <a:lnTo>
                    <a:pt x="1905" y="953"/>
                  </a:lnTo>
                  <a:lnTo>
                    <a:pt x="1905" y="769"/>
                  </a:lnTo>
                  <a:lnTo>
                    <a:pt x="1844" y="584"/>
                  </a:lnTo>
                  <a:lnTo>
                    <a:pt x="1752" y="431"/>
                  </a:lnTo>
                  <a:lnTo>
                    <a:pt x="1629" y="277"/>
                  </a:lnTo>
                  <a:lnTo>
                    <a:pt x="1506" y="154"/>
                  </a:lnTo>
                  <a:lnTo>
                    <a:pt x="1322" y="62"/>
                  </a:lnTo>
                  <a:lnTo>
                    <a:pt x="1137" y="31"/>
                  </a:lnTo>
                  <a:lnTo>
                    <a:pt x="953" y="0"/>
                  </a:lnTo>
                  <a:lnTo>
                    <a:pt x="953" y="0"/>
                  </a:lnTo>
                  <a:lnTo>
                    <a:pt x="769" y="31"/>
                  </a:lnTo>
                  <a:lnTo>
                    <a:pt x="584" y="62"/>
                  </a:lnTo>
                  <a:lnTo>
                    <a:pt x="400" y="154"/>
                  </a:lnTo>
                  <a:lnTo>
                    <a:pt x="277" y="277"/>
                  </a:lnTo>
                  <a:lnTo>
                    <a:pt x="154" y="431"/>
                  </a:lnTo>
                  <a:lnTo>
                    <a:pt x="62" y="584"/>
                  </a:lnTo>
                  <a:lnTo>
                    <a:pt x="0" y="769"/>
                  </a:lnTo>
                  <a:lnTo>
                    <a:pt x="0" y="953"/>
                  </a:lnTo>
                  <a:lnTo>
                    <a:pt x="0" y="953"/>
                  </a:lnTo>
                  <a:lnTo>
                    <a:pt x="0" y="1168"/>
                  </a:lnTo>
                  <a:lnTo>
                    <a:pt x="62" y="1352"/>
                  </a:lnTo>
                  <a:lnTo>
                    <a:pt x="154" y="1506"/>
                  </a:lnTo>
                  <a:lnTo>
                    <a:pt x="277" y="1660"/>
                  </a:lnTo>
                  <a:lnTo>
                    <a:pt x="400" y="1752"/>
                  </a:lnTo>
                  <a:lnTo>
                    <a:pt x="584" y="1844"/>
                  </a:lnTo>
                  <a:lnTo>
                    <a:pt x="769" y="1905"/>
                  </a:lnTo>
                  <a:lnTo>
                    <a:pt x="953" y="1936"/>
                  </a:lnTo>
                  <a:lnTo>
                    <a:pt x="953" y="1936"/>
                  </a:lnTo>
                  <a:lnTo>
                    <a:pt x="1137" y="1905"/>
                  </a:lnTo>
                  <a:lnTo>
                    <a:pt x="1322" y="1844"/>
                  </a:lnTo>
                  <a:lnTo>
                    <a:pt x="1506" y="1752"/>
                  </a:lnTo>
                  <a:lnTo>
                    <a:pt x="1629" y="1660"/>
                  </a:lnTo>
                  <a:lnTo>
                    <a:pt x="1752" y="1506"/>
                  </a:lnTo>
                  <a:lnTo>
                    <a:pt x="1844" y="1352"/>
                  </a:lnTo>
                  <a:lnTo>
                    <a:pt x="1905" y="1168"/>
                  </a:lnTo>
                  <a:lnTo>
                    <a:pt x="1905" y="95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2111;p46">
              <a:extLst>
                <a:ext uri="{FF2B5EF4-FFF2-40B4-BE49-F238E27FC236}">
                  <a16:creationId xmlns:a16="http://schemas.microsoft.com/office/drawing/2014/main" id="{2ACE55F2-F332-5DC1-446B-7D8E9BAA275B}"/>
                </a:ext>
              </a:extLst>
            </p:cNvPr>
            <p:cNvSpPr/>
            <p:nvPr/>
          </p:nvSpPr>
          <p:spPr>
            <a:xfrm>
              <a:off x="4365559" y="3351098"/>
              <a:ext cx="325687" cy="322539"/>
            </a:xfrm>
            <a:custGeom>
              <a:avLst/>
              <a:gdLst/>
              <a:ahLst/>
              <a:cxnLst/>
              <a:rect l="l" t="t" r="r" b="b"/>
              <a:pathLst>
                <a:path w="3104" h="3074" extrusionOk="0">
                  <a:moveTo>
                    <a:pt x="1537" y="1"/>
                  </a:moveTo>
                  <a:lnTo>
                    <a:pt x="1230" y="32"/>
                  </a:lnTo>
                  <a:lnTo>
                    <a:pt x="953" y="124"/>
                  </a:lnTo>
                  <a:lnTo>
                    <a:pt x="677" y="247"/>
                  </a:lnTo>
                  <a:lnTo>
                    <a:pt x="462" y="431"/>
                  </a:lnTo>
                  <a:lnTo>
                    <a:pt x="277" y="677"/>
                  </a:lnTo>
                  <a:lnTo>
                    <a:pt x="124" y="923"/>
                  </a:lnTo>
                  <a:lnTo>
                    <a:pt x="31" y="1230"/>
                  </a:lnTo>
                  <a:lnTo>
                    <a:pt x="1" y="1537"/>
                  </a:lnTo>
                  <a:lnTo>
                    <a:pt x="31" y="1844"/>
                  </a:lnTo>
                  <a:lnTo>
                    <a:pt x="124" y="2152"/>
                  </a:lnTo>
                  <a:lnTo>
                    <a:pt x="277" y="2397"/>
                  </a:lnTo>
                  <a:lnTo>
                    <a:pt x="462" y="2613"/>
                  </a:lnTo>
                  <a:lnTo>
                    <a:pt x="677" y="2828"/>
                  </a:lnTo>
                  <a:lnTo>
                    <a:pt x="953" y="2951"/>
                  </a:lnTo>
                  <a:lnTo>
                    <a:pt x="1230" y="3043"/>
                  </a:lnTo>
                  <a:lnTo>
                    <a:pt x="1537" y="3073"/>
                  </a:lnTo>
                  <a:lnTo>
                    <a:pt x="1844" y="3043"/>
                  </a:lnTo>
                  <a:lnTo>
                    <a:pt x="2151" y="2951"/>
                  </a:lnTo>
                  <a:lnTo>
                    <a:pt x="2397" y="2828"/>
                  </a:lnTo>
                  <a:lnTo>
                    <a:pt x="2643" y="2613"/>
                  </a:lnTo>
                  <a:lnTo>
                    <a:pt x="2827" y="2397"/>
                  </a:lnTo>
                  <a:lnTo>
                    <a:pt x="2981" y="2152"/>
                  </a:lnTo>
                  <a:lnTo>
                    <a:pt x="3042" y="1844"/>
                  </a:lnTo>
                  <a:lnTo>
                    <a:pt x="3104" y="1537"/>
                  </a:lnTo>
                  <a:lnTo>
                    <a:pt x="3042" y="1230"/>
                  </a:lnTo>
                  <a:lnTo>
                    <a:pt x="2981" y="923"/>
                  </a:lnTo>
                  <a:lnTo>
                    <a:pt x="2827" y="677"/>
                  </a:lnTo>
                  <a:lnTo>
                    <a:pt x="2643" y="431"/>
                  </a:lnTo>
                  <a:lnTo>
                    <a:pt x="2397" y="247"/>
                  </a:lnTo>
                  <a:lnTo>
                    <a:pt x="2151" y="124"/>
                  </a:lnTo>
                  <a:lnTo>
                    <a:pt x="1844" y="32"/>
                  </a:lnTo>
                  <a:lnTo>
                    <a:pt x="1537" y="1"/>
                  </a:lnTo>
                  <a:close/>
                </a:path>
              </a:pathLst>
            </a:custGeom>
            <a:solidFill>
              <a:srgbClr val="38B3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2112;p46">
              <a:extLst>
                <a:ext uri="{FF2B5EF4-FFF2-40B4-BE49-F238E27FC236}">
                  <a16:creationId xmlns:a16="http://schemas.microsoft.com/office/drawing/2014/main" id="{BDBBB3F7-8FCB-4131-2D98-073D2534C719}"/>
                </a:ext>
              </a:extLst>
            </p:cNvPr>
            <p:cNvSpPr/>
            <p:nvPr/>
          </p:nvSpPr>
          <p:spPr>
            <a:xfrm>
              <a:off x="4365559" y="3351098"/>
              <a:ext cx="325687" cy="322539"/>
            </a:xfrm>
            <a:custGeom>
              <a:avLst/>
              <a:gdLst/>
              <a:ahLst/>
              <a:cxnLst/>
              <a:rect l="l" t="t" r="r" b="b"/>
              <a:pathLst>
                <a:path w="3104" h="3074" fill="none" extrusionOk="0">
                  <a:moveTo>
                    <a:pt x="3104" y="1537"/>
                  </a:moveTo>
                  <a:lnTo>
                    <a:pt x="3104" y="1537"/>
                  </a:lnTo>
                  <a:lnTo>
                    <a:pt x="3042" y="1230"/>
                  </a:lnTo>
                  <a:lnTo>
                    <a:pt x="2981" y="923"/>
                  </a:lnTo>
                  <a:lnTo>
                    <a:pt x="2827" y="677"/>
                  </a:lnTo>
                  <a:lnTo>
                    <a:pt x="2643" y="431"/>
                  </a:lnTo>
                  <a:lnTo>
                    <a:pt x="2397" y="247"/>
                  </a:lnTo>
                  <a:lnTo>
                    <a:pt x="2151" y="124"/>
                  </a:lnTo>
                  <a:lnTo>
                    <a:pt x="1844" y="32"/>
                  </a:lnTo>
                  <a:lnTo>
                    <a:pt x="1537" y="1"/>
                  </a:lnTo>
                  <a:lnTo>
                    <a:pt x="1537" y="1"/>
                  </a:lnTo>
                  <a:lnTo>
                    <a:pt x="1230" y="32"/>
                  </a:lnTo>
                  <a:lnTo>
                    <a:pt x="953" y="124"/>
                  </a:lnTo>
                  <a:lnTo>
                    <a:pt x="677" y="247"/>
                  </a:lnTo>
                  <a:lnTo>
                    <a:pt x="462" y="431"/>
                  </a:lnTo>
                  <a:lnTo>
                    <a:pt x="277" y="677"/>
                  </a:lnTo>
                  <a:lnTo>
                    <a:pt x="124" y="923"/>
                  </a:lnTo>
                  <a:lnTo>
                    <a:pt x="31" y="1230"/>
                  </a:lnTo>
                  <a:lnTo>
                    <a:pt x="1" y="1537"/>
                  </a:lnTo>
                  <a:lnTo>
                    <a:pt x="1" y="1537"/>
                  </a:lnTo>
                  <a:lnTo>
                    <a:pt x="31" y="1844"/>
                  </a:lnTo>
                  <a:lnTo>
                    <a:pt x="124" y="2152"/>
                  </a:lnTo>
                  <a:lnTo>
                    <a:pt x="277" y="2397"/>
                  </a:lnTo>
                  <a:lnTo>
                    <a:pt x="462" y="2613"/>
                  </a:lnTo>
                  <a:lnTo>
                    <a:pt x="677" y="2828"/>
                  </a:lnTo>
                  <a:lnTo>
                    <a:pt x="953" y="2951"/>
                  </a:lnTo>
                  <a:lnTo>
                    <a:pt x="1230" y="3043"/>
                  </a:lnTo>
                  <a:lnTo>
                    <a:pt x="1537" y="3073"/>
                  </a:lnTo>
                  <a:lnTo>
                    <a:pt x="1537" y="3073"/>
                  </a:lnTo>
                  <a:lnTo>
                    <a:pt x="1844" y="3043"/>
                  </a:lnTo>
                  <a:lnTo>
                    <a:pt x="2151" y="2951"/>
                  </a:lnTo>
                  <a:lnTo>
                    <a:pt x="2397" y="2828"/>
                  </a:lnTo>
                  <a:lnTo>
                    <a:pt x="2643" y="2613"/>
                  </a:lnTo>
                  <a:lnTo>
                    <a:pt x="2827" y="2397"/>
                  </a:lnTo>
                  <a:lnTo>
                    <a:pt x="2981" y="2152"/>
                  </a:lnTo>
                  <a:lnTo>
                    <a:pt x="3042" y="1844"/>
                  </a:lnTo>
                  <a:lnTo>
                    <a:pt x="3104" y="153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2113;p46">
              <a:extLst>
                <a:ext uri="{FF2B5EF4-FFF2-40B4-BE49-F238E27FC236}">
                  <a16:creationId xmlns:a16="http://schemas.microsoft.com/office/drawing/2014/main" id="{AFF29F36-97E5-52AC-8ED8-9FB2D61076D4}"/>
                </a:ext>
              </a:extLst>
            </p:cNvPr>
            <p:cNvSpPr/>
            <p:nvPr/>
          </p:nvSpPr>
          <p:spPr>
            <a:xfrm>
              <a:off x="4668585" y="3441438"/>
              <a:ext cx="232304" cy="235452"/>
            </a:xfrm>
            <a:custGeom>
              <a:avLst/>
              <a:gdLst/>
              <a:ahLst/>
              <a:cxnLst/>
              <a:rect l="l" t="t" r="r" b="b"/>
              <a:pathLst>
                <a:path w="2214" h="2244" extrusionOk="0">
                  <a:moveTo>
                    <a:pt x="1107" y="0"/>
                  </a:moveTo>
                  <a:lnTo>
                    <a:pt x="892" y="31"/>
                  </a:lnTo>
                  <a:lnTo>
                    <a:pt x="677" y="92"/>
                  </a:lnTo>
                  <a:lnTo>
                    <a:pt x="492" y="215"/>
                  </a:lnTo>
                  <a:lnTo>
                    <a:pt x="308" y="338"/>
                  </a:lnTo>
                  <a:lnTo>
                    <a:pt x="185" y="492"/>
                  </a:lnTo>
                  <a:lnTo>
                    <a:pt x="93" y="676"/>
                  </a:lnTo>
                  <a:lnTo>
                    <a:pt x="32" y="891"/>
                  </a:lnTo>
                  <a:lnTo>
                    <a:pt x="1" y="1137"/>
                  </a:lnTo>
                  <a:lnTo>
                    <a:pt x="32" y="1352"/>
                  </a:lnTo>
                  <a:lnTo>
                    <a:pt x="93" y="1567"/>
                  </a:lnTo>
                  <a:lnTo>
                    <a:pt x="185" y="1752"/>
                  </a:lnTo>
                  <a:lnTo>
                    <a:pt x="308" y="1905"/>
                  </a:lnTo>
                  <a:lnTo>
                    <a:pt x="492" y="2059"/>
                  </a:lnTo>
                  <a:lnTo>
                    <a:pt x="677" y="2151"/>
                  </a:lnTo>
                  <a:lnTo>
                    <a:pt x="892" y="2212"/>
                  </a:lnTo>
                  <a:lnTo>
                    <a:pt x="1107" y="2243"/>
                  </a:lnTo>
                  <a:lnTo>
                    <a:pt x="1322" y="2212"/>
                  </a:lnTo>
                  <a:lnTo>
                    <a:pt x="1537" y="2151"/>
                  </a:lnTo>
                  <a:lnTo>
                    <a:pt x="1722" y="2059"/>
                  </a:lnTo>
                  <a:lnTo>
                    <a:pt x="1906" y="1905"/>
                  </a:lnTo>
                  <a:lnTo>
                    <a:pt x="2029" y="1752"/>
                  </a:lnTo>
                  <a:lnTo>
                    <a:pt x="2121" y="1567"/>
                  </a:lnTo>
                  <a:lnTo>
                    <a:pt x="2213" y="1352"/>
                  </a:lnTo>
                  <a:lnTo>
                    <a:pt x="2213" y="1137"/>
                  </a:lnTo>
                  <a:lnTo>
                    <a:pt x="2213" y="891"/>
                  </a:lnTo>
                  <a:lnTo>
                    <a:pt x="2121" y="676"/>
                  </a:lnTo>
                  <a:lnTo>
                    <a:pt x="2029" y="492"/>
                  </a:lnTo>
                  <a:lnTo>
                    <a:pt x="1906" y="338"/>
                  </a:lnTo>
                  <a:lnTo>
                    <a:pt x="1722" y="215"/>
                  </a:lnTo>
                  <a:lnTo>
                    <a:pt x="1537" y="92"/>
                  </a:lnTo>
                  <a:lnTo>
                    <a:pt x="1322" y="31"/>
                  </a:lnTo>
                  <a:lnTo>
                    <a:pt x="1107" y="0"/>
                  </a:lnTo>
                  <a:close/>
                </a:path>
              </a:pathLst>
            </a:custGeom>
            <a:solidFill>
              <a:srgbClr val="38B3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2114;p46">
              <a:extLst>
                <a:ext uri="{FF2B5EF4-FFF2-40B4-BE49-F238E27FC236}">
                  <a16:creationId xmlns:a16="http://schemas.microsoft.com/office/drawing/2014/main" id="{9FCB8EF9-9E04-F8A3-D4C8-EC962D508BA2}"/>
                </a:ext>
              </a:extLst>
            </p:cNvPr>
            <p:cNvSpPr/>
            <p:nvPr/>
          </p:nvSpPr>
          <p:spPr>
            <a:xfrm>
              <a:off x="4668585" y="3441438"/>
              <a:ext cx="232304" cy="235452"/>
            </a:xfrm>
            <a:custGeom>
              <a:avLst/>
              <a:gdLst/>
              <a:ahLst/>
              <a:cxnLst/>
              <a:rect l="l" t="t" r="r" b="b"/>
              <a:pathLst>
                <a:path w="2214" h="2244" fill="none" extrusionOk="0">
                  <a:moveTo>
                    <a:pt x="2213" y="1137"/>
                  </a:moveTo>
                  <a:lnTo>
                    <a:pt x="2213" y="1137"/>
                  </a:lnTo>
                  <a:lnTo>
                    <a:pt x="2213" y="891"/>
                  </a:lnTo>
                  <a:lnTo>
                    <a:pt x="2121" y="676"/>
                  </a:lnTo>
                  <a:lnTo>
                    <a:pt x="2029" y="492"/>
                  </a:lnTo>
                  <a:lnTo>
                    <a:pt x="1906" y="338"/>
                  </a:lnTo>
                  <a:lnTo>
                    <a:pt x="1722" y="215"/>
                  </a:lnTo>
                  <a:lnTo>
                    <a:pt x="1537" y="92"/>
                  </a:lnTo>
                  <a:lnTo>
                    <a:pt x="1322" y="31"/>
                  </a:lnTo>
                  <a:lnTo>
                    <a:pt x="1107" y="0"/>
                  </a:lnTo>
                  <a:lnTo>
                    <a:pt x="1107" y="0"/>
                  </a:lnTo>
                  <a:lnTo>
                    <a:pt x="892" y="31"/>
                  </a:lnTo>
                  <a:lnTo>
                    <a:pt x="677" y="92"/>
                  </a:lnTo>
                  <a:lnTo>
                    <a:pt x="492" y="215"/>
                  </a:lnTo>
                  <a:lnTo>
                    <a:pt x="308" y="338"/>
                  </a:lnTo>
                  <a:lnTo>
                    <a:pt x="185" y="492"/>
                  </a:lnTo>
                  <a:lnTo>
                    <a:pt x="93" y="676"/>
                  </a:lnTo>
                  <a:lnTo>
                    <a:pt x="32" y="891"/>
                  </a:lnTo>
                  <a:lnTo>
                    <a:pt x="1" y="1137"/>
                  </a:lnTo>
                  <a:lnTo>
                    <a:pt x="1" y="1137"/>
                  </a:lnTo>
                  <a:lnTo>
                    <a:pt x="32" y="1352"/>
                  </a:lnTo>
                  <a:lnTo>
                    <a:pt x="93" y="1567"/>
                  </a:lnTo>
                  <a:lnTo>
                    <a:pt x="185" y="1752"/>
                  </a:lnTo>
                  <a:lnTo>
                    <a:pt x="308" y="1905"/>
                  </a:lnTo>
                  <a:lnTo>
                    <a:pt x="492" y="2059"/>
                  </a:lnTo>
                  <a:lnTo>
                    <a:pt x="677" y="2151"/>
                  </a:lnTo>
                  <a:lnTo>
                    <a:pt x="892" y="2212"/>
                  </a:lnTo>
                  <a:lnTo>
                    <a:pt x="1107" y="2243"/>
                  </a:lnTo>
                  <a:lnTo>
                    <a:pt x="1107" y="2243"/>
                  </a:lnTo>
                  <a:lnTo>
                    <a:pt x="1322" y="2212"/>
                  </a:lnTo>
                  <a:lnTo>
                    <a:pt x="1537" y="2151"/>
                  </a:lnTo>
                  <a:lnTo>
                    <a:pt x="1722" y="2059"/>
                  </a:lnTo>
                  <a:lnTo>
                    <a:pt x="1906" y="1905"/>
                  </a:lnTo>
                  <a:lnTo>
                    <a:pt x="2029" y="1752"/>
                  </a:lnTo>
                  <a:lnTo>
                    <a:pt x="2121" y="1567"/>
                  </a:lnTo>
                  <a:lnTo>
                    <a:pt x="2213" y="1352"/>
                  </a:lnTo>
                  <a:lnTo>
                    <a:pt x="2213" y="113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2115;p46">
              <a:extLst>
                <a:ext uri="{FF2B5EF4-FFF2-40B4-BE49-F238E27FC236}">
                  <a16:creationId xmlns:a16="http://schemas.microsoft.com/office/drawing/2014/main" id="{561AF5DC-7974-27E6-8847-37D8185B8BBA}"/>
                </a:ext>
              </a:extLst>
            </p:cNvPr>
            <p:cNvSpPr/>
            <p:nvPr/>
          </p:nvSpPr>
          <p:spPr>
            <a:xfrm>
              <a:off x="2482769" y="3528421"/>
              <a:ext cx="229051" cy="229051"/>
            </a:xfrm>
            <a:custGeom>
              <a:avLst/>
              <a:gdLst/>
              <a:ahLst/>
              <a:cxnLst/>
              <a:rect l="l" t="t" r="r" b="b"/>
              <a:pathLst>
                <a:path w="2183" h="2183" fill="none" extrusionOk="0">
                  <a:moveTo>
                    <a:pt x="2182" y="1107"/>
                  </a:moveTo>
                  <a:lnTo>
                    <a:pt x="2182" y="1107"/>
                  </a:lnTo>
                  <a:lnTo>
                    <a:pt x="2182" y="861"/>
                  </a:lnTo>
                  <a:lnTo>
                    <a:pt x="2090" y="677"/>
                  </a:lnTo>
                  <a:lnTo>
                    <a:pt x="1998" y="492"/>
                  </a:lnTo>
                  <a:lnTo>
                    <a:pt x="1875" y="308"/>
                  </a:lnTo>
                  <a:lnTo>
                    <a:pt x="1721" y="185"/>
                  </a:lnTo>
                  <a:lnTo>
                    <a:pt x="1506" y="93"/>
                  </a:lnTo>
                  <a:lnTo>
                    <a:pt x="1322" y="32"/>
                  </a:lnTo>
                  <a:lnTo>
                    <a:pt x="1107" y="1"/>
                  </a:lnTo>
                  <a:lnTo>
                    <a:pt x="1107" y="1"/>
                  </a:lnTo>
                  <a:lnTo>
                    <a:pt x="861" y="32"/>
                  </a:lnTo>
                  <a:lnTo>
                    <a:pt x="677" y="93"/>
                  </a:lnTo>
                  <a:lnTo>
                    <a:pt x="492" y="185"/>
                  </a:lnTo>
                  <a:lnTo>
                    <a:pt x="308" y="308"/>
                  </a:lnTo>
                  <a:lnTo>
                    <a:pt x="185" y="492"/>
                  </a:lnTo>
                  <a:lnTo>
                    <a:pt x="93" y="677"/>
                  </a:lnTo>
                  <a:lnTo>
                    <a:pt x="32" y="861"/>
                  </a:lnTo>
                  <a:lnTo>
                    <a:pt x="1" y="1107"/>
                  </a:lnTo>
                  <a:lnTo>
                    <a:pt x="1" y="1107"/>
                  </a:lnTo>
                  <a:lnTo>
                    <a:pt x="32" y="1322"/>
                  </a:lnTo>
                  <a:lnTo>
                    <a:pt x="93" y="1537"/>
                  </a:lnTo>
                  <a:lnTo>
                    <a:pt x="185" y="1721"/>
                  </a:lnTo>
                  <a:lnTo>
                    <a:pt x="308" y="1875"/>
                  </a:lnTo>
                  <a:lnTo>
                    <a:pt x="492" y="1998"/>
                  </a:lnTo>
                  <a:lnTo>
                    <a:pt x="677" y="2121"/>
                  </a:lnTo>
                  <a:lnTo>
                    <a:pt x="861" y="2182"/>
                  </a:lnTo>
                  <a:lnTo>
                    <a:pt x="1107" y="2182"/>
                  </a:lnTo>
                  <a:lnTo>
                    <a:pt x="1107" y="2182"/>
                  </a:lnTo>
                  <a:lnTo>
                    <a:pt x="1322" y="2182"/>
                  </a:lnTo>
                  <a:lnTo>
                    <a:pt x="1506" y="2121"/>
                  </a:lnTo>
                  <a:lnTo>
                    <a:pt x="1721" y="1998"/>
                  </a:lnTo>
                  <a:lnTo>
                    <a:pt x="1875" y="1875"/>
                  </a:lnTo>
                  <a:lnTo>
                    <a:pt x="1998" y="1721"/>
                  </a:lnTo>
                  <a:lnTo>
                    <a:pt x="2090" y="1537"/>
                  </a:lnTo>
                  <a:lnTo>
                    <a:pt x="2182" y="1322"/>
                  </a:lnTo>
                  <a:lnTo>
                    <a:pt x="2182" y="110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2116;p46">
              <a:extLst>
                <a:ext uri="{FF2B5EF4-FFF2-40B4-BE49-F238E27FC236}">
                  <a16:creationId xmlns:a16="http://schemas.microsoft.com/office/drawing/2014/main" id="{757417A7-3A4D-DA31-744F-21E9B878D75E}"/>
                </a:ext>
              </a:extLst>
            </p:cNvPr>
            <p:cNvSpPr/>
            <p:nvPr/>
          </p:nvSpPr>
          <p:spPr>
            <a:xfrm>
              <a:off x="2963119" y="3528421"/>
              <a:ext cx="174280" cy="171028"/>
            </a:xfrm>
            <a:custGeom>
              <a:avLst/>
              <a:gdLst/>
              <a:ahLst/>
              <a:cxnLst/>
              <a:rect l="l" t="t" r="r" b="b"/>
              <a:pathLst>
                <a:path w="1661" h="1630" extrusionOk="0">
                  <a:moveTo>
                    <a:pt x="831" y="1"/>
                  </a:moveTo>
                  <a:lnTo>
                    <a:pt x="677" y="32"/>
                  </a:lnTo>
                  <a:lnTo>
                    <a:pt x="523" y="62"/>
                  </a:lnTo>
                  <a:lnTo>
                    <a:pt x="370" y="154"/>
                  </a:lnTo>
                  <a:lnTo>
                    <a:pt x="247" y="247"/>
                  </a:lnTo>
                  <a:lnTo>
                    <a:pt x="155" y="369"/>
                  </a:lnTo>
                  <a:lnTo>
                    <a:pt x="62" y="492"/>
                  </a:lnTo>
                  <a:lnTo>
                    <a:pt x="32" y="646"/>
                  </a:lnTo>
                  <a:lnTo>
                    <a:pt x="1" y="830"/>
                  </a:lnTo>
                  <a:lnTo>
                    <a:pt x="32" y="984"/>
                  </a:lnTo>
                  <a:lnTo>
                    <a:pt x="62" y="1138"/>
                  </a:lnTo>
                  <a:lnTo>
                    <a:pt x="155" y="1291"/>
                  </a:lnTo>
                  <a:lnTo>
                    <a:pt x="247" y="1414"/>
                  </a:lnTo>
                  <a:lnTo>
                    <a:pt x="370" y="1506"/>
                  </a:lnTo>
                  <a:lnTo>
                    <a:pt x="523" y="1568"/>
                  </a:lnTo>
                  <a:lnTo>
                    <a:pt x="677" y="1629"/>
                  </a:lnTo>
                  <a:lnTo>
                    <a:pt x="984" y="1629"/>
                  </a:lnTo>
                  <a:lnTo>
                    <a:pt x="1138" y="1568"/>
                  </a:lnTo>
                  <a:lnTo>
                    <a:pt x="1291" y="1506"/>
                  </a:lnTo>
                  <a:lnTo>
                    <a:pt x="1414" y="1414"/>
                  </a:lnTo>
                  <a:lnTo>
                    <a:pt x="1507" y="1291"/>
                  </a:lnTo>
                  <a:lnTo>
                    <a:pt x="1599" y="1138"/>
                  </a:lnTo>
                  <a:lnTo>
                    <a:pt x="1629" y="984"/>
                  </a:lnTo>
                  <a:lnTo>
                    <a:pt x="1660" y="830"/>
                  </a:lnTo>
                  <a:lnTo>
                    <a:pt x="1629" y="646"/>
                  </a:lnTo>
                  <a:lnTo>
                    <a:pt x="1599" y="492"/>
                  </a:lnTo>
                  <a:lnTo>
                    <a:pt x="1507" y="369"/>
                  </a:lnTo>
                  <a:lnTo>
                    <a:pt x="1414" y="247"/>
                  </a:lnTo>
                  <a:lnTo>
                    <a:pt x="1291" y="154"/>
                  </a:lnTo>
                  <a:lnTo>
                    <a:pt x="1138" y="62"/>
                  </a:lnTo>
                  <a:lnTo>
                    <a:pt x="984" y="32"/>
                  </a:lnTo>
                  <a:lnTo>
                    <a:pt x="831" y="1"/>
                  </a:lnTo>
                  <a:close/>
                </a:path>
              </a:pathLst>
            </a:custGeom>
            <a:solidFill>
              <a:srgbClr val="38B3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2117;p46">
              <a:extLst>
                <a:ext uri="{FF2B5EF4-FFF2-40B4-BE49-F238E27FC236}">
                  <a16:creationId xmlns:a16="http://schemas.microsoft.com/office/drawing/2014/main" id="{B1218320-A911-FC34-916D-153F78B30092}"/>
                </a:ext>
              </a:extLst>
            </p:cNvPr>
            <p:cNvSpPr/>
            <p:nvPr/>
          </p:nvSpPr>
          <p:spPr>
            <a:xfrm>
              <a:off x="2963119" y="3528421"/>
              <a:ext cx="174280" cy="171028"/>
            </a:xfrm>
            <a:custGeom>
              <a:avLst/>
              <a:gdLst/>
              <a:ahLst/>
              <a:cxnLst/>
              <a:rect l="l" t="t" r="r" b="b"/>
              <a:pathLst>
                <a:path w="1661" h="1630" fill="none" extrusionOk="0">
                  <a:moveTo>
                    <a:pt x="1660" y="830"/>
                  </a:moveTo>
                  <a:lnTo>
                    <a:pt x="1660" y="830"/>
                  </a:lnTo>
                  <a:lnTo>
                    <a:pt x="1629" y="984"/>
                  </a:lnTo>
                  <a:lnTo>
                    <a:pt x="1599" y="1138"/>
                  </a:lnTo>
                  <a:lnTo>
                    <a:pt x="1507" y="1291"/>
                  </a:lnTo>
                  <a:lnTo>
                    <a:pt x="1414" y="1414"/>
                  </a:lnTo>
                  <a:lnTo>
                    <a:pt x="1291" y="1506"/>
                  </a:lnTo>
                  <a:lnTo>
                    <a:pt x="1138" y="1568"/>
                  </a:lnTo>
                  <a:lnTo>
                    <a:pt x="984" y="1629"/>
                  </a:lnTo>
                  <a:lnTo>
                    <a:pt x="831" y="1629"/>
                  </a:lnTo>
                  <a:lnTo>
                    <a:pt x="831" y="1629"/>
                  </a:lnTo>
                  <a:lnTo>
                    <a:pt x="677" y="1629"/>
                  </a:lnTo>
                  <a:lnTo>
                    <a:pt x="523" y="1568"/>
                  </a:lnTo>
                  <a:lnTo>
                    <a:pt x="370" y="1506"/>
                  </a:lnTo>
                  <a:lnTo>
                    <a:pt x="247" y="1414"/>
                  </a:lnTo>
                  <a:lnTo>
                    <a:pt x="155" y="1291"/>
                  </a:lnTo>
                  <a:lnTo>
                    <a:pt x="62" y="1138"/>
                  </a:lnTo>
                  <a:lnTo>
                    <a:pt x="32" y="984"/>
                  </a:lnTo>
                  <a:lnTo>
                    <a:pt x="1" y="830"/>
                  </a:lnTo>
                  <a:lnTo>
                    <a:pt x="1" y="830"/>
                  </a:lnTo>
                  <a:lnTo>
                    <a:pt x="32" y="646"/>
                  </a:lnTo>
                  <a:lnTo>
                    <a:pt x="62" y="492"/>
                  </a:lnTo>
                  <a:lnTo>
                    <a:pt x="155" y="369"/>
                  </a:lnTo>
                  <a:lnTo>
                    <a:pt x="247" y="247"/>
                  </a:lnTo>
                  <a:lnTo>
                    <a:pt x="370" y="154"/>
                  </a:lnTo>
                  <a:lnTo>
                    <a:pt x="523" y="62"/>
                  </a:lnTo>
                  <a:lnTo>
                    <a:pt x="677" y="32"/>
                  </a:lnTo>
                  <a:lnTo>
                    <a:pt x="831" y="1"/>
                  </a:lnTo>
                  <a:lnTo>
                    <a:pt x="831" y="1"/>
                  </a:lnTo>
                  <a:lnTo>
                    <a:pt x="984" y="32"/>
                  </a:lnTo>
                  <a:lnTo>
                    <a:pt x="1138" y="62"/>
                  </a:lnTo>
                  <a:lnTo>
                    <a:pt x="1291" y="154"/>
                  </a:lnTo>
                  <a:lnTo>
                    <a:pt x="1414" y="247"/>
                  </a:lnTo>
                  <a:lnTo>
                    <a:pt x="1507" y="369"/>
                  </a:lnTo>
                  <a:lnTo>
                    <a:pt x="1599" y="492"/>
                  </a:lnTo>
                  <a:lnTo>
                    <a:pt x="1629" y="646"/>
                  </a:lnTo>
                  <a:lnTo>
                    <a:pt x="1660" y="83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2118;p46">
              <a:extLst>
                <a:ext uri="{FF2B5EF4-FFF2-40B4-BE49-F238E27FC236}">
                  <a16:creationId xmlns:a16="http://schemas.microsoft.com/office/drawing/2014/main" id="{3766011E-F247-F67F-C372-59D4138F6939}"/>
                </a:ext>
              </a:extLst>
            </p:cNvPr>
            <p:cNvSpPr/>
            <p:nvPr/>
          </p:nvSpPr>
          <p:spPr>
            <a:xfrm>
              <a:off x="3114737" y="3460745"/>
              <a:ext cx="232199" cy="232199"/>
            </a:xfrm>
            <a:custGeom>
              <a:avLst/>
              <a:gdLst/>
              <a:ahLst/>
              <a:cxnLst/>
              <a:rect l="l" t="t" r="r" b="b"/>
              <a:pathLst>
                <a:path w="2213" h="2213" extrusionOk="0">
                  <a:moveTo>
                    <a:pt x="1106" y="1"/>
                  </a:moveTo>
                  <a:lnTo>
                    <a:pt x="860" y="31"/>
                  </a:lnTo>
                  <a:lnTo>
                    <a:pt x="676" y="93"/>
                  </a:lnTo>
                  <a:lnTo>
                    <a:pt x="492" y="185"/>
                  </a:lnTo>
                  <a:lnTo>
                    <a:pt x="307" y="339"/>
                  </a:lnTo>
                  <a:lnTo>
                    <a:pt x="184" y="492"/>
                  </a:lnTo>
                  <a:lnTo>
                    <a:pt x="92" y="677"/>
                  </a:lnTo>
                  <a:lnTo>
                    <a:pt x="0" y="892"/>
                  </a:lnTo>
                  <a:lnTo>
                    <a:pt x="0" y="1107"/>
                  </a:lnTo>
                  <a:lnTo>
                    <a:pt x="0" y="1352"/>
                  </a:lnTo>
                  <a:lnTo>
                    <a:pt x="92" y="1537"/>
                  </a:lnTo>
                  <a:lnTo>
                    <a:pt x="184" y="1752"/>
                  </a:lnTo>
                  <a:lnTo>
                    <a:pt x="307" y="1906"/>
                  </a:lnTo>
                  <a:lnTo>
                    <a:pt x="492" y="2028"/>
                  </a:lnTo>
                  <a:lnTo>
                    <a:pt x="676" y="2151"/>
                  </a:lnTo>
                  <a:lnTo>
                    <a:pt x="860" y="2213"/>
                  </a:lnTo>
                  <a:lnTo>
                    <a:pt x="1321" y="2213"/>
                  </a:lnTo>
                  <a:lnTo>
                    <a:pt x="1536" y="2151"/>
                  </a:lnTo>
                  <a:lnTo>
                    <a:pt x="1721" y="2028"/>
                  </a:lnTo>
                  <a:lnTo>
                    <a:pt x="1874" y="1906"/>
                  </a:lnTo>
                  <a:lnTo>
                    <a:pt x="2028" y="1752"/>
                  </a:lnTo>
                  <a:lnTo>
                    <a:pt x="2120" y="1537"/>
                  </a:lnTo>
                  <a:lnTo>
                    <a:pt x="2182" y="1352"/>
                  </a:lnTo>
                  <a:lnTo>
                    <a:pt x="2212" y="1107"/>
                  </a:lnTo>
                  <a:lnTo>
                    <a:pt x="2182" y="892"/>
                  </a:lnTo>
                  <a:lnTo>
                    <a:pt x="2120" y="677"/>
                  </a:lnTo>
                  <a:lnTo>
                    <a:pt x="2028" y="492"/>
                  </a:lnTo>
                  <a:lnTo>
                    <a:pt x="1874" y="339"/>
                  </a:lnTo>
                  <a:lnTo>
                    <a:pt x="1721" y="185"/>
                  </a:lnTo>
                  <a:lnTo>
                    <a:pt x="1536" y="93"/>
                  </a:lnTo>
                  <a:lnTo>
                    <a:pt x="1321" y="31"/>
                  </a:lnTo>
                  <a:lnTo>
                    <a:pt x="1106" y="1"/>
                  </a:lnTo>
                  <a:close/>
                </a:path>
              </a:pathLst>
            </a:custGeom>
            <a:solidFill>
              <a:srgbClr val="38B3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2119;p46">
              <a:extLst>
                <a:ext uri="{FF2B5EF4-FFF2-40B4-BE49-F238E27FC236}">
                  <a16:creationId xmlns:a16="http://schemas.microsoft.com/office/drawing/2014/main" id="{C0745C7F-3826-277A-BDCB-C30CA461DFD6}"/>
                </a:ext>
              </a:extLst>
            </p:cNvPr>
            <p:cNvSpPr/>
            <p:nvPr/>
          </p:nvSpPr>
          <p:spPr>
            <a:xfrm>
              <a:off x="3114737" y="3460745"/>
              <a:ext cx="232199" cy="232199"/>
            </a:xfrm>
            <a:custGeom>
              <a:avLst/>
              <a:gdLst/>
              <a:ahLst/>
              <a:cxnLst/>
              <a:rect l="l" t="t" r="r" b="b"/>
              <a:pathLst>
                <a:path w="2213" h="2213" fill="none" extrusionOk="0">
                  <a:moveTo>
                    <a:pt x="2212" y="1107"/>
                  </a:moveTo>
                  <a:lnTo>
                    <a:pt x="2212" y="1107"/>
                  </a:lnTo>
                  <a:lnTo>
                    <a:pt x="2182" y="1352"/>
                  </a:lnTo>
                  <a:lnTo>
                    <a:pt x="2120" y="1537"/>
                  </a:lnTo>
                  <a:lnTo>
                    <a:pt x="2028" y="1752"/>
                  </a:lnTo>
                  <a:lnTo>
                    <a:pt x="1874" y="1906"/>
                  </a:lnTo>
                  <a:lnTo>
                    <a:pt x="1721" y="2028"/>
                  </a:lnTo>
                  <a:lnTo>
                    <a:pt x="1536" y="2151"/>
                  </a:lnTo>
                  <a:lnTo>
                    <a:pt x="1321" y="2213"/>
                  </a:lnTo>
                  <a:lnTo>
                    <a:pt x="1106" y="2213"/>
                  </a:lnTo>
                  <a:lnTo>
                    <a:pt x="1106" y="2213"/>
                  </a:lnTo>
                  <a:lnTo>
                    <a:pt x="860" y="2213"/>
                  </a:lnTo>
                  <a:lnTo>
                    <a:pt x="676" y="2151"/>
                  </a:lnTo>
                  <a:lnTo>
                    <a:pt x="492" y="2028"/>
                  </a:lnTo>
                  <a:lnTo>
                    <a:pt x="307" y="1906"/>
                  </a:lnTo>
                  <a:lnTo>
                    <a:pt x="184" y="1752"/>
                  </a:lnTo>
                  <a:lnTo>
                    <a:pt x="92" y="1537"/>
                  </a:lnTo>
                  <a:lnTo>
                    <a:pt x="0" y="1352"/>
                  </a:lnTo>
                  <a:lnTo>
                    <a:pt x="0" y="1107"/>
                  </a:lnTo>
                  <a:lnTo>
                    <a:pt x="0" y="1107"/>
                  </a:lnTo>
                  <a:lnTo>
                    <a:pt x="0" y="892"/>
                  </a:lnTo>
                  <a:lnTo>
                    <a:pt x="92" y="677"/>
                  </a:lnTo>
                  <a:lnTo>
                    <a:pt x="184" y="492"/>
                  </a:lnTo>
                  <a:lnTo>
                    <a:pt x="307" y="339"/>
                  </a:lnTo>
                  <a:lnTo>
                    <a:pt x="492" y="185"/>
                  </a:lnTo>
                  <a:lnTo>
                    <a:pt x="676" y="93"/>
                  </a:lnTo>
                  <a:lnTo>
                    <a:pt x="860" y="31"/>
                  </a:lnTo>
                  <a:lnTo>
                    <a:pt x="1106" y="1"/>
                  </a:lnTo>
                  <a:lnTo>
                    <a:pt x="1106" y="1"/>
                  </a:lnTo>
                  <a:lnTo>
                    <a:pt x="1321" y="31"/>
                  </a:lnTo>
                  <a:lnTo>
                    <a:pt x="1536" y="93"/>
                  </a:lnTo>
                  <a:lnTo>
                    <a:pt x="1721" y="185"/>
                  </a:lnTo>
                  <a:lnTo>
                    <a:pt x="1874" y="339"/>
                  </a:lnTo>
                  <a:lnTo>
                    <a:pt x="2028" y="492"/>
                  </a:lnTo>
                  <a:lnTo>
                    <a:pt x="2120" y="677"/>
                  </a:lnTo>
                  <a:lnTo>
                    <a:pt x="2182" y="892"/>
                  </a:lnTo>
                  <a:lnTo>
                    <a:pt x="2212" y="110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2120;p46">
              <a:extLst>
                <a:ext uri="{FF2B5EF4-FFF2-40B4-BE49-F238E27FC236}">
                  <a16:creationId xmlns:a16="http://schemas.microsoft.com/office/drawing/2014/main" id="{C4FA59D5-4F87-FA99-ED47-795849CAB7AC}"/>
                </a:ext>
              </a:extLst>
            </p:cNvPr>
            <p:cNvSpPr/>
            <p:nvPr/>
          </p:nvSpPr>
          <p:spPr>
            <a:xfrm>
              <a:off x="3291957" y="3393068"/>
              <a:ext cx="335445" cy="335340"/>
            </a:xfrm>
            <a:custGeom>
              <a:avLst/>
              <a:gdLst/>
              <a:ahLst/>
              <a:cxnLst/>
              <a:rect l="l" t="t" r="r" b="b"/>
              <a:pathLst>
                <a:path w="3197" h="3196" extrusionOk="0">
                  <a:moveTo>
                    <a:pt x="1599" y="0"/>
                  </a:moveTo>
                  <a:lnTo>
                    <a:pt x="1261" y="31"/>
                  </a:lnTo>
                  <a:lnTo>
                    <a:pt x="984" y="123"/>
                  </a:lnTo>
                  <a:lnTo>
                    <a:pt x="708" y="277"/>
                  </a:lnTo>
                  <a:lnTo>
                    <a:pt x="462" y="461"/>
                  </a:lnTo>
                  <a:lnTo>
                    <a:pt x="278" y="707"/>
                  </a:lnTo>
                  <a:lnTo>
                    <a:pt x="124" y="984"/>
                  </a:lnTo>
                  <a:lnTo>
                    <a:pt x="32" y="1291"/>
                  </a:lnTo>
                  <a:lnTo>
                    <a:pt x="1" y="1598"/>
                  </a:lnTo>
                  <a:lnTo>
                    <a:pt x="32" y="1905"/>
                  </a:lnTo>
                  <a:lnTo>
                    <a:pt x="124" y="2213"/>
                  </a:lnTo>
                  <a:lnTo>
                    <a:pt x="278" y="2489"/>
                  </a:lnTo>
                  <a:lnTo>
                    <a:pt x="462" y="2735"/>
                  </a:lnTo>
                  <a:lnTo>
                    <a:pt x="708" y="2919"/>
                  </a:lnTo>
                  <a:lnTo>
                    <a:pt x="984" y="3073"/>
                  </a:lnTo>
                  <a:lnTo>
                    <a:pt x="1261" y="3165"/>
                  </a:lnTo>
                  <a:lnTo>
                    <a:pt x="1599" y="3196"/>
                  </a:lnTo>
                  <a:lnTo>
                    <a:pt x="1906" y="3165"/>
                  </a:lnTo>
                  <a:lnTo>
                    <a:pt x="2213" y="3073"/>
                  </a:lnTo>
                  <a:lnTo>
                    <a:pt x="2490" y="2919"/>
                  </a:lnTo>
                  <a:lnTo>
                    <a:pt x="2736" y="2735"/>
                  </a:lnTo>
                  <a:lnTo>
                    <a:pt x="2920" y="2489"/>
                  </a:lnTo>
                  <a:lnTo>
                    <a:pt x="3074" y="2213"/>
                  </a:lnTo>
                  <a:lnTo>
                    <a:pt x="3166" y="1905"/>
                  </a:lnTo>
                  <a:lnTo>
                    <a:pt x="3196" y="1598"/>
                  </a:lnTo>
                  <a:lnTo>
                    <a:pt x="3166" y="1291"/>
                  </a:lnTo>
                  <a:lnTo>
                    <a:pt x="3074" y="984"/>
                  </a:lnTo>
                  <a:lnTo>
                    <a:pt x="2920" y="707"/>
                  </a:lnTo>
                  <a:lnTo>
                    <a:pt x="2736" y="461"/>
                  </a:lnTo>
                  <a:lnTo>
                    <a:pt x="2490" y="277"/>
                  </a:lnTo>
                  <a:lnTo>
                    <a:pt x="2213" y="123"/>
                  </a:lnTo>
                  <a:lnTo>
                    <a:pt x="1906" y="31"/>
                  </a:lnTo>
                  <a:lnTo>
                    <a:pt x="1599" y="0"/>
                  </a:lnTo>
                  <a:close/>
                </a:path>
              </a:pathLst>
            </a:custGeom>
            <a:solidFill>
              <a:srgbClr val="38B3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2121;p46">
              <a:extLst>
                <a:ext uri="{FF2B5EF4-FFF2-40B4-BE49-F238E27FC236}">
                  <a16:creationId xmlns:a16="http://schemas.microsoft.com/office/drawing/2014/main" id="{D6786854-0F99-5E1E-E9A6-6F35184084B9}"/>
                </a:ext>
              </a:extLst>
            </p:cNvPr>
            <p:cNvSpPr/>
            <p:nvPr/>
          </p:nvSpPr>
          <p:spPr>
            <a:xfrm>
              <a:off x="3291957" y="3393068"/>
              <a:ext cx="335445" cy="335340"/>
            </a:xfrm>
            <a:custGeom>
              <a:avLst/>
              <a:gdLst/>
              <a:ahLst/>
              <a:cxnLst/>
              <a:rect l="l" t="t" r="r" b="b"/>
              <a:pathLst>
                <a:path w="3197" h="3196" fill="none" extrusionOk="0">
                  <a:moveTo>
                    <a:pt x="3196" y="1598"/>
                  </a:moveTo>
                  <a:lnTo>
                    <a:pt x="3196" y="1598"/>
                  </a:lnTo>
                  <a:lnTo>
                    <a:pt x="3166" y="1905"/>
                  </a:lnTo>
                  <a:lnTo>
                    <a:pt x="3074" y="2213"/>
                  </a:lnTo>
                  <a:lnTo>
                    <a:pt x="2920" y="2489"/>
                  </a:lnTo>
                  <a:lnTo>
                    <a:pt x="2736" y="2735"/>
                  </a:lnTo>
                  <a:lnTo>
                    <a:pt x="2490" y="2919"/>
                  </a:lnTo>
                  <a:lnTo>
                    <a:pt x="2213" y="3073"/>
                  </a:lnTo>
                  <a:lnTo>
                    <a:pt x="1906" y="3165"/>
                  </a:lnTo>
                  <a:lnTo>
                    <a:pt x="1599" y="3196"/>
                  </a:lnTo>
                  <a:lnTo>
                    <a:pt x="1599" y="3196"/>
                  </a:lnTo>
                  <a:lnTo>
                    <a:pt x="1261" y="3165"/>
                  </a:lnTo>
                  <a:lnTo>
                    <a:pt x="984" y="3073"/>
                  </a:lnTo>
                  <a:lnTo>
                    <a:pt x="708" y="2919"/>
                  </a:lnTo>
                  <a:lnTo>
                    <a:pt x="462" y="2735"/>
                  </a:lnTo>
                  <a:lnTo>
                    <a:pt x="278" y="2489"/>
                  </a:lnTo>
                  <a:lnTo>
                    <a:pt x="124" y="2213"/>
                  </a:lnTo>
                  <a:lnTo>
                    <a:pt x="32" y="1905"/>
                  </a:lnTo>
                  <a:lnTo>
                    <a:pt x="1" y="1598"/>
                  </a:lnTo>
                  <a:lnTo>
                    <a:pt x="1" y="1598"/>
                  </a:lnTo>
                  <a:lnTo>
                    <a:pt x="32" y="1291"/>
                  </a:lnTo>
                  <a:lnTo>
                    <a:pt x="124" y="984"/>
                  </a:lnTo>
                  <a:lnTo>
                    <a:pt x="278" y="707"/>
                  </a:lnTo>
                  <a:lnTo>
                    <a:pt x="462" y="461"/>
                  </a:lnTo>
                  <a:lnTo>
                    <a:pt x="708" y="277"/>
                  </a:lnTo>
                  <a:lnTo>
                    <a:pt x="984" y="123"/>
                  </a:lnTo>
                  <a:lnTo>
                    <a:pt x="1261" y="31"/>
                  </a:lnTo>
                  <a:lnTo>
                    <a:pt x="1599" y="0"/>
                  </a:lnTo>
                  <a:lnTo>
                    <a:pt x="1599" y="0"/>
                  </a:lnTo>
                  <a:lnTo>
                    <a:pt x="1906" y="31"/>
                  </a:lnTo>
                  <a:lnTo>
                    <a:pt x="2213" y="123"/>
                  </a:lnTo>
                  <a:lnTo>
                    <a:pt x="2490" y="277"/>
                  </a:lnTo>
                  <a:lnTo>
                    <a:pt x="2736" y="461"/>
                  </a:lnTo>
                  <a:lnTo>
                    <a:pt x="2920" y="707"/>
                  </a:lnTo>
                  <a:lnTo>
                    <a:pt x="3074" y="984"/>
                  </a:lnTo>
                  <a:lnTo>
                    <a:pt x="3166" y="1291"/>
                  </a:lnTo>
                  <a:lnTo>
                    <a:pt x="3196" y="159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2122;p46">
              <a:extLst>
                <a:ext uri="{FF2B5EF4-FFF2-40B4-BE49-F238E27FC236}">
                  <a16:creationId xmlns:a16="http://schemas.microsoft.com/office/drawing/2014/main" id="{21FE7854-6880-7F27-9D2A-74D70B275261}"/>
                </a:ext>
              </a:extLst>
            </p:cNvPr>
            <p:cNvSpPr/>
            <p:nvPr/>
          </p:nvSpPr>
          <p:spPr>
            <a:xfrm>
              <a:off x="3562771" y="3405974"/>
              <a:ext cx="332193" cy="332088"/>
            </a:xfrm>
            <a:custGeom>
              <a:avLst/>
              <a:gdLst/>
              <a:ahLst/>
              <a:cxnLst/>
              <a:rect l="l" t="t" r="r" b="b"/>
              <a:pathLst>
                <a:path w="3166" h="3165" extrusionOk="0">
                  <a:moveTo>
                    <a:pt x="1599" y="0"/>
                  </a:moveTo>
                  <a:lnTo>
                    <a:pt x="1261" y="31"/>
                  </a:lnTo>
                  <a:lnTo>
                    <a:pt x="953" y="123"/>
                  </a:lnTo>
                  <a:lnTo>
                    <a:pt x="708" y="246"/>
                  </a:lnTo>
                  <a:lnTo>
                    <a:pt x="462" y="461"/>
                  </a:lnTo>
                  <a:lnTo>
                    <a:pt x="277" y="676"/>
                  </a:lnTo>
                  <a:lnTo>
                    <a:pt x="124" y="953"/>
                  </a:lnTo>
                  <a:lnTo>
                    <a:pt x="32" y="1260"/>
                  </a:lnTo>
                  <a:lnTo>
                    <a:pt x="1" y="1567"/>
                  </a:lnTo>
                  <a:lnTo>
                    <a:pt x="32" y="1905"/>
                  </a:lnTo>
                  <a:lnTo>
                    <a:pt x="124" y="2212"/>
                  </a:lnTo>
                  <a:lnTo>
                    <a:pt x="277" y="2458"/>
                  </a:lnTo>
                  <a:lnTo>
                    <a:pt x="462" y="2704"/>
                  </a:lnTo>
                  <a:lnTo>
                    <a:pt x="708" y="2888"/>
                  </a:lnTo>
                  <a:lnTo>
                    <a:pt x="953" y="3042"/>
                  </a:lnTo>
                  <a:lnTo>
                    <a:pt x="1261" y="3134"/>
                  </a:lnTo>
                  <a:lnTo>
                    <a:pt x="1599" y="3165"/>
                  </a:lnTo>
                  <a:lnTo>
                    <a:pt x="1906" y="3134"/>
                  </a:lnTo>
                  <a:lnTo>
                    <a:pt x="2213" y="3042"/>
                  </a:lnTo>
                  <a:lnTo>
                    <a:pt x="2490" y="2888"/>
                  </a:lnTo>
                  <a:lnTo>
                    <a:pt x="2705" y="2704"/>
                  </a:lnTo>
                  <a:lnTo>
                    <a:pt x="2920" y="2458"/>
                  </a:lnTo>
                  <a:lnTo>
                    <a:pt x="3043" y="2212"/>
                  </a:lnTo>
                  <a:lnTo>
                    <a:pt x="3135" y="1905"/>
                  </a:lnTo>
                  <a:lnTo>
                    <a:pt x="3166" y="1567"/>
                  </a:lnTo>
                  <a:lnTo>
                    <a:pt x="3135" y="1260"/>
                  </a:lnTo>
                  <a:lnTo>
                    <a:pt x="3043" y="953"/>
                  </a:lnTo>
                  <a:lnTo>
                    <a:pt x="2920" y="676"/>
                  </a:lnTo>
                  <a:lnTo>
                    <a:pt x="2705" y="461"/>
                  </a:lnTo>
                  <a:lnTo>
                    <a:pt x="2490" y="246"/>
                  </a:lnTo>
                  <a:lnTo>
                    <a:pt x="2213" y="123"/>
                  </a:lnTo>
                  <a:lnTo>
                    <a:pt x="1906" y="31"/>
                  </a:lnTo>
                  <a:lnTo>
                    <a:pt x="1599" y="0"/>
                  </a:lnTo>
                  <a:close/>
                </a:path>
              </a:pathLst>
            </a:custGeom>
            <a:solidFill>
              <a:srgbClr val="38B3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2123;p46">
              <a:extLst>
                <a:ext uri="{FF2B5EF4-FFF2-40B4-BE49-F238E27FC236}">
                  <a16:creationId xmlns:a16="http://schemas.microsoft.com/office/drawing/2014/main" id="{9835EFB6-A5BA-7C97-62E4-DCC01F1D01D4}"/>
                </a:ext>
              </a:extLst>
            </p:cNvPr>
            <p:cNvSpPr/>
            <p:nvPr/>
          </p:nvSpPr>
          <p:spPr>
            <a:xfrm>
              <a:off x="3562771" y="3405974"/>
              <a:ext cx="332193" cy="332088"/>
            </a:xfrm>
            <a:custGeom>
              <a:avLst/>
              <a:gdLst/>
              <a:ahLst/>
              <a:cxnLst/>
              <a:rect l="l" t="t" r="r" b="b"/>
              <a:pathLst>
                <a:path w="3166" h="3165" fill="none" extrusionOk="0">
                  <a:moveTo>
                    <a:pt x="3166" y="1567"/>
                  </a:moveTo>
                  <a:lnTo>
                    <a:pt x="3166" y="1567"/>
                  </a:lnTo>
                  <a:lnTo>
                    <a:pt x="3135" y="1905"/>
                  </a:lnTo>
                  <a:lnTo>
                    <a:pt x="3043" y="2212"/>
                  </a:lnTo>
                  <a:lnTo>
                    <a:pt x="2920" y="2458"/>
                  </a:lnTo>
                  <a:lnTo>
                    <a:pt x="2705" y="2704"/>
                  </a:lnTo>
                  <a:lnTo>
                    <a:pt x="2490" y="2888"/>
                  </a:lnTo>
                  <a:lnTo>
                    <a:pt x="2213" y="3042"/>
                  </a:lnTo>
                  <a:lnTo>
                    <a:pt x="1906" y="3134"/>
                  </a:lnTo>
                  <a:lnTo>
                    <a:pt x="1599" y="3165"/>
                  </a:lnTo>
                  <a:lnTo>
                    <a:pt x="1599" y="3165"/>
                  </a:lnTo>
                  <a:lnTo>
                    <a:pt x="1261" y="3134"/>
                  </a:lnTo>
                  <a:lnTo>
                    <a:pt x="953" y="3042"/>
                  </a:lnTo>
                  <a:lnTo>
                    <a:pt x="708" y="2888"/>
                  </a:lnTo>
                  <a:lnTo>
                    <a:pt x="462" y="2704"/>
                  </a:lnTo>
                  <a:lnTo>
                    <a:pt x="277" y="2458"/>
                  </a:lnTo>
                  <a:lnTo>
                    <a:pt x="124" y="2212"/>
                  </a:lnTo>
                  <a:lnTo>
                    <a:pt x="32" y="1905"/>
                  </a:lnTo>
                  <a:lnTo>
                    <a:pt x="1" y="1567"/>
                  </a:lnTo>
                  <a:lnTo>
                    <a:pt x="1" y="1567"/>
                  </a:lnTo>
                  <a:lnTo>
                    <a:pt x="32" y="1260"/>
                  </a:lnTo>
                  <a:lnTo>
                    <a:pt x="124" y="953"/>
                  </a:lnTo>
                  <a:lnTo>
                    <a:pt x="277" y="676"/>
                  </a:lnTo>
                  <a:lnTo>
                    <a:pt x="462" y="461"/>
                  </a:lnTo>
                  <a:lnTo>
                    <a:pt x="708" y="246"/>
                  </a:lnTo>
                  <a:lnTo>
                    <a:pt x="953" y="123"/>
                  </a:lnTo>
                  <a:lnTo>
                    <a:pt x="1261" y="31"/>
                  </a:lnTo>
                  <a:lnTo>
                    <a:pt x="1599" y="0"/>
                  </a:lnTo>
                  <a:lnTo>
                    <a:pt x="1599" y="0"/>
                  </a:lnTo>
                  <a:lnTo>
                    <a:pt x="1906" y="31"/>
                  </a:lnTo>
                  <a:lnTo>
                    <a:pt x="2213" y="123"/>
                  </a:lnTo>
                  <a:lnTo>
                    <a:pt x="2490" y="246"/>
                  </a:lnTo>
                  <a:lnTo>
                    <a:pt x="2705" y="461"/>
                  </a:lnTo>
                  <a:lnTo>
                    <a:pt x="2920" y="676"/>
                  </a:lnTo>
                  <a:lnTo>
                    <a:pt x="3043" y="953"/>
                  </a:lnTo>
                  <a:lnTo>
                    <a:pt x="3135" y="1260"/>
                  </a:lnTo>
                  <a:lnTo>
                    <a:pt x="3166" y="156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2124;p46">
              <a:extLst>
                <a:ext uri="{FF2B5EF4-FFF2-40B4-BE49-F238E27FC236}">
                  <a16:creationId xmlns:a16="http://schemas.microsoft.com/office/drawing/2014/main" id="{286C75D9-B3DA-0EA0-FF16-16A05763B5E6}"/>
                </a:ext>
              </a:extLst>
            </p:cNvPr>
            <p:cNvSpPr/>
            <p:nvPr/>
          </p:nvSpPr>
          <p:spPr>
            <a:xfrm>
              <a:off x="3840090" y="3360856"/>
              <a:ext cx="361152" cy="357899"/>
            </a:xfrm>
            <a:custGeom>
              <a:avLst/>
              <a:gdLst/>
              <a:ahLst/>
              <a:cxnLst/>
              <a:rect l="l" t="t" r="r" b="b"/>
              <a:pathLst>
                <a:path w="3442" h="3411" extrusionOk="0">
                  <a:moveTo>
                    <a:pt x="1721" y="0"/>
                  </a:moveTo>
                  <a:lnTo>
                    <a:pt x="1383" y="31"/>
                  </a:lnTo>
                  <a:lnTo>
                    <a:pt x="1045" y="123"/>
                  </a:lnTo>
                  <a:lnTo>
                    <a:pt x="768" y="277"/>
                  </a:lnTo>
                  <a:lnTo>
                    <a:pt x="523" y="492"/>
                  </a:lnTo>
                  <a:lnTo>
                    <a:pt x="308" y="737"/>
                  </a:lnTo>
                  <a:lnTo>
                    <a:pt x="154" y="1045"/>
                  </a:lnTo>
                  <a:lnTo>
                    <a:pt x="31" y="1352"/>
                  </a:lnTo>
                  <a:lnTo>
                    <a:pt x="0" y="1690"/>
                  </a:lnTo>
                  <a:lnTo>
                    <a:pt x="31" y="2059"/>
                  </a:lnTo>
                  <a:lnTo>
                    <a:pt x="154" y="2366"/>
                  </a:lnTo>
                  <a:lnTo>
                    <a:pt x="308" y="2673"/>
                  </a:lnTo>
                  <a:lnTo>
                    <a:pt x="523" y="2919"/>
                  </a:lnTo>
                  <a:lnTo>
                    <a:pt x="768" y="3134"/>
                  </a:lnTo>
                  <a:lnTo>
                    <a:pt x="1045" y="3288"/>
                  </a:lnTo>
                  <a:lnTo>
                    <a:pt x="1383" y="3380"/>
                  </a:lnTo>
                  <a:lnTo>
                    <a:pt x="1721" y="3411"/>
                  </a:lnTo>
                  <a:lnTo>
                    <a:pt x="2059" y="3380"/>
                  </a:lnTo>
                  <a:lnTo>
                    <a:pt x="2397" y="3288"/>
                  </a:lnTo>
                  <a:lnTo>
                    <a:pt x="2673" y="3134"/>
                  </a:lnTo>
                  <a:lnTo>
                    <a:pt x="2950" y="2919"/>
                  </a:lnTo>
                  <a:lnTo>
                    <a:pt x="3165" y="2673"/>
                  </a:lnTo>
                  <a:lnTo>
                    <a:pt x="3319" y="2366"/>
                  </a:lnTo>
                  <a:lnTo>
                    <a:pt x="3411" y="2059"/>
                  </a:lnTo>
                  <a:lnTo>
                    <a:pt x="3442" y="1690"/>
                  </a:lnTo>
                  <a:lnTo>
                    <a:pt x="3411" y="1352"/>
                  </a:lnTo>
                  <a:lnTo>
                    <a:pt x="3319" y="1045"/>
                  </a:lnTo>
                  <a:lnTo>
                    <a:pt x="3165" y="737"/>
                  </a:lnTo>
                  <a:lnTo>
                    <a:pt x="2950" y="492"/>
                  </a:lnTo>
                  <a:lnTo>
                    <a:pt x="2673" y="277"/>
                  </a:lnTo>
                  <a:lnTo>
                    <a:pt x="2397" y="123"/>
                  </a:lnTo>
                  <a:lnTo>
                    <a:pt x="2059" y="31"/>
                  </a:lnTo>
                  <a:lnTo>
                    <a:pt x="1721" y="0"/>
                  </a:lnTo>
                  <a:close/>
                </a:path>
              </a:pathLst>
            </a:custGeom>
            <a:solidFill>
              <a:srgbClr val="38B3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2125;p46">
              <a:extLst>
                <a:ext uri="{FF2B5EF4-FFF2-40B4-BE49-F238E27FC236}">
                  <a16:creationId xmlns:a16="http://schemas.microsoft.com/office/drawing/2014/main" id="{5BF787B3-2C03-14F3-8042-024D1A631F0E}"/>
                </a:ext>
              </a:extLst>
            </p:cNvPr>
            <p:cNvSpPr/>
            <p:nvPr/>
          </p:nvSpPr>
          <p:spPr>
            <a:xfrm>
              <a:off x="3840090" y="3360856"/>
              <a:ext cx="361152" cy="357899"/>
            </a:xfrm>
            <a:custGeom>
              <a:avLst/>
              <a:gdLst/>
              <a:ahLst/>
              <a:cxnLst/>
              <a:rect l="l" t="t" r="r" b="b"/>
              <a:pathLst>
                <a:path w="3442" h="3411" fill="none" extrusionOk="0">
                  <a:moveTo>
                    <a:pt x="3442" y="1690"/>
                  </a:moveTo>
                  <a:lnTo>
                    <a:pt x="3442" y="1690"/>
                  </a:lnTo>
                  <a:lnTo>
                    <a:pt x="3411" y="2059"/>
                  </a:lnTo>
                  <a:lnTo>
                    <a:pt x="3319" y="2366"/>
                  </a:lnTo>
                  <a:lnTo>
                    <a:pt x="3165" y="2673"/>
                  </a:lnTo>
                  <a:lnTo>
                    <a:pt x="2950" y="2919"/>
                  </a:lnTo>
                  <a:lnTo>
                    <a:pt x="2673" y="3134"/>
                  </a:lnTo>
                  <a:lnTo>
                    <a:pt x="2397" y="3288"/>
                  </a:lnTo>
                  <a:lnTo>
                    <a:pt x="2059" y="3380"/>
                  </a:lnTo>
                  <a:lnTo>
                    <a:pt x="1721" y="3411"/>
                  </a:lnTo>
                  <a:lnTo>
                    <a:pt x="1721" y="3411"/>
                  </a:lnTo>
                  <a:lnTo>
                    <a:pt x="1383" y="3380"/>
                  </a:lnTo>
                  <a:lnTo>
                    <a:pt x="1045" y="3288"/>
                  </a:lnTo>
                  <a:lnTo>
                    <a:pt x="768" y="3134"/>
                  </a:lnTo>
                  <a:lnTo>
                    <a:pt x="523" y="2919"/>
                  </a:lnTo>
                  <a:lnTo>
                    <a:pt x="308" y="2673"/>
                  </a:lnTo>
                  <a:lnTo>
                    <a:pt x="154" y="2366"/>
                  </a:lnTo>
                  <a:lnTo>
                    <a:pt x="31" y="2059"/>
                  </a:lnTo>
                  <a:lnTo>
                    <a:pt x="0" y="1690"/>
                  </a:lnTo>
                  <a:lnTo>
                    <a:pt x="0" y="1690"/>
                  </a:lnTo>
                  <a:lnTo>
                    <a:pt x="31" y="1352"/>
                  </a:lnTo>
                  <a:lnTo>
                    <a:pt x="154" y="1045"/>
                  </a:lnTo>
                  <a:lnTo>
                    <a:pt x="308" y="737"/>
                  </a:lnTo>
                  <a:lnTo>
                    <a:pt x="523" y="492"/>
                  </a:lnTo>
                  <a:lnTo>
                    <a:pt x="768" y="277"/>
                  </a:lnTo>
                  <a:lnTo>
                    <a:pt x="1045" y="123"/>
                  </a:lnTo>
                  <a:lnTo>
                    <a:pt x="1383" y="31"/>
                  </a:lnTo>
                  <a:lnTo>
                    <a:pt x="1721" y="0"/>
                  </a:lnTo>
                  <a:lnTo>
                    <a:pt x="1721" y="0"/>
                  </a:lnTo>
                  <a:lnTo>
                    <a:pt x="2059" y="31"/>
                  </a:lnTo>
                  <a:lnTo>
                    <a:pt x="2397" y="123"/>
                  </a:lnTo>
                  <a:lnTo>
                    <a:pt x="2673" y="277"/>
                  </a:lnTo>
                  <a:lnTo>
                    <a:pt x="2950" y="492"/>
                  </a:lnTo>
                  <a:lnTo>
                    <a:pt x="3165" y="737"/>
                  </a:lnTo>
                  <a:lnTo>
                    <a:pt x="3319" y="1045"/>
                  </a:lnTo>
                  <a:lnTo>
                    <a:pt x="3411" y="1352"/>
                  </a:lnTo>
                  <a:lnTo>
                    <a:pt x="3442" y="169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2126;p46">
              <a:extLst>
                <a:ext uri="{FF2B5EF4-FFF2-40B4-BE49-F238E27FC236}">
                  <a16:creationId xmlns:a16="http://schemas.microsoft.com/office/drawing/2014/main" id="{0EB1FE60-CED4-AF48-2853-A7F112BCEC09}"/>
                </a:ext>
              </a:extLst>
            </p:cNvPr>
            <p:cNvSpPr/>
            <p:nvPr/>
          </p:nvSpPr>
          <p:spPr>
            <a:xfrm>
              <a:off x="4133463" y="3480051"/>
              <a:ext cx="274169" cy="274169"/>
            </a:xfrm>
            <a:custGeom>
              <a:avLst/>
              <a:gdLst/>
              <a:ahLst/>
              <a:cxnLst/>
              <a:rect l="l" t="t" r="r" b="b"/>
              <a:pathLst>
                <a:path w="2613" h="2613" extrusionOk="0">
                  <a:moveTo>
                    <a:pt x="1291" y="1"/>
                  </a:moveTo>
                  <a:lnTo>
                    <a:pt x="1045" y="32"/>
                  </a:lnTo>
                  <a:lnTo>
                    <a:pt x="799" y="124"/>
                  </a:lnTo>
                  <a:lnTo>
                    <a:pt x="584" y="247"/>
                  </a:lnTo>
                  <a:lnTo>
                    <a:pt x="369" y="400"/>
                  </a:lnTo>
                  <a:lnTo>
                    <a:pt x="215" y="585"/>
                  </a:lnTo>
                  <a:lnTo>
                    <a:pt x="93" y="800"/>
                  </a:lnTo>
                  <a:lnTo>
                    <a:pt x="31" y="1046"/>
                  </a:lnTo>
                  <a:lnTo>
                    <a:pt x="0" y="1322"/>
                  </a:lnTo>
                  <a:lnTo>
                    <a:pt x="31" y="1568"/>
                  </a:lnTo>
                  <a:lnTo>
                    <a:pt x="93" y="1814"/>
                  </a:lnTo>
                  <a:lnTo>
                    <a:pt x="215" y="2029"/>
                  </a:lnTo>
                  <a:lnTo>
                    <a:pt x="369" y="2244"/>
                  </a:lnTo>
                  <a:lnTo>
                    <a:pt x="584" y="2398"/>
                  </a:lnTo>
                  <a:lnTo>
                    <a:pt x="799" y="2520"/>
                  </a:lnTo>
                  <a:lnTo>
                    <a:pt x="1045" y="2582"/>
                  </a:lnTo>
                  <a:lnTo>
                    <a:pt x="1291" y="2613"/>
                  </a:lnTo>
                  <a:lnTo>
                    <a:pt x="1567" y="2582"/>
                  </a:lnTo>
                  <a:lnTo>
                    <a:pt x="1813" y="2520"/>
                  </a:lnTo>
                  <a:lnTo>
                    <a:pt x="2028" y="2398"/>
                  </a:lnTo>
                  <a:lnTo>
                    <a:pt x="2213" y="2244"/>
                  </a:lnTo>
                  <a:lnTo>
                    <a:pt x="2366" y="2029"/>
                  </a:lnTo>
                  <a:lnTo>
                    <a:pt x="2489" y="1814"/>
                  </a:lnTo>
                  <a:lnTo>
                    <a:pt x="2581" y="1568"/>
                  </a:lnTo>
                  <a:lnTo>
                    <a:pt x="2612" y="1322"/>
                  </a:lnTo>
                  <a:lnTo>
                    <a:pt x="2581" y="1046"/>
                  </a:lnTo>
                  <a:lnTo>
                    <a:pt x="2489" y="800"/>
                  </a:lnTo>
                  <a:lnTo>
                    <a:pt x="2366" y="585"/>
                  </a:lnTo>
                  <a:lnTo>
                    <a:pt x="2213" y="400"/>
                  </a:lnTo>
                  <a:lnTo>
                    <a:pt x="2028" y="247"/>
                  </a:lnTo>
                  <a:lnTo>
                    <a:pt x="1813" y="124"/>
                  </a:lnTo>
                  <a:lnTo>
                    <a:pt x="1567" y="32"/>
                  </a:lnTo>
                  <a:lnTo>
                    <a:pt x="1291" y="1"/>
                  </a:lnTo>
                  <a:close/>
                </a:path>
              </a:pathLst>
            </a:custGeom>
            <a:solidFill>
              <a:srgbClr val="38B3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2127;p46">
              <a:extLst>
                <a:ext uri="{FF2B5EF4-FFF2-40B4-BE49-F238E27FC236}">
                  <a16:creationId xmlns:a16="http://schemas.microsoft.com/office/drawing/2014/main" id="{0B5DD2F5-2FD0-72E9-C147-C00950E64EE4}"/>
                </a:ext>
              </a:extLst>
            </p:cNvPr>
            <p:cNvSpPr/>
            <p:nvPr/>
          </p:nvSpPr>
          <p:spPr>
            <a:xfrm>
              <a:off x="4133463" y="3480051"/>
              <a:ext cx="274169" cy="274169"/>
            </a:xfrm>
            <a:custGeom>
              <a:avLst/>
              <a:gdLst/>
              <a:ahLst/>
              <a:cxnLst/>
              <a:rect l="l" t="t" r="r" b="b"/>
              <a:pathLst>
                <a:path w="2613" h="2613" fill="none" extrusionOk="0">
                  <a:moveTo>
                    <a:pt x="2612" y="1322"/>
                  </a:moveTo>
                  <a:lnTo>
                    <a:pt x="2612" y="1322"/>
                  </a:lnTo>
                  <a:lnTo>
                    <a:pt x="2581" y="1568"/>
                  </a:lnTo>
                  <a:lnTo>
                    <a:pt x="2489" y="1814"/>
                  </a:lnTo>
                  <a:lnTo>
                    <a:pt x="2366" y="2029"/>
                  </a:lnTo>
                  <a:lnTo>
                    <a:pt x="2213" y="2244"/>
                  </a:lnTo>
                  <a:lnTo>
                    <a:pt x="2028" y="2398"/>
                  </a:lnTo>
                  <a:lnTo>
                    <a:pt x="1813" y="2520"/>
                  </a:lnTo>
                  <a:lnTo>
                    <a:pt x="1567" y="2582"/>
                  </a:lnTo>
                  <a:lnTo>
                    <a:pt x="1291" y="2613"/>
                  </a:lnTo>
                  <a:lnTo>
                    <a:pt x="1291" y="2613"/>
                  </a:lnTo>
                  <a:lnTo>
                    <a:pt x="1045" y="2582"/>
                  </a:lnTo>
                  <a:lnTo>
                    <a:pt x="799" y="2520"/>
                  </a:lnTo>
                  <a:lnTo>
                    <a:pt x="584" y="2398"/>
                  </a:lnTo>
                  <a:lnTo>
                    <a:pt x="369" y="2244"/>
                  </a:lnTo>
                  <a:lnTo>
                    <a:pt x="215" y="2029"/>
                  </a:lnTo>
                  <a:lnTo>
                    <a:pt x="93" y="1814"/>
                  </a:lnTo>
                  <a:lnTo>
                    <a:pt x="31" y="1568"/>
                  </a:lnTo>
                  <a:lnTo>
                    <a:pt x="0" y="1322"/>
                  </a:lnTo>
                  <a:lnTo>
                    <a:pt x="0" y="1322"/>
                  </a:lnTo>
                  <a:lnTo>
                    <a:pt x="31" y="1046"/>
                  </a:lnTo>
                  <a:lnTo>
                    <a:pt x="93" y="800"/>
                  </a:lnTo>
                  <a:lnTo>
                    <a:pt x="215" y="585"/>
                  </a:lnTo>
                  <a:lnTo>
                    <a:pt x="369" y="400"/>
                  </a:lnTo>
                  <a:lnTo>
                    <a:pt x="584" y="247"/>
                  </a:lnTo>
                  <a:lnTo>
                    <a:pt x="799" y="124"/>
                  </a:lnTo>
                  <a:lnTo>
                    <a:pt x="1045" y="32"/>
                  </a:lnTo>
                  <a:lnTo>
                    <a:pt x="1291" y="1"/>
                  </a:lnTo>
                  <a:lnTo>
                    <a:pt x="1291" y="1"/>
                  </a:lnTo>
                  <a:lnTo>
                    <a:pt x="1567" y="32"/>
                  </a:lnTo>
                  <a:lnTo>
                    <a:pt x="1813" y="124"/>
                  </a:lnTo>
                  <a:lnTo>
                    <a:pt x="2028" y="247"/>
                  </a:lnTo>
                  <a:lnTo>
                    <a:pt x="2213" y="400"/>
                  </a:lnTo>
                  <a:lnTo>
                    <a:pt x="2366" y="585"/>
                  </a:lnTo>
                  <a:lnTo>
                    <a:pt x="2489" y="800"/>
                  </a:lnTo>
                  <a:lnTo>
                    <a:pt x="2581" y="1046"/>
                  </a:lnTo>
                  <a:lnTo>
                    <a:pt x="2612" y="132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2128;p46">
              <a:extLst>
                <a:ext uri="{FF2B5EF4-FFF2-40B4-BE49-F238E27FC236}">
                  <a16:creationId xmlns:a16="http://schemas.microsoft.com/office/drawing/2014/main" id="{D27C6702-1753-3AFC-264A-CF0F342BFC43}"/>
                </a:ext>
              </a:extLst>
            </p:cNvPr>
            <p:cNvSpPr/>
            <p:nvPr/>
          </p:nvSpPr>
          <p:spPr>
            <a:xfrm>
              <a:off x="4352653" y="3502610"/>
              <a:ext cx="174175" cy="171028"/>
            </a:xfrm>
            <a:custGeom>
              <a:avLst/>
              <a:gdLst/>
              <a:ahLst/>
              <a:cxnLst/>
              <a:rect l="l" t="t" r="r" b="b"/>
              <a:pathLst>
                <a:path w="1660" h="1630" extrusionOk="0">
                  <a:moveTo>
                    <a:pt x="830" y="1"/>
                  </a:moveTo>
                  <a:lnTo>
                    <a:pt x="646" y="32"/>
                  </a:lnTo>
                  <a:lnTo>
                    <a:pt x="492" y="62"/>
                  </a:lnTo>
                  <a:lnTo>
                    <a:pt x="369" y="155"/>
                  </a:lnTo>
                  <a:lnTo>
                    <a:pt x="247" y="247"/>
                  </a:lnTo>
                  <a:lnTo>
                    <a:pt x="154" y="370"/>
                  </a:lnTo>
                  <a:lnTo>
                    <a:pt x="62" y="493"/>
                  </a:lnTo>
                  <a:lnTo>
                    <a:pt x="31" y="646"/>
                  </a:lnTo>
                  <a:lnTo>
                    <a:pt x="1" y="831"/>
                  </a:lnTo>
                  <a:lnTo>
                    <a:pt x="31" y="984"/>
                  </a:lnTo>
                  <a:lnTo>
                    <a:pt x="62" y="1138"/>
                  </a:lnTo>
                  <a:lnTo>
                    <a:pt x="154" y="1291"/>
                  </a:lnTo>
                  <a:lnTo>
                    <a:pt x="247" y="1414"/>
                  </a:lnTo>
                  <a:lnTo>
                    <a:pt x="369" y="1507"/>
                  </a:lnTo>
                  <a:lnTo>
                    <a:pt x="492" y="1568"/>
                  </a:lnTo>
                  <a:lnTo>
                    <a:pt x="646" y="1629"/>
                  </a:lnTo>
                  <a:lnTo>
                    <a:pt x="984" y="1629"/>
                  </a:lnTo>
                  <a:lnTo>
                    <a:pt x="1138" y="1568"/>
                  </a:lnTo>
                  <a:lnTo>
                    <a:pt x="1291" y="1507"/>
                  </a:lnTo>
                  <a:lnTo>
                    <a:pt x="1414" y="1414"/>
                  </a:lnTo>
                  <a:lnTo>
                    <a:pt x="1506" y="1291"/>
                  </a:lnTo>
                  <a:lnTo>
                    <a:pt x="1568" y="1138"/>
                  </a:lnTo>
                  <a:lnTo>
                    <a:pt x="1629" y="984"/>
                  </a:lnTo>
                  <a:lnTo>
                    <a:pt x="1660" y="831"/>
                  </a:lnTo>
                  <a:lnTo>
                    <a:pt x="1629" y="646"/>
                  </a:lnTo>
                  <a:lnTo>
                    <a:pt x="1568" y="493"/>
                  </a:lnTo>
                  <a:lnTo>
                    <a:pt x="1506" y="370"/>
                  </a:lnTo>
                  <a:lnTo>
                    <a:pt x="1414" y="247"/>
                  </a:lnTo>
                  <a:lnTo>
                    <a:pt x="1291" y="155"/>
                  </a:lnTo>
                  <a:lnTo>
                    <a:pt x="1138" y="62"/>
                  </a:lnTo>
                  <a:lnTo>
                    <a:pt x="984" y="32"/>
                  </a:lnTo>
                  <a:lnTo>
                    <a:pt x="830" y="1"/>
                  </a:lnTo>
                  <a:close/>
                </a:path>
              </a:pathLst>
            </a:custGeom>
            <a:solidFill>
              <a:srgbClr val="38B3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2129;p46">
              <a:extLst>
                <a:ext uri="{FF2B5EF4-FFF2-40B4-BE49-F238E27FC236}">
                  <a16:creationId xmlns:a16="http://schemas.microsoft.com/office/drawing/2014/main" id="{9AEA2C80-1106-66D5-067D-B64BD4CBCED8}"/>
                </a:ext>
              </a:extLst>
            </p:cNvPr>
            <p:cNvSpPr/>
            <p:nvPr/>
          </p:nvSpPr>
          <p:spPr>
            <a:xfrm>
              <a:off x="4352653" y="3502610"/>
              <a:ext cx="174175" cy="171028"/>
            </a:xfrm>
            <a:custGeom>
              <a:avLst/>
              <a:gdLst/>
              <a:ahLst/>
              <a:cxnLst/>
              <a:rect l="l" t="t" r="r" b="b"/>
              <a:pathLst>
                <a:path w="1660" h="1630" fill="none" extrusionOk="0">
                  <a:moveTo>
                    <a:pt x="1660" y="831"/>
                  </a:moveTo>
                  <a:lnTo>
                    <a:pt x="1660" y="831"/>
                  </a:lnTo>
                  <a:lnTo>
                    <a:pt x="1629" y="984"/>
                  </a:lnTo>
                  <a:lnTo>
                    <a:pt x="1568" y="1138"/>
                  </a:lnTo>
                  <a:lnTo>
                    <a:pt x="1506" y="1291"/>
                  </a:lnTo>
                  <a:lnTo>
                    <a:pt x="1414" y="1414"/>
                  </a:lnTo>
                  <a:lnTo>
                    <a:pt x="1291" y="1507"/>
                  </a:lnTo>
                  <a:lnTo>
                    <a:pt x="1138" y="1568"/>
                  </a:lnTo>
                  <a:lnTo>
                    <a:pt x="984" y="1629"/>
                  </a:lnTo>
                  <a:lnTo>
                    <a:pt x="830" y="1629"/>
                  </a:lnTo>
                  <a:lnTo>
                    <a:pt x="830" y="1629"/>
                  </a:lnTo>
                  <a:lnTo>
                    <a:pt x="646" y="1629"/>
                  </a:lnTo>
                  <a:lnTo>
                    <a:pt x="492" y="1568"/>
                  </a:lnTo>
                  <a:lnTo>
                    <a:pt x="369" y="1507"/>
                  </a:lnTo>
                  <a:lnTo>
                    <a:pt x="247" y="1414"/>
                  </a:lnTo>
                  <a:lnTo>
                    <a:pt x="154" y="1291"/>
                  </a:lnTo>
                  <a:lnTo>
                    <a:pt x="62" y="1138"/>
                  </a:lnTo>
                  <a:lnTo>
                    <a:pt x="31" y="984"/>
                  </a:lnTo>
                  <a:lnTo>
                    <a:pt x="1" y="831"/>
                  </a:lnTo>
                  <a:lnTo>
                    <a:pt x="1" y="831"/>
                  </a:lnTo>
                  <a:lnTo>
                    <a:pt x="31" y="646"/>
                  </a:lnTo>
                  <a:lnTo>
                    <a:pt x="62" y="493"/>
                  </a:lnTo>
                  <a:lnTo>
                    <a:pt x="154" y="370"/>
                  </a:lnTo>
                  <a:lnTo>
                    <a:pt x="247" y="247"/>
                  </a:lnTo>
                  <a:lnTo>
                    <a:pt x="369" y="155"/>
                  </a:lnTo>
                  <a:lnTo>
                    <a:pt x="492" y="62"/>
                  </a:lnTo>
                  <a:lnTo>
                    <a:pt x="646" y="32"/>
                  </a:lnTo>
                  <a:lnTo>
                    <a:pt x="830" y="1"/>
                  </a:lnTo>
                  <a:lnTo>
                    <a:pt x="830" y="1"/>
                  </a:lnTo>
                  <a:lnTo>
                    <a:pt x="984" y="32"/>
                  </a:lnTo>
                  <a:lnTo>
                    <a:pt x="1138" y="62"/>
                  </a:lnTo>
                  <a:lnTo>
                    <a:pt x="1291" y="155"/>
                  </a:lnTo>
                  <a:lnTo>
                    <a:pt x="1414" y="247"/>
                  </a:lnTo>
                  <a:lnTo>
                    <a:pt x="1506" y="370"/>
                  </a:lnTo>
                  <a:lnTo>
                    <a:pt x="1568" y="493"/>
                  </a:lnTo>
                  <a:lnTo>
                    <a:pt x="1629" y="646"/>
                  </a:lnTo>
                  <a:lnTo>
                    <a:pt x="1660" y="83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2130;p46">
              <a:extLst>
                <a:ext uri="{FF2B5EF4-FFF2-40B4-BE49-F238E27FC236}">
                  <a16:creationId xmlns:a16="http://schemas.microsoft.com/office/drawing/2014/main" id="{A2FDF842-4003-45F3-418A-7CC497E4E0B2}"/>
                </a:ext>
              </a:extLst>
            </p:cNvPr>
            <p:cNvSpPr/>
            <p:nvPr/>
          </p:nvSpPr>
          <p:spPr>
            <a:xfrm>
              <a:off x="4681491" y="3367256"/>
              <a:ext cx="335445" cy="335340"/>
            </a:xfrm>
            <a:custGeom>
              <a:avLst/>
              <a:gdLst/>
              <a:ahLst/>
              <a:cxnLst/>
              <a:rect l="l" t="t" r="r" b="b"/>
              <a:pathLst>
                <a:path w="3197" h="3196" extrusionOk="0">
                  <a:moveTo>
                    <a:pt x="1599" y="0"/>
                  </a:moveTo>
                  <a:lnTo>
                    <a:pt x="1261" y="31"/>
                  </a:lnTo>
                  <a:lnTo>
                    <a:pt x="984" y="123"/>
                  </a:lnTo>
                  <a:lnTo>
                    <a:pt x="707" y="277"/>
                  </a:lnTo>
                  <a:lnTo>
                    <a:pt x="462" y="461"/>
                  </a:lnTo>
                  <a:lnTo>
                    <a:pt x="277" y="707"/>
                  </a:lnTo>
                  <a:lnTo>
                    <a:pt x="124" y="984"/>
                  </a:lnTo>
                  <a:lnTo>
                    <a:pt x="31" y="1291"/>
                  </a:lnTo>
                  <a:lnTo>
                    <a:pt x="1" y="1598"/>
                  </a:lnTo>
                  <a:lnTo>
                    <a:pt x="31" y="1936"/>
                  </a:lnTo>
                  <a:lnTo>
                    <a:pt x="124" y="2213"/>
                  </a:lnTo>
                  <a:lnTo>
                    <a:pt x="277" y="2489"/>
                  </a:lnTo>
                  <a:lnTo>
                    <a:pt x="462" y="2735"/>
                  </a:lnTo>
                  <a:lnTo>
                    <a:pt x="707" y="2919"/>
                  </a:lnTo>
                  <a:lnTo>
                    <a:pt x="984" y="3073"/>
                  </a:lnTo>
                  <a:lnTo>
                    <a:pt x="1261" y="3165"/>
                  </a:lnTo>
                  <a:lnTo>
                    <a:pt x="1599" y="3196"/>
                  </a:lnTo>
                  <a:lnTo>
                    <a:pt x="1906" y="3165"/>
                  </a:lnTo>
                  <a:lnTo>
                    <a:pt x="2213" y="3073"/>
                  </a:lnTo>
                  <a:lnTo>
                    <a:pt x="2490" y="2919"/>
                  </a:lnTo>
                  <a:lnTo>
                    <a:pt x="2705" y="2735"/>
                  </a:lnTo>
                  <a:lnTo>
                    <a:pt x="2920" y="2489"/>
                  </a:lnTo>
                  <a:lnTo>
                    <a:pt x="3073" y="2213"/>
                  </a:lnTo>
                  <a:lnTo>
                    <a:pt x="3166" y="1936"/>
                  </a:lnTo>
                  <a:lnTo>
                    <a:pt x="3196" y="1598"/>
                  </a:lnTo>
                  <a:lnTo>
                    <a:pt x="3166" y="1291"/>
                  </a:lnTo>
                  <a:lnTo>
                    <a:pt x="3073" y="984"/>
                  </a:lnTo>
                  <a:lnTo>
                    <a:pt x="2920" y="707"/>
                  </a:lnTo>
                  <a:lnTo>
                    <a:pt x="2705" y="461"/>
                  </a:lnTo>
                  <a:lnTo>
                    <a:pt x="2490" y="277"/>
                  </a:lnTo>
                  <a:lnTo>
                    <a:pt x="2213" y="123"/>
                  </a:lnTo>
                  <a:lnTo>
                    <a:pt x="1906" y="31"/>
                  </a:lnTo>
                  <a:lnTo>
                    <a:pt x="1599" y="0"/>
                  </a:lnTo>
                  <a:close/>
                </a:path>
              </a:pathLst>
            </a:custGeom>
            <a:solidFill>
              <a:srgbClr val="38B3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2131;p46">
              <a:extLst>
                <a:ext uri="{FF2B5EF4-FFF2-40B4-BE49-F238E27FC236}">
                  <a16:creationId xmlns:a16="http://schemas.microsoft.com/office/drawing/2014/main" id="{D634B2E0-8A92-499B-2257-20AD30E35313}"/>
                </a:ext>
              </a:extLst>
            </p:cNvPr>
            <p:cNvSpPr/>
            <p:nvPr/>
          </p:nvSpPr>
          <p:spPr>
            <a:xfrm>
              <a:off x="4681491" y="3367256"/>
              <a:ext cx="335445" cy="335340"/>
            </a:xfrm>
            <a:custGeom>
              <a:avLst/>
              <a:gdLst/>
              <a:ahLst/>
              <a:cxnLst/>
              <a:rect l="l" t="t" r="r" b="b"/>
              <a:pathLst>
                <a:path w="3197" h="3196" fill="none" extrusionOk="0">
                  <a:moveTo>
                    <a:pt x="3196" y="1598"/>
                  </a:moveTo>
                  <a:lnTo>
                    <a:pt x="3196" y="1598"/>
                  </a:lnTo>
                  <a:lnTo>
                    <a:pt x="3166" y="1936"/>
                  </a:lnTo>
                  <a:lnTo>
                    <a:pt x="3073" y="2213"/>
                  </a:lnTo>
                  <a:lnTo>
                    <a:pt x="2920" y="2489"/>
                  </a:lnTo>
                  <a:lnTo>
                    <a:pt x="2705" y="2735"/>
                  </a:lnTo>
                  <a:lnTo>
                    <a:pt x="2490" y="2919"/>
                  </a:lnTo>
                  <a:lnTo>
                    <a:pt x="2213" y="3073"/>
                  </a:lnTo>
                  <a:lnTo>
                    <a:pt x="1906" y="3165"/>
                  </a:lnTo>
                  <a:lnTo>
                    <a:pt x="1599" y="3196"/>
                  </a:lnTo>
                  <a:lnTo>
                    <a:pt x="1599" y="3196"/>
                  </a:lnTo>
                  <a:lnTo>
                    <a:pt x="1261" y="3165"/>
                  </a:lnTo>
                  <a:lnTo>
                    <a:pt x="984" y="3073"/>
                  </a:lnTo>
                  <a:lnTo>
                    <a:pt x="707" y="2919"/>
                  </a:lnTo>
                  <a:lnTo>
                    <a:pt x="462" y="2735"/>
                  </a:lnTo>
                  <a:lnTo>
                    <a:pt x="277" y="2489"/>
                  </a:lnTo>
                  <a:lnTo>
                    <a:pt x="124" y="2213"/>
                  </a:lnTo>
                  <a:lnTo>
                    <a:pt x="31" y="1936"/>
                  </a:lnTo>
                  <a:lnTo>
                    <a:pt x="1" y="1598"/>
                  </a:lnTo>
                  <a:lnTo>
                    <a:pt x="1" y="1598"/>
                  </a:lnTo>
                  <a:lnTo>
                    <a:pt x="31" y="1291"/>
                  </a:lnTo>
                  <a:lnTo>
                    <a:pt x="124" y="984"/>
                  </a:lnTo>
                  <a:lnTo>
                    <a:pt x="277" y="707"/>
                  </a:lnTo>
                  <a:lnTo>
                    <a:pt x="462" y="461"/>
                  </a:lnTo>
                  <a:lnTo>
                    <a:pt x="707" y="277"/>
                  </a:lnTo>
                  <a:lnTo>
                    <a:pt x="984" y="123"/>
                  </a:lnTo>
                  <a:lnTo>
                    <a:pt x="1261" y="31"/>
                  </a:lnTo>
                  <a:lnTo>
                    <a:pt x="1599" y="0"/>
                  </a:lnTo>
                  <a:lnTo>
                    <a:pt x="1599" y="0"/>
                  </a:lnTo>
                  <a:lnTo>
                    <a:pt x="1906" y="31"/>
                  </a:lnTo>
                  <a:lnTo>
                    <a:pt x="2213" y="123"/>
                  </a:lnTo>
                  <a:lnTo>
                    <a:pt x="2490" y="277"/>
                  </a:lnTo>
                  <a:lnTo>
                    <a:pt x="2705" y="461"/>
                  </a:lnTo>
                  <a:lnTo>
                    <a:pt x="2920" y="707"/>
                  </a:lnTo>
                  <a:lnTo>
                    <a:pt x="3073" y="984"/>
                  </a:lnTo>
                  <a:lnTo>
                    <a:pt x="3166" y="1291"/>
                  </a:lnTo>
                  <a:lnTo>
                    <a:pt x="3196" y="159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2132;p46">
              <a:extLst>
                <a:ext uri="{FF2B5EF4-FFF2-40B4-BE49-F238E27FC236}">
                  <a16:creationId xmlns:a16="http://schemas.microsoft.com/office/drawing/2014/main" id="{79E3563B-C505-CFE2-8E0B-4E40AEE1A26E}"/>
                </a:ext>
              </a:extLst>
            </p:cNvPr>
            <p:cNvSpPr/>
            <p:nvPr/>
          </p:nvSpPr>
          <p:spPr>
            <a:xfrm>
              <a:off x="4949157" y="3454344"/>
              <a:ext cx="335340" cy="335340"/>
            </a:xfrm>
            <a:custGeom>
              <a:avLst/>
              <a:gdLst/>
              <a:ahLst/>
              <a:cxnLst/>
              <a:rect l="l" t="t" r="r" b="b"/>
              <a:pathLst>
                <a:path w="3196" h="3196" extrusionOk="0">
                  <a:moveTo>
                    <a:pt x="1598" y="0"/>
                  </a:moveTo>
                  <a:lnTo>
                    <a:pt x="1290" y="31"/>
                  </a:lnTo>
                  <a:lnTo>
                    <a:pt x="983" y="123"/>
                  </a:lnTo>
                  <a:lnTo>
                    <a:pt x="707" y="277"/>
                  </a:lnTo>
                  <a:lnTo>
                    <a:pt x="492" y="492"/>
                  </a:lnTo>
                  <a:lnTo>
                    <a:pt x="277" y="707"/>
                  </a:lnTo>
                  <a:lnTo>
                    <a:pt x="154" y="983"/>
                  </a:lnTo>
                  <a:lnTo>
                    <a:pt x="31" y="1291"/>
                  </a:lnTo>
                  <a:lnTo>
                    <a:pt x="0" y="1598"/>
                  </a:lnTo>
                  <a:lnTo>
                    <a:pt x="31" y="1936"/>
                  </a:lnTo>
                  <a:lnTo>
                    <a:pt x="154" y="2212"/>
                  </a:lnTo>
                  <a:lnTo>
                    <a:pt x="277" y="2489"/>
                  </a:lnTo>
                  <a:lnTo>
                    <a:pt x="492" y="2735"/>
                  </a:lnTo>
                  <a:lnTo>
                    <a:pt x="707" y="2919"/>
                  </a:lnTo>
                  <a:lnTo>
                    <a:pt x="983" y="3073"/>
                  </a:lnTo>
                  <a:lnTo>
                    <a:pt x="1290" y="3165"/>
                  </a:lnTo>
                  <a:lnTo>
                    <a:pt x="1598" y="3196"/>
                  </a:lnTo>
                  <a:lnTo>
                    <a:pt x="1936" y="3165"/>
                  </a:lnTo>
                  <a:lnTo>
                    <a:pt x="2212" y="3073"/>
                  </a:lnTo>
                  <a:lnTo>
                    <a:pt x="2489" y="2919"/>
                  </a:lnTo>
                  <a:lnTo>
                    <a:pt x="2735" y="2735"/>
                  </a:lnTo>
                  <a:lnTo>
                    <a:pt x="2919" y="2489"/>
                  </a:lnTo>
                  <a:lnTo>
                    <a:pt x="3073" y="2212"/>
                  </a:lnTo>
                  <a:lnTo>
                    <a:pt x="3165" y="1936"/>
                  </a:lnTo>
                  <a:lnTo>
                    <a:pt x="3195" y="1598"/>
                  </a:lnTo>
                  <a:lnTo>
                    <a:pt x="3165" y="1291"/>
                  </a:lnTo>
                  <a:lnTo>
                    <a:pt x="3073" y="983"/>
                  </a:lnTo>
                  <a:lnTo>
                    <a:pt x="2919" y="707"/>
                  </a:lnTo>
                  <a:lnTo>
                    <a:pt x="2735" y="492"/>
                  </a:lnTo>
                  <a:lnTo>
                    <a:pt x="2489" y="277"/>
                  </a:lnTo>
                  <a:lnTo>
                    <a:pt x="2212" y="123"/>
                  </a:lnTo>
                  <a:lnTo>
                    <a:pt x="1936" y="31"/>
                  </a:lnTo>
                  <a:lnTo>
                    <a:pt x="1598" y="0"/>
                  </a:lnTo>
                  <a:close/>
                </a:path>
              </a:pathLst>
            </a:custGeom>
            <a:solidFill>
              <a:srgbClr val="38B3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2133;p46">
              <a:extLst>
                <a:ext uri="{FF2B5EF4-FFF2-40B4-BE49-F238E27FC236}">
                  <a16:creationId xmlns:a16="http://schemas.microsoft.com/office/drawing/2014/main" id="{4B05225E-9FFA-C0E8-08AA-C99E42D8D63B}"/>
                </a:ext>
              </a:extLst>
            </p:cNvPr>
            <p:cNvSpPr/>
            <p:nvPr/>
          </p:nvSpPr>
          <p:spPr>
            <a:xfrm>
              <a:off x="4949157" y="3454344"/>
              <a:ext cx="335340" cy="335340"/>
            </a:xfrm>
            <a:custGeom>
              <a:avLst/>
              <a:gdLst/>
              <a:ahLst/>
              <a:cxnLst/>
              <a:rect l="l" t="t" r="r" b="b"/>
              <a:pathLst>
                <a:path w="3196" h="3196" fill="none" extrusionOk="0">
                  <a:moveTo>
                    <a:pt x="3195" y="1598"/>
                  </a:moveTo>
                  <a:lnTo>
                    <a:pt x="3195" y="1598"/>
                  </a:lnTo>
                  <a:lnTo>
                    <a:pt x="3165" y="1936"/>
                  </a:lnTo>
                  <a:lnTo>
                    <a:pt x="3073" y="2212"/>
                  </a:lnTo>
                  <a:lnTo>
                    <a:pt x="2919" y="2489"/>
                  </a:lnTo>
                  <a:lnTo>
                    <a:pt x="2735" y="2735"/>
                  </a:lnTo>
                  <a:lnTo>
                    <a:pt x="2489" y="2919"/>
                  </a:lnTo>
                  <a:lnTo>
                    <a:pt x="2212" y="3073"/>
                  </a:lnTo>
                  <a:lnTo>
                    <a:pt x="1936" y="3165"/>
                  </a:lnTo>
                  <a:lnTo>
                    <a:pt x="1598" y="3196"/>
                  </a:lnTo>
                  <a:lnTo>
                    <a:pt x="1598" y="3196"/>
                  </a:lnTo>
                  <a:lnTo>
                    <a:pt x="1290" y="3165"/>
                  </a:lnTo>
                  <a:lnTo>
                    <a:pt x="983" y="3073"/>
                  </a:lnTo>
                  <a:lnTo>
                    <a:pt x="707" y="2919"/>
                  </a:lnTo>
                  <a:lnTo>
                    <a:pt x="492" y="2735"/>
                  </a:lnTo>
                  <a:lnTo>
                    <a:pt x="277" y="2489"/>
                  </a:lnTo>
                  <a:lnTo>
                    <a:pt x="154" y="2212"/>
                  </a:lnTo>
                  <a:lnTo>
                    <a:pt x="31" y="1936"/>
                  </a:lnTo>
                  <a:lnTo>
                    <a:pt x="0" y="1598"/>
                  </a:lnTo>
                  <a:lnTo>
                    <a:pt x="0" y="1598"/>
                  </a:lnTo>
                  <a:lnTo>
                    <a:pt x="31" y="1291"/>
                  </a:lnTo>
                  <a:lnTo>
                    <a:pt x="154" y="983"/>
                  </a:lnTo>
                  <a:lnTo>
                    <a:pt x="277" y="707"/>
                  </a:lnTo>
                  <a:lnTo>
                    <a:pt x="492" y="492"/>
                  </a:lnTo>
                  <a:lnTo>
                    <a:pt x="707" y="277"/>
                  </a:lnTo>
                  <a:lnTo>
                    <a:pt x="983" y="123"/>
                  </a:lnTo>
                  <a:lnTo>
                    <a:pt x="1290" y="31"/>
                  </a:lnTo>
                  <a:lnTo>
                    <a:pt x="1598" y="0"/>
                  </a:lnTo>
                  <a:lnTo>
                    <a:pt x="1598" y="0"/>
                  </a:lnTo>
                  <a:lnTo>
                    <a:pt x="1936" y="31"/>
                  </a:lnTo>
                  <a:lnTo>
                    <a:pt x="2212" y="123"/>
                  </a:lnTo>
                  <a:lnTo>
                    <a:pt x="2489" y="277"/>
                  </a:lnTo>
                  <a:lnTo>
                    <a:pt x="2735" y="492"/>
                  </a:lnTo>
                  <a:lnTo>
                    <a:pt x="2919" y="707"/>
                  </a:lnTo>
                  <a:lnTo>
                    <a:pt x="3073" y="983"/>
                  </a:lnTo>
                  <a:lnTo>
                    <a:pt x="3165" y="1291"/>
                  </a:lnTo>
                  <a:lnTo>
                    <a:pt x="3195" y="1598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2134;p46">
              <a:extLst>
                <a:ext uri="{FF2B5EF4-FFF2-40B4-BE49-F238E27FC236}">
                  <a16:creationId xmlns:a16="http://schemas.microsoft.com/office/drawing/2014/main" id="{62B2D957-2E08-8158-D659-AD413C72CE47}"/>
                </a:ext>
              </a:extLst>
            </p:cNvPr>
            <p:cNvSpPr/>
            <p:nvPr/>
          </p:nvSpPr>
          <p:spPr>
            <a:xfrm>
              <a:off x="5229623" y="3335044"/>
              <a:ext cx="361152" cy="357899"/>
            </a:xfrm>
            <a:custGeom>
              <a:avLst/>
              <a:gdLst/>
              <a:ahLst/>
              <a:cxnLst/>
              <a:rect l="l" t="t" r="r" b="b"/>
              <a:pathLst>
                <a:path w="3442" h="3411" extrusionOk="0">
                  <a:moveTo>
                    <a:pt x="1721" y="0"/>
                  </a:moveTo>
                  <a:lnTo>
                    <a:pt x="1383" y="31"/>
                  </a:lnTo>
                  <a:lnTo>
                    <a:pt x="1045" y="123"/>
                  </a:lnTo>
                  <a:lnTo>
                    <a:pt x="768" y="277"/>
                  </a:lnTo>
                  <a:lnTo>
                    <a:pt x="492" y="492"/>
                  </a:lnTo>
                  <a:lnTo>
                    <a:pt x="307" y="738"/>
                  </a:lnTo>
                  <a:lnTo>
                    <a:pt x="123" y="1045"/>
                  </a:lnTo>
                  <a:lnTo>
                    <a:pt x="31" y="1352"/>
                  </a:lnTo>
                  <a:lnTo>
                    <a:pt x="0" y="1721"/>
                  </a:lnTo>
                  <a:lnTo>
                    <a:pt x="31" y="2059"/>
                  </a:lnTo>
                  <a:lnTo>
                    <a:pt x="123" y="2366"/>
                  </a:lnTo>
                  <a:lnTo>
                    <a:pt x="307" y="2673"/>
                  </a:lnTo>
                  <a:lnTo>
                    <a:pt x="492" y="2919"/>
                  </a:lnTo>
                  <a:lnTo>
                    <a:pt x="768" y="3134"/>
                  </a:lnTo>
                  <a:lnTo>
                    <a:pt x="1045" y="3288"/>
                  </a:lnTo>
                  <a:lnTo>
                    <a:pt x="1383" y="3380"/>
                  </a:lnTo>
                  <a:lnTo>
                    <a:pt x="1721" y="3411"/>
                  </a:lnTo>
                  <a:lnTo>
                    <a:pt x="2059" y="3380"/>
                  </a:lnTo>
                  <a:lnTo>
                    <a:pt x="2397" y="3288"/>
                  </a:lnTo>
                  <a:lnTo>
                    <a:pt x="2673" y="3134"/>
                  </a:lnTo>
                  <a:lnTo>
                    <a:pt x="2919" y="2919"/>
                  </a:lnTo>
                  <a:lnTo>
                    <a:pt x="3134" y="2673"/>
                  </a:lnTo>
                  <a:lnTo>
                    <a:pt x="3288" y="2366"/>
                  </a:lnTo>
                  <a:lnTo>
                    <a:pt x="3411" y="2059"/>
                  </a:lnTo>
                  <a:lnTo>
                    <a:pt x="3441" y="1721"/>
                  </a:lnTo>
                  <a:lnTo>
                    <a:pt x="3411" y="1352"/>
                  </a:lnTo>
                  <a:lnTo>
                    <a:pt x="3288" y="1045"/>
                  </a:lnTo>
                  <a:lnTo>
                    <a:pt x="3134" y="738"/>
                  </a:lnTo>
                  <a:lnTo>
                    <a:pt x="2919" y="492"/>
                  </a:lnTo>
                  <a:lnTo>
                    <a:pt x="2673" y="277"/>
                  </a:lnTo>
                  <a:lnTo>
                    <a:pt x="2397" y="123"/>
                  </a:lnTo>
                  <a:lnTo>
                    <a:pt x="2059" y="31"/>
                  </a:lnTo>
                  <a:lnTo>
                    <a:pt x="1721" y="0"/>
                  </a:lnTo>
                  <a:close/>
                </a:path>
              </a:pathLst>
            </a:custGeom>
            <a:solidFill>
              <a:srgbClr val="38B3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2135;p46">
              <a:extLst>
                <a:ext uri="{FF2B5EF4-FFF2-40B4-BE49-F238E27FC236}">
                  <a16:creationId xmlns:a16="http://schemas.microsoft.com/office/drawing/2014/main" id="{78350F1C-27BB-4F42-7B7B-FC0A63DFD7FC}"/>
                </a:ext>
              </a:extLst>
            </p:cNvPr>
            <p:cNvSpPr/>
            <p:nvPr/>
          </p:nvSpPr>
          <p:spPr>
            <a:xfrm>
              <a:off x="5229623" y="3335044"/>
              <a:ext cx="361152" cy="357899"/>
            </a:xfrm>
            <a:custGeom>
              <a:avLst/>
              <a:gdLst/>
              <a:ahLst/>
              <a:cxnLst/>
              <a:rect l="l" t="t" r="r" b="b"/>
              <a:pathLst>
                <a:path w="3442" h="3411" fill="none" extrusionOk="0">
                  <a:moveTo>
                    <a:pt x="3441" y="1721"/>
                  </a:moveTo>
                  <a:lnTo>
                    <a:pt x="3441" y="1721"/>
                  </a:lnTo>
                  <a:lnTo>
                    <a:pt x="3411" y="2059"/>
                  </a:lnTo>
                  <a:lnTo>
                    <a:pt x="3288" y="2366"/>
                  </a:lnTo>
                  <a:lnTo>
                    <a:pt x="3134" y="2673"/>
                  </a:lnTo>
                  <a:lnTo>
                    <a:pt x="2919" y="2919"/>
                  </a:lnTo>
                  <a:lnTo>
                    <a:pt x="2673" y="3134"/>
                  </a:lnTo>
                  <a:lnTo>
                    <a:pt x="2397" y="3288"/>
                  </a:lnTo>
                  <a:lnTo>
                    <a:pt x="2059" y="3380"/>
                  </a:lnTo>
                  <a:lnTo>
                    <a:pt x="1721" y="3411"/>
                  </a:lnTo>
                  <a:lnTo>
                    <a:pt x="1721" y="3411"/>
                  </a:lnTo>
                  <a:lnTo>
                    <a:pt x="1383" y="3380"/>
                  </a:lnTo>
                  <a:lnTo>
                    <a:pt x="1045" y="3288"/>
                  </a:lnTo>
                  <a:lnTo>
                    <a:pt x="768" y="3134"/>
                  </a:lnTo>
                  <a:lnTo>
                    <a:pt x="492" y="2919"/>
                  </a:lnTo>
                  <a:lnTo>
                    <a:pt x="307" y="2673"/>
                  </a:lnTo>
                  <a:lnTo>
                    <a:pt x="123" y="2366"/>
                  </a:lnTo>
                  <a:lnTo>
                    <a:pt x="31" y="2059"/>
                  </a:lnTo>
                  <a:lnTo>
                    <a:pt x="0" y="1721"/>
                  </a:lnTo>
                  <a:lnTo>
                    <a:pt x="0" y="1721"/>
                  </a:lnTo>
                  <a:lnTo>
                    <a:pt x="31" y="1352"/>
                  </a:lnTo>
                  <a:lnTo>
                    <a:pt x="123" y="1045"/>
                  </a:lnTo>
                  <a:lnTo>
                    <a:pt x="307" y="738"/>
                  </a:lnTo>
                  <a:lnTo>
                    <a:pt x="492" y="492"/>
                  </a:lnTo>
                  <a:lnTo>
                    <a:pt x="768" y="277"/>
                  </a:lnTo>
                  <a:lnTo>
                    <a:pt x="1045" y="123"/>
                  </a:lnTo>
                  <a:lnTo>
                    <a:pt x="1383" y="31"/>
                  </a:lnTo>
                  <a:lnTo>
                    <a:pt x="1721" y="0"/>
                  </a:lnTo>
                  <a:lnTo>
                    <a:pt x="1721" y="0"/>
                  </a:lnTo>
                  <a:lnTo>
                    <a:pt x="2059" y="31"/>
                  </a:lnTo>
                  <a:lnTo>
                    <a:pt x="2397" y="123"/>
                  </a:lnTo>
                  <a:lnTo>
                    <a:pt x="2673" y="277"/>
                  </a:lnTo>
                  <a:lnTo>
                    <a:pt x="2919" y="492"/>
                  </a:lnTo>
                  <a:lnTo>
                    <a:pt x="3134" y="738"/>
                  </a:lnTo>
                  <a:lnTo>
                    <a:pt x="3288" y="1045"/>
                  </a:lnTo>
                  <a:lnTo>
                    <a:pt x="3411" y="1352"/>
                  </a:lnTo>
                  <a:lnTo>
                    <a:pt x="3441" y="172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2136;p46">
              <a:extLst>
                <a:ext uri="{FF2B5EF4-FFF2-40B4-BE49-F238E27FC236}">
                  <a16:creationId xmlns:a16="http://schemas.microsoft.com/office/drawing/2014/main" id="{ED08FAE6-5528-BBA8-6782-40E2F4F6AE83}"/>
                </a:ext>
              </a:extLst>
            </p:cNvPr>
            <p:cNvSpPr/>
            <p:nvPr/>
          </p:nvSpPr>
          <p:spPr>
            <a:xfrm>
              <a:off x="5522996" y="3454344"/>
              <a:ext cx="270916" cy="274064"/>
            </a:xfrm>
            <a:custGeom>
              <a:avLst/>
              <a:gdLst/>
              <a:ahLst/>
              <a:cxnLst/>
              <a:rect l="l" t="t" r="r" b="b"/>
              <a:pathLst>
                <a:path w="2582" h="2612" extrusionOk="0">
                  <a:moveTo>
                    <a:pt x="1291" y="0"/>
                  </a:moveTo>
                  <a:lnTo>
                    <a:pt x="1014" y="31"/>
                  </a:lnTo>
                  <a:lnTo>
                    <a:pt x="799" y="123"/>
                  </a:lnTo>
                  <a:lnTo>
                    <a:pt x="553" y="246"/>
                  </a:lnTo>
                  <a:lnTo>
                    <a:pt x="369" y="400"/>
                  </a:lnTo>
                  <a:lnTo>
                    <a:pt x="215" y="584"/>
                  </a:lnTo>
                  <a:lnTo>
                    <a:pt x="92" y="799"/>
                  </a:lnTo>
                  <a:lnTo>
                    <a:pt x="31" y="1045"/>
                  </a:lnTo>
                  <a:lnTo>
                    <a:pt x="0" y="1321"/>
                  </a:lnTo>
                  <a:lnTo>
                    <a:pt x="31" y="1567"/>
                  </a:lnTo>
                  <a:lnTo>
                    <a:pt x="92" y="1813"/>
                  </a:lnTo>
                  <a:lnTo>
                    <a:pt x="215" y="2028"/>
                  </a:lnTo>
                  <a:lnTo>
                    <a:pt x="369" y="2243"/>
                  </a:lnTo>
                  <a:lnTo>
                    <a:pt x="553" y="2397"/>
                  </a:lnTo>
                  <a:lnTo>
                    <a:pt x="799" y="2520"/>
                  </a:lnTo>
                  <a:lnTo>
                    <a:pt x="1014" y="2581"/>
                  </a:lnTo>
                  <a:lnTo>
                    <a:pt x="1291" y="2612"/>
                  </a:lnTo>
                  <a:lnTo>
                    <a:pt x="1536" y="2581"/>
                  </a:lnTo>
                  <a:lnTo>
                    <a:pt x="1782" y="2520"/>
                  </a:lnTo>
                  <a:lnTo>
                    <a:pt x="2028" y="2397"/>
                  </a:lnTo>
                  <a:lnTo>
                    <a:pt x="2212" y="2243"/>
                  </a:lnTo>
                  <a:lnTo>
                    <a:pt x="2366" y="2028"/>
                  </a:lnTo>
                  <a:lnTo>
                    <a:pt x="2489" y="1813"/>
                  </a:lnTo>
                  <a:lnTo>
                    <a:pt x="2550" y="1567"/>
                  </a:lnTo>
                  <a:lnTo>
                    <a:pt x="2581" y="1321"/>
                  </a:lnTo>
                  <a:lnTo>
                    <a:pt x="2550" y="1045"/>
                  </a:lnTo>
                  <a:lnTo>
                    <a:pt x="2489" y="799"/>
                  </a:lnTo>
                  <a:lnTo>
                    <a:pt x="2366" y="584"/>
                  </a:lnTo>
                  <a:lnTo>
                    <a:pt x="2212" y="400"/>
                  </a:lnTo>
                  <a:lnTo>
                    <a:pt x="2028" y="246"/>
                  </a:lnTo>
                  <a:lnTo>
                    <a:pt x="1782" y="123"/>
                  </a:lnTo>
                  <a:lnTo>
                    <a:pt x="1536" y="31"/>
                  </a:lnTo>
                  <a:lnTo>
                    <a:pt x="1291" y="0"/>
                  </a:lnTo>
                  <a:close/>
                </a:path>
              </a:pathLst>
            </a:custGeom>
            <a:solidFill>
              <a:srgbClr val="38B34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2137;p46">
              <a:extLst>
                <a:ext uri="{FF2B5EF4-FFF2-40B4-BE49-F238E27FC236}">
                  <a16:creationId xmlns:a16="http://schemas.microsoft.com/office/drawing/2014/main" id="{F7CA3CC6-29C9-889C-71A9-5C12571C2C89}"/>
                </a:ext>
              </a:extLst>
            </p:cNvPr>
            <p:cNvSpPr/>
            <p:nvPr/>
          </p:nvSpPr>
          <p:spPr>
            <a:xfrm>
              <a:off x="5522996" y="3454344"/>
              <a:ext cx="270916" cy="274064"/>
            </a:xfrm>
            <a:custGeom>
              <a:avLst/>
              <a:gdLst/>
              <a:ahLst/>
              <a:cxnLst/>
              <a:rect l="l" t="t" r="r" b="b"/>
              <a:pathLst>
                <a:path w="2582" h="2612" fill="none" extrusionOk="0">
                  <a:moveTo>
                    <a:pt x="2581" y="1321"/>
                  </a:moveTo>
                  <a:lnTo>
                    <a:pt x="2581" y="1321"/>
                  </a:lnTo>
                  <a:lnTo>
                    <a:pt x="2550" y="1567"/>
                  </a:lnTo>
                  <a:lnTo>
                    <a:pt x="2489" y="1813"/>
                  </a:lnTo>
                  <a:lnTo>
                    <a:pt x="2366" y="2028"/>
                  </a:lnTo>
                  <a:lnTo>
                    <a:pt x="2212" y="2243"/>
                  </a:lnTo>
                  <a:lnTo>
                    <a:pt x="2028" y="2397"/>
                  </a:lnTo>
                  <a:lnTo>
                    <a:pt x="1782" y="2520"/>
                  </a:lnTo>
                  <a:lnTo>
                    <a:pt x="1536" y="2581"/>
                  </a:lnTo>
                  <a:lnTo>
                    <a:pt x="1291" y="2612"/>
                  </a:lnTo>
                  <a:lnTo>
                    <a:pt x="1291" y="2612"/>
                  </a:lnTo>
                  <a:lnTo>
                    <a:pt x="1014" y="2581"/>
                  </a:lnTo>
                  <a:lnTo>
                    <a:pt x="799" y="2520"/>
                  </a:lnTo>
                  <a:lnTo>
                    <a:pt x="553" y="2397"/>
                  </a:lnTo>
                  <a:lnTo>
                    <a:pt x="369" y="2243"/>
                  </a:lnTo>
                  <a:lnTo>
                    <a:pt x="215" y="2028"/>
                  </a:lnTo>
                  <a:lnTo>
                    <a:pt x="92" y="1813"/>
                  </a:lnTo>
                  <a:lnTo>
                    <a:pt x="31" y="1567"/>
                  </a:lnTo>
                  <a:lnTo>
                    <a:pt x="0" y="1321"/>
                  </a:lnTo>
                  <a:lnTo>
                    <a:pt x="0" y="1321"/>
                  </a:lnTo>
                  <a:lnTo>
                    <a:pt x="31" y="1045"/>
                  </a:lnTo>
                  <a:lnTo>
                    <a:pt x="92" y="799"/>
                  </a:lnTo>
                  <a:lnTo>
                    <a:pt x="215" y="584"/>
                  </a:lnTo>
                  <a:lnTo>
                    <a:pt x="369" y="400"/>
                  </a:lnTo>
                  <a:lnTo>
                    <a:pt x="553" y="246"/>
                  </a:lnTo>
                  <a:lnTo>
                    <a:pt x="799" y="123"/>
                  </a:lnTo>
                  <a:lnTo>
                    <a:pt x="1014" y="31"/>
                  </a:lnTo>
                  <a:lnTo>
                    <a:pt x="1291" y="0"/>
                  </a:lnTo>
                  <a:lnTo>
                    <a:pt x="1291" y="0"/>
                  </a:lnTo>
                  <a:lnTo>
                    <a:pt x="1536" y="31"/>
                  </a:lnTo>
                  <a:lnTo>
                    <a:pt x="1782" y="123"/>
                  </a:lnTo>
                  <a:lnTo>
                    <a:pt x="2028" y="246"/>
                  </a:lnTo>
                  <a:lnTo>
                    <a:pt x="2212" y="400"/>
                  </a:lnTo>
                  <a:lnTo>
                    <a:pt x="2366" y="584"/>
                  </a:lnTo>
                  <a:lnTo>
                    <a:pt x="2489" y="799"/>
                  </a:lnTo>
                  <a:lnTo>
                    <a:pt x="2550" y="1045"/>
                  </a:lnTo>
                  <a:lnTo>
                    <a:pt x="2581" y="132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2138;p46">
              <a:extLst>
                <a:ext uri="{FF2B5EF4-FFF2-40B4-BE49-F238E27FC236}">
                  <a16:creationId xmlns:a16="http://schemas.microsoft.com/office/drawing/2014/main" id="{5F998CC5-54F6-AFE4-3DEB-0109CE85C8C5}"/>
                </a:ext>
              </a:extLst>
            </p:cNvPr>
            <p:cNvSpPr/>
            <p:nvPr/>
          </p:nvSpPr>
          <p:spPr>
            <a:xfrm>
              <a:off x="2473200" y="3618752"/>
              <a:ext cx="4197592" cy="251511"/>
            </a:xfrm>
            <a:custGeom>
              <a:avLst/>
              <a:gdLst/>
              <a:ahLst/>
              <a:cxnLst/>
              <a:rect l="l" t="t" r="r" b="b"/>
              <a:pathLst>
                <a:path w="51989" h="2397" extrusionOk="0">
                  <a:moveTo>
                    <a:pt x="1198" y="0"/>
                  </a:moveTo>
                  <a:lnTo>
                    <a:pt x="953" y="31"/>
                  </a:lnTo>
                  <a:lnTo>
                    <a:pt x="738" y="92"/>
                  </a:lnTo>
                  <a:lnTo>
                    <a:pt x="522" y="215"/>
                  </a:lnTo>
                  <a:lnTo>
                    <a:pt x="369" y="369"/>
                  </a:lnTo>
                  <a:lnTo>
                    <a:pt x="215" y="522"/>
                  </a:lnTo>
                  <a:lnTo>
                    <a:pt x="92" y="738"/>
                  </a:lnTo>
                  <a:lnTo>
                    <a:pt x="31" y="953"/>
                  </a:lnTo>
                  <a:lnTo>
                    <a:pt x="0" y="1198"/>
                  </a:lnTo>
                  <a:lnTo>
                    <a:pt x="31" y="1444"/>
                  </a:lnTo>
                  <a:lnTo>
                    <a:pt x="92" y="1659"/>
                  </a:lnTo>
                  <a:lnTo>
                    <a:pt x="215" y="1844"/>
                  </a:lnTo>
                  <a:lnTo>
                    <a:pt x="369" y="2028"/>
                  </a:lnTo>
                  <a:lnTo>
                    <a:pt x="522" y="2182"/>
                  </a:lnTo>
                  <a:lnTo>
                    <a:pt x="738" y="2274"/>
                  </a:lnTo>
                  <a:lnTo>
                    <a:pt x="953" y="2366"/>
                  </a:lnTo>
                  <a:lnTo>
                    <a:pt x="1198" y="2397"/>
                  </a:lnTo>
                  <a:lnTo>
                    <a:pt x="50790" y="2397"/>
                  </a:lnTo>
                  <a:lnTo>
                    <a:pt x="51036" y="2366"/>
                  </a:lnTo>
                  <a:lnTo>
                    <a:pt x="51251" y="2274"/>
                  </a:lnTo>
                  <a:lnTo>
                    <a:pt x="51466" y="2182"/>
                  </a:lnTo>
                  <a:lnTo>
                    <a:pt x="51650" y="2028"/>
                  </a:lnTo>
                  <a:lnTo>
                    <a:pt x="51773" y="1844"/>
                  </a:lnTo>
                  <a:lnTo>
                    <a:pt x="51896" y="1659"/>
                  </a:lnTo>
                  <a:lnTo>
                    <a:pt x="51957" y="1444"/>
                  </a:lnTo>
                  <a:lnTo>
                    <a:pt x="51988" y="1198"/>
                  </a:lnTo>
                  <a:lnTo>
                    <a:pt x="51957" y="953"/>
                  </a:lnTo>
                  <a:lnTo>
                    <a:pt x="51896" y="738"/>
                  </a:lnTo>
                  <a:lnTo>
                    <a:pt x="51773" y="522"/>
                  </a:lnTo>
                  <a:lnTo>
                    <a:pt x="51650" y="369"/>
                  </a:lnTo>
                  <a:lnTo>
                    <a:pt x="51466" y="215"/>
                  </a:lnTo>
                  <a:lnTo>
                    <a:pt x="51251" y="92"/>
                  </a:lnTo>
                  <a:lnTo>
                    <a:pt x="51036" y="31"/>
                  </a:lnTo>
                  <a:lnTo>
                    <a:pt x="50790" y="0"/>
                  </a:lnTo>
                  <a:close/>
                </a:path>
              </a:pathLst>
            </a:custGeom>
            <a:solidFill>
              <a:srgbClr val="81E5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2139;p46">
              <a:extLst>
                <a:ext uri="{FF2B5EF4-FFF2-40B4-BE49-F238E27FC236}">
                  <a16:creationId xmlns:a16="http://schemas.microsoft.com/office/drawing/2014/main" id="{B1E4229C-49E1-CBE4-637F-AF5B9D99366C}"/>
                </a:ext>
              </a:extLst>
            </p:cNvPr>
            <p:cNvSpPr/>
            <p:nvPr/>
          </p:nvSpPr>
          <p:spPr>
            <a:xfrm>
              <a:off x="3875555" y="2880405"/>
              <a:ext cx="225799" cy="422428"/>
            </a:xfrm>
            <a:custGeom>
              <a:avLst/>
              <a:gdLst/>
              <a:ahLst/>
              <a:cxnLst/>
              <a:rect l="l" t="t" r="r" b="b"/>
              <a:pathLst>
                <a:path w="2152" h="4026" extrusionOk="0">
                  <a:moveTo>
                    <a:pt x="1444" y="1"/>
                  </a:moveTo>
                  <a:lnTo>
                    <a:pt x="1106" y="462"/>
                  </a:lnTo>
                  <a:lnTo>
                    <a:pt x="799" y="923"/>
                  </a:lnTo>
                  <a:lnTo>
                    <a:pt x="492" y="1414"/>
                  </a:lnTo>
                  <a:lnTo>
                    <a:pt x="215" y="1906"/>
                  </a:lnTo>
                  <a:lnTo>
                    <a:pt x="0" y="2244"/>
                  </a:lnTo>
                  <a:lnTo>
                    <a:pt x="461" y="2305"/>
                  </a:lnTo>
                  <a:lnTo>
                    <a:pt x="1045" y="2367"/>
                  </a:lnTo>
                  <a:lnTo>
                    <a:pt x="1091" y="2364"/>
                  </a:lnTo>
                  <a:lnTo>
                    <a:pt x="1091" y="2364"/>
                  </a:lnTo>
                  <a:lnTo>
                    <a:pt x="1076" y="2398"/>
                  </a:lnTo>
                  <a:lnTo>
                    <a:pt x="830" y="2920"/>
                  </a:lnTo>
                  <a:lnTo>
                    <a:pt x="615" y="3442"/>
                  </a:lnTo>
                  <a:lnTo>
                    <a:pt x="461" y="4026"/>
                  </a:lnTo>
                  <a:lnTo>
                    <a:pt x="861" y="3596"/>
                  </a:lnTo>
                  <a:lnTo>
                    <a:pt x="1229" y="3135"/>
                  </a:lnTo>
                  <a:lnTo>
                    <a:pt x="1567" y="2674"/>
                  </a:lnTo>
                  <a:lnTo>
                    <a:pt x="1875" y="2182"/>
                  </a:lnTo>
                  <a:lnTo>
                    <a:pt x="2151" y="1752"/>
                  </a:lnTo>
                  <a:lnTo>
                    <a:pt x="1598" y="1722"/>
                  </a:lnTo>
                  <a:lnTo>
                    <a:pt x="1045" y="1691"/>
                  </a:lnTo>
                  <a:lnTo>
                    <a:pt x="890" y="1707"/>
                  </a:lnTo>
                  <a:lnTo>
                    <a:pt x="890" y="1707"/>
                  </a:lnTo>
                  <a:lnTo>
                    <a:pt x="922" y="1629"/>
                  </a:lnTo>
                  <a:lnTo>
                    <a:pt x="1137" y="1076"/>
                  </a:lnTo>
                  <a:lnTo>
                    <a:pt x="1291" y="554"/>
                  </a:lnTo>
                  <a:lnTo>
                    <a:pt x="1444" y="1"/>
                  </a:lnTo>
                  <a:close/>
                </a:path>
              </a:pathLst>
            </a:custGeom>
            <a:solidFill>
              <a:srgbClr val="E6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2140;p46">
              <a:extLst>
                <a:ext uri="{FF2B5EF4-FFF2-40B4-BE49-F238E27FC236}">
                  <a16:creationId xmlns:a16="http://schemas.microsoft.com/office/drawing/2014/main" id="{F0172BB9-7131-E2D0-EEE4-BF915A2A7091}"/>
                </a:ext>
              </a:extLst>
            </p:cNvPr>
            <p:cNvSpPr/>
            <p:nvPr/>
          </p:nvSpPr>
          <p:spPr>
            <a:xfrm>
              <a:off x="3875555" y="2880405"/>
              <a:ext cx="225799" cy="422428"/>
            </a:xfrm>
            <a:custGeom>
              <a:avLst/>
              <a:gdLst/>
              <a:ahLst/>
              <a:cxnLst/>
              <a:rect l="l" t="t" r="r" b="b"/>
              <a:pathLst>
                <a:path w="2152" h="4026" fill="none" extrusionOk="0">
                  <a:moveTo>
                    <a:pt x="1444" y="1"/>
                  </a:moveTo>
                  <a:lnTo>
                    <a:pt x="1444" y="1"/>
                  </a:lnTo>
                  <a:lnTo>
                    <a:pt x="1291" y="554"/>
                  </a:lnTo>
                  <a:lnTo>
                    <a:pt x="1291" y="554"/>
                  </a:lnTo>
                  <a:lnTo>
                    <a:pt x="1137" y="1076"/>
                  </a:lnTo>
                  <a:lnTo>
                    <a:pt x="1137" y="1076"/>
                  </a:lnTo>
                  <a:lnTo>
                    <a:pt x="922" y="1629"/>
                  </a:lnTo>
                  <a:lnTo>
                    <a:pt x="922" y="1629"/>
                  </a:lnTo>
                  <a:lnTo>
                    <a:pt x="707" y="2152"/>
                  </a:lnTo>
                  <a:lnTo>
                    <a:pt x="461" y="1752"/>
                  </a:lnTo>
                  <a:lnTo>
                    <a:pt x="461" y="1752"/>
                  </a:lnTo>
                  <a:lnTo>
                    <a:pt x="1045" y="1691"/>
                  </a:lnTo>
                  <a:lnTo>
                    <a:pt x="1598" y="1722"/>
                  </a:lnTo>
                  <a:lnTo>
                    <a:pt x="2151" y="1752"/>
                  </a:lnTo>
                  <a:lnTo>
                    <a:pt x="1875" y="2182"/>
                  </a:lnTo>
                  <a:lnTo>
                    <a:pt x="1875" y="2182"/>
                  </a:lnTo>
                  <a:lnTo>
                    <a:pt x="1567" y="2674"/>
                  </a:lnTo>
                  <a:lnTo>
                    <a:pt x="1229" y="3135"/>
                  </a:lnTo>
                  <a:lnTo>
                    <a:pt x="1229" y="3135"/>
                  </a:lnTo>
                  <a:lnTo>
                    <a:pt x="861" y="3596"/>
                  </a:lnTo>
                  <a:lnTo>
                    <a:pt x="861" y="3596"/>
                  </a:lnTo>
                  <a:lnTo>
                    <a:pt x="461" y="4026"/>
                  </a:lnTo>
                  <a:lnTo>
                    <a:pt x="461" y="4026"/>
                  </a:lnTo>
                  <a:lnTo>
                    <a:pt x="615" y="3442"/>
                  </a:lnTo>
                  <a:lnTo>
                    <a:pt x="615" y="3442"/>
                  </a:lnTo>
                  <a:lnTo>
                    <a:pt x="830" y="2920"/>
                  </a:lnTo>
                  <a:lnTo>
                    <a:pt x="830" y="2920"/>
                  </a:lnTo>
                  <a:lnTo>
                    <a:pt x="1076" y="2398"/>
                  </a:lnTo>
                  <a:lnTo>
                    <a:pt x="1322" y="1875"/>
                  </a:lnTo>
                  <a:lnTo>
                    <a:pt x="1598" y="2336"/>
                  </a:lnTo>
                  <a:lnTo>
                    <a:pt x="1598" y="2336"/>
                  </a:lnTo>
                  <a:lnTo>
                    <a:pt x="1045" y="2367"/>
                  </a:lnTo>
                  <a:lnTo>
                    <a:pt x="461" y="2305"/>
                  </a:lnTo>
                  <a:lnTo>
                    <a:pt x="0" y="2244"/>
                  </a:lnTo>
                  <a:lnTo>
                    <a:pt x="215" y="1906"/>
                  </a:lnTo>
                  <a:lnTo>
                    <a:pt x="215" y="1906"/>
                  </a:lnTo>
                  <a:lnTo>
                    <a:pt x="492" y="1414"/>
                  </a:lnTo>
                  <a:lnTo>
                    <a:pt x="492" y="1414"/>
                  </a:lnTo>
                  <a:lnTo>
                    <a:pt x="799" y="923"/>
                  </a:lnTo>
                  <a:lnTo>
                    <a:pt x="799" y="923"/>
                  </a:lnTo>
                  <a:lnTo>
                    <a:pt x="1106" y="462"/>
                  </a:lnTo>
                  <a:lnTo>
                    <a:pt x="1106" y="462"/>
                  </a:lnTo>
                  <a:lnTo>
                    <a:pt x="1444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2141;p46">
              <a:extLst>
                <a:ext uri="{FF2B5EF4-FFF2-40B4-BE49-F238E27FC236}">
                  <a16:creationId xmlns:a16="http://schemas.microsoft.com/office/drawing/2014/main" id="{69BAA815-74AC-BCFA-434E-916E5AE79708}"/>
                </a:ext>
              </a:extLst>
            </p:cNvPr>
            <p:cNvSpPr/>
            <p:nvPr/>
          </p:nvSpPr>
          <p:spPr>
            <a:xfrm>
              <a:off x="3185667" y="3650974"/>
              <a:ext cx="3049855" cy="141964"/>
            </a:xfrm>
            <a:custGeom>
              <a:avLst/>
              <a:gdLst/>
              <a:ahLst/>
              <a:cxnLst/>
              <a:rect l="l" t="t" r="r" b="b"/>
              <a:pathLst>
                <a:path w="29067" h="1353" extrusionOk="0">
                  <a:moveTo>
                    <a:pt x="11246" y="0"/>
                  </a:moveTo>
                  <a:lnTo>
                    <a:pt x="8695" y="62"/>
                  </a:lnTo>
                  <a:lnTo>
                    <a:pt x="6330" y="123"/>
                  </a:lnTo>
                  <a:lnTo>
                    <a:pt x="4302" y="185"/>
                  </a:lnTo>
                  <a:lnTo>
                    <a:pt x="3994" y="431"/>
                  </a:lnTo>
                  <a:lnTo>
                    <a:pt x="3810" y="523"/>
                  </a:lnTo>
                  <a:lnTo>
                    <a:pt x="3626" y="615"/>
                  </a:lnTo>
                  <a:lnTo>
                    <a:pt x="3441" y="676"/>
                  </a:lnTo>
                  <a:lnTo>
                    <a:pt x="3226" y="738"/>
                  </a:lnTo>
                  <a:lnTo>
                    <a:pt x="3042" y="769"/>
                  </a:lnTo>
                  <a:lnTo>
                    <a:pt x="2612" y="769"/>
                  </a:lnTo>
                  <a:lnTo>
                    <a:pt x="2397" y="738"/>
                  </a:lnTo>
                  <a:lnTo>
                    <a:pt x="2182" y="676"/>
                  </a:lnTo>
                  <a:lnTo>
                    <a:pt x="2120" y="676"/>
                  </a:lnTo>
                  <a:lnTo>
                    <a:pt x="2120" y="646"/>
                  </a:lnTo>
                  <a:lnTo>
                    <a:pt x="2089" y="646"/>
                  </a:lnTo>
                  <a:lnTo>
                    <a:pt x="1813" y="523"/>
                  </a:lnTo>
                  <a:lnTo>
                    <a:pt x="1536" y="369"/>
                  </a:lnTo>
                  <a:lnTo>
                    <a:pt x="891" y="431"/>
                  </a:lnTo>
                  <a:lnTo>
                    <a:pt x="399" y="523"/>
                  </a:lnTo>
                  <a:lnTo>
                    <a:pt x="123" y="584"/>
                  </a:lnTo>
                  <a:lnTo>
                    <a:pt x="31" y="646"/>
                  </a:lnTo>
                  <a:lnTo>
                    <a:pt x="0" y="676"/>
                  </a:lnTo>
                  <a:lnTo>
                    <a:pt x="31" y="707"/>
                  </a:lnTo>
                  <a:lnTo>
                    <a:pt x="92" y="738"/>
                  </a:lnTo>
                  <a:lnTo>
                    <a:pt x="307" y="799"/>
                  </a:lnTo>
                  <a:lnTo>
                    <a:pt x="676" y="861"/>
                  </a:lnTo>
                  <a:lnTo>
                    <a:pt x="1168" y="953"/>
                  </a:lnTo>
                  <a:lnTo>
                    <a:pt x="2489" y="1045"/>
                  </a:lnTo>
                  <a:lnTo>
                    <a:pt x="4271" y="1168"/>
                  </a:lnTo>
                  <a:lnTo>
                    <a:pt x="6422" y="1229"/>
                  </a:lnTo>
                  <a:lnTo>
                    <a:pt x="8880" y="1291"/>
                  </a:lnTo>
                  <a:lnTo>
                    <a:pt x="11614" y="1352"/>
                  </a:lnTo>
                  <a:lnTo>
                    <a:pt x="17483" y="1352"/>
                  </a:lnTo>
                  <a:lnTo>
                    <a:pt x="20187" y="1291"/>
                  </a:lnTo>
                  <a:lnTo>
                    <a:pt x="22676" y="1229"/>
                  </a:lnTo>
                  <a:lnTo>
                    <a:pt x="24826" y="1168"/>
                  </a:lnTo>
                  <a:lnTo>
                    <a:pt x="26578" y="1045"/>
                  </a:lnTo>
                  <a:lnTo>
                    <a:pt x="27930" y="953"/>
                  </a:lnTo>
                  <a:lnTo>
                    <a:pt x="28421" y="861"/>
                  </a:lnTo>
                  <a:lnTo>
                    <a:pt x="28759" y="799"/>
                  </a:lnTo>
                  <a:lnTo>
                    <a:pt x="29005" y="738"/>
                  </a:lnTo>
                  <a:lnTo>
                    <a:pt x="29036" y="707"/>
                  </a:lnTo>
                  <a:lnTo>
                    <a:pt x="29067" y="676"/>
                  </a:lnTo>
                  <a:lnTo>
                    <a:pt x="29036" y="615"/>
                  </a:lnTo>
                  <a:lnTo>
                    <a:pt x="28944" y="584"/>
                  </a:lnTo>
                  <a:lnTo>
                    <a:pt x="28544" y="492"/>
                  </a:lnTo>
                  <a:lnTo>
                    <a:pt x="27899" y="400"/>
                  </a:lnTo>
                  <a:lnTo>
                    <a:pt x="27039" y="338"/>
                  </a:lnTo>
                  <a:lnTo>
                    <a:pt x="27039" y="584"/>
                  </a:lnTo>
                  <a:lnTo>
                    <a:pt x="19234" y="584"/>
                  </a:lnTo>
                  <a:lnTo>
                    <a:pt x="19234" y="31"/>
                  </a:lnTo>
                  <a:lnTo>
                    <a:pt x="17360" y="0"/>
                  </a:lnTo>
                  <a:lnTo>
                    <a:pt x="17206" y="185"/>
                  </a:lnTo>
                  <a:lnTo>
                    <a:pt x="17022" y="338"/>
                  </a:lnTo>
                  <a:lnTo>
                    <a:pt x="16838" y="461"/>
                  </a:lnTo>
                  <a:lnTo>
                    <a:pt x="16623" y="553"/>
                  </a:lnTo>
                  <a:lnTo>
                    <a:pt x="16408" y="646"/>
                  </a:lnTo>
                  <a:lnTo>
                    <a:pt x="16162" y="707"/>
                  </a:lnTo>
                  <a:lnTo>
                    <a:pt x="15947" y="769"/>
                  </a:lnTo>
                  <a:lnTo>
                    <a:pt x="15424" y="769"/>
                  </a:lnTo>
                  <a:lnTo>
                    <a:pt x="15209" y="738"/>
                  </a:lnTo>
                  <a:lnTo>
                    <a:pt x="14841" y="615"/>
                  </a:lnTo>
                  <a:lnTo>
                    <a:pt x="14625" y="492"/>
                  </a:lnTo>
                  <a:lnTo>
                    <a:pt x="14410" y="338"/>
                  </a:lnTo>
                  <a:lnTo>
                    <a:pt x="14195" y="185"/>
                  </a:lnTo>
                  <a:lnTo>
                    <a:pt x="14042" y="0"/>
                  </a:lnTo>
                  <a:close/>
                </a:path>
              </a:pathLst>
            </a:custGeom>
            <a:solidFill>
              <a:srgbClr val="64BD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2142;p46">
              <a:extLst>
                <a:ext uri="{FF2B5EF4-FFF2-40B4-BE49-F238E27FC236}">
                  <a16:creationId xmlns:a16="http://schemas.microsoft.com/office/drawing/2014/main" id="{AA454E51-06E8-5A68-135A-6E52BEECC0F3}"/>
                </a:ext>
              </a:extLst>
            </p:cNvPr>
            <p:cNvSpPr/>
            <p:nvPr/>
          </p:nvSpPr>
          <p:spPr>
            <a:xfrm>
              <a:off x="3185667" y="3650974"/>
              <a:ext cx="3049855" cy="141964"/>
            </a:xfrm>
            <a:custGeom>
              <a:avLst/>
              <a:gdLst/>
              <a:ahLst/>
              <a:cxnLst/>
              <a:rect l="l" t="t" r="r" b="b"/>
              <a:pathLst>
                <a:path w="29067" h="1353" fill="none" extrusionOk="0">
                  <a:moveTo>
                    <a:pt x="14042" y="0"/>
                  </a:moveTo>
                  <a:lnTo>
                    <a:pt x="14042" y="0"/>
                  </a:lnTo>
                  <a:lnTo>
                    <a:pt x="11246" y="0"/>
                  </a:lnTo>
                  <a:lnTo>
                    <a:pt x="8695" y="62"/>
                  </a:lnTo>
                  <a:lnTo>
                    <a:pt x="6330" y="123"/>
                  </a:lnTo>
                  <a:lnTo>
                    <a:pt x="4302" y="185"/>
                  </a:lnTo>
                  <a:lnTo>
                    <a:pt x="4302" y="185"/>
                  </a:lnTo>
                  <a:lnTo>
                    <a:pt x="3994" y="431"/>
                  </a:lnTo>
                  <a:lnTo>
                    <a:pt x="3810" y="523"/>
                  </a:lnTo>
                  <a:lnTo>
                    <a:pt x="3626" y="615"/>
                  </a:lnTo>
                  <a:lnTo>
                    <a:pt x="3441" y="676"/>
                  </a:lnTo>
                  <a:lnTo>
                    <a:pt x="3226" y="738"/>
                  </a:lnTo>
                  <a:lnTo>
                    <a:pt x="3042" y="769"/>
                  </a:lnTo>
                  <a:lnTo>
                    <a:pt x="2827" y="769"/>
                  </a:lnTo>
                  <a:lnTo>
                    <a:pt x="2827" y="769"/>
                  </a:lnTo>
                  <a:lnTo>
                    <a:pt x="2827" y="769"/>
                  </a:lnTo>
                  <a:lnTo>
                    <a:pt x="2827" y="769"/>
                  </a:lnTo>
                  <a:lnTo>
                    <a:pt x="2827" y="769"/>
                  </a:lnTo>
                  <a:lnTo>
                    <a:pt x="2704" y="769"/>
                  </a:lnTo>
                  <a:lnTo>
                    <a:pt x="2704" y="769"/>
                  </a:lnTo>
                  <a:lnTo>
                    <a:pt x="2704" y="769"/>
                  </a:lnTo>
                  <a:lnTo>
                    <a:pt x="2704" y="769"/>
                  </a:lnTo>
                  <a:lnTo>
                    <a:pt x="2704" y="769"/>
                  </a:lnTo>
                  <a:lnTo>
                    <a:pt x="2704" y="769"/>
                  </a:lnTo>
                  <a:lnTo>
                    <a:pt x="2673" y="769"/>
                  </a:lnTo>
                  <a:lnTo>
                    <a:pt x="2673" y="769"/>
                  </a:lnTo>
                  <a:lnTo>
                    <a:pt x="2673" y="769"/>
                  </a:lnTo>
                  <a:lnTo>
                    <a:pt x="2673" y="769"/>
                  </a:lnTo>
                  <a:lnTo>
                    <a:pt x="2673" y="769"/>
                  </a:lnTo>
                  <a:lnTo>
                    <a:pt x="2673" y="769"/>
                  </a:lnTo>
                  <a:lnTo>
                    <a:pt x="2673" y="769"/>
                  </a:lnTo>
                  <a:lnTo>
                    <a:pt x="2673" y="769"/>
                  </a:lnTo>
                  <a:lnTo>
                    <a:pt x="2642" y="769"/>
                  </a:lnTo>
                  <a:lnTo>
                    <a:pt x="2642" y="769"/>
                  </a:lnTo>
                  <a:lnTo>
                    <a:pt x="2642" y="769"/>
                  </a:lnTo>
                  <a:lnTo>
                    <a:pt x="2642" y="769"/>
                  </a:lnTo>
                  <a:lnTo>
                    <a:pt x="2642" y="769"/>
                  </a:lnTo>
                  <a:lnTo>
                    <a:pt x="2642" y="769"/>
                  </a:lnTo>
                  <a:lnTo>
                    <a:pt x="2642" y="769"/>
                  </a:lnTo>
                  <a:lnTo>
                    <a:pt x="2642" y="769"/>
                  </a:lnTo>
                  <a:lnTo>
                    <a:pt x="2612" y="769"/>
                  </a:lnTo>
                  <a:lnTo>
                    <a:pt x="2612" y="769"/>
                  </a:lnTo>
                  <a:lnTo>
                    <a:pt x="2612" y="769"/>
                  </a:lnTo>
                  <a:lnTo>
                    <a:pt x="2612" y="769"/>
                  </a:lnTo>
                  <a:lnTo>
                    <a:pt x="2612" y="769"/>
                  </a:lnTo>
                  <a:lnTo>
                    <a:pt x="2612" y="769"/>
                  </a:lnTo>
                  <a:lnTo>
                    <a:pt x="2612" y="769"/>
                  </a:lnTo>
                  <a:lnTo>
                    <a:pt x="2612" y="769"/>
                  </a:lnTo>
                  <a:lnTo>
                    <a:pt x="2397" y="738"/>
                  </a:lnTo>
                  <a:lnTo>
                    <a:pt x="2182" y="676"/>
                  </a:lnTo>
                  <a:lnTo>
                    <a:pt x="2182" y="676"/>
                  </a:lnTo>
                  <a:lnTo>
                    <a:pt x="2182" y="676"/>
                  </a:lnTo>
                  <a:lnTo>
                    <a:pt x="2182" y="676"/>
                  </a:lnTo>
                  <a:lnTo>
                    <a:pt x="2151" y="676"/>
                  </a:lnTo>
                  <a:lnTo>
                    <a:pt x="2151" y="676"/>
                  </a:lnTo>
                  <a:lnTo>
                    <a:pt x="2151" y="676"/>
                  </a:lnTo>
                  <a:lnTo>
                    <a:pt x="2151" y="676"/>
                  </a:lnTo>
                  <a:lnTo>
                    <a:pt x="2151" y="676"/>
                  </a:lnTo>
                  <a:lnTo>
                    <a:pt x="2151" y="676"/>
                  </a:lnTo>
                  <a:lnTo>
                    <a:pt x="2151" y="676"/>
                  </a:lnTo>
                  <a:lnTo>
                    <a:pt x="2151" y="676"/>
                  </a:lnTo>
                  <a:lnTo>
                    <a:pt x="2151" y="676"/>
                  </a:lnTo>
                  <a:lnTo>
                    <a:pt x="2151" y="676"/>
                  </a:lnTo>
                  <a:lnTo>
                    <a:pt x="2120" y="676"/>
                  </a:lnTo>
                  <a:lnTo>
                    <a:pt x="2120" y="676"/>
                  </a:lnTo>
                  <a:lnTo>
                    <a:pt x="2120" y="676"/>
                  </a:lnTo>
                  <a:lnTo>
                    <a:pt x="2120" y="676"/>
                  </a:lnTo>
                  <a:lnTo>
                    <a:pt x="2120" y="676"/>
                  </a:lnTo>
                  <a:lnTo>
                    <a:pt x="2120" y="676"/>
                  </a:lnTo>
                  <a:lnTo>
                    <a:pt x="2120" y="646"/>
                  </a:lnTo>
                  <a:lnTo>
                    <a:pt x="2120" y="646"/>
                  </a:lnTo>
                  <a:lnTo>
                    <a:pt x="2120" y="646"/>
                  </a:lnTo>
                  <a:lnTo>
                    <a:pt x="2120" y="646"/>
                  </a:lnTo>
                  <a:lnTo>
                    <a:pt x="2089" y="646"/>
                  </a:lnTo>
                  <a:lnTo>
                    <a:pt x="2089" y="646"/>
                  </a:lnTo>
                  <a:lnTo>
                    <a:pt x="2089" y="646"/>
                  </a:lnTo>
                  <a:lnTo>
                    <a:pt x="2089" y="646"/>
                  </a:lnTo>
                  <a:lnTo>
                    <a:pt x="2089" y="646"/>
                  </a:lnTo>
                  <a:lnTo>
                    <a:pt x="2089" y="646"/>
                  </a:lnTo>
                  <a:lnTo>
                    <a:pt x="1813" y="523"/>
                  </a:lnTo>
                  <a:lnTo>
                    <a:pt x="1536" y="369"/>
                  </a:lnTo>
                  <a:lnTo>
                    <a:pt x="1536" y="369"/>
                  </a:lnTo>
                  <a:lnTo>
                    <a:pt x="891" y="431"/>
                  </a:lnTo>
                  <a:lnTo>
                    <a:pt x="399" y="523"/>
                  </a:lnTo>
                  <a:lnTo>
                    <a:pt x="123" y="584"/>
                  </a:lnTo>
                  <a:lnTo>
                    <a:pt x="31" y="646"/>
                  </a:lnTo>
                  <a:lnTo>
                    <a:pt x="0" y="676"/>
                  </a:lnTo>
                  <a:lnTo>
                    <a:pt x="0" y="676"/>
                  </a:lnTo>
                  <a:lnTo>
                    <a:pt x="31" y="707"/>
                  </a:lnTo>
                  <a:lnTo>
                    <a:pt x="92" y="738"/>
                  </a:lnTo>
                  <a:lnTo>
                    <a:pt x="307" y="799"/>
                  </a:lnTo>
                  <a:lnTo>
                    <a:pt x="676" y="861"/>
                  </a:lnTo>
                  <a:lnTo>
                    <a:pt x="1168" y="953"/>
                  </a:lnTo>
                  <a:lnTo>
                    <a:pt x="2489" y="1045"/>
                  </a:lnTo>
                  <a:lnTo>
                    <a:pt x="4271" y="1168"/>
                  </a:lnTo>
                  <a:lnTo>
                    <a:pt x="6422" y="1229"/>
                  </a:lnTo>
                  <a:lnTo>
                    <a:pt x="8880" y="1291"/>
                  </a:lnTo>
                  <a:lnTo>
                    <a:pt x="11614" y="1352"/>
                  </a:lnTo>
                  <a:lnTo>
                    <a:pt x="14533" y="1352"/>
                  </a:lnTo>
                  <a:lnTo>
                    <a:pt x="14533" y="1352"/>
                  </a:lnTo>
                  <a:lnTo>
                    <a:pt x="17483" y="1352"/>
                  </a:lnTo>
                  <a:lnTo>
                    <a:pt x="20187" y="1291"/>
                  </a:lnTo>
                  <a:lnTo>
                    <a:pt x="22676" y="1229"/>
                  </a:lnTo>
                  <a:lnTo>
                    <a:pt x="24826" y="1168"/>
                  </a:lnTo>
                  <a:lnTo>
                    <a:pt x="26578" y="1045"/>
                  </a:lnTo>
                  <a:lnTo>
                    <a:pt x="27930" y="953"/>
                  </a:lnTo>
                  <a:lnTo>
                    <a:pt x="28421" y="861"/>
                  </a:lnTo>
                  <a:lnTo>
                    <a:pt x="28759" y="799"/>
                  </a:lnTo>
                  <a:lnTo>
                    <a:pt x="29005" y="738"/>
                  </a:lnTo>
                  <a:lnTo>
                    <a:pt x="29036" y="707"/>
                  </a:lnTo>
                  <a:lnTo>
                    <a:pt x="29067" y="676"/>
                  </a:lnTo>
                  <a:lnTo>
                    <a:pt x="29067" y="676"/>
                  </a:lnTo>
                  <a:lnTo>
                    <a:pt x="29036" y="615"/>
                  </a:lnTo>
                  <a:lnTo>
                    <a:pt x="28944" y="584"/>
                  </a:lnTo>
                  <a:lnTo>
                    <a:pt x="28544" y="492"/>
                  </a:lnTo>
                  <a:lnTo>
                    <a:pt x="27899" y="400"/>
                  </a:lnTo>
                  <a:lnTo>
                    <a:pt x="27039" y="338"/>
                  </a:lnTo>
                  <a:lnTo>
                    <a:pt x="27039" y="584"/>
                  </a:lnTo>
                  <a:lnTo>
                    <a:pt x="19234" y="584"/>
                  </a:lnTo>
                  <a:lnTo>
                    <a:pt x="19234" y="31"/>
                  </a:lnTo>
                  <a:lnTo>
                    <a:pt x="19234" y="31"/>
                  </a:lnTo>
                  <a:lnTo>
                    <a:pt x="17360" y="0"/>
                  </a:lnTo>
                  <a:lnTo>
                    <a:pt x="17360" y="0"/>
                  </a:lnTo>
                  <a:lnTo>
                    <a:pt x="17206" y="185"/>
                  </a:lnTo>
                  <a:lnTo>
                    <a:pt x="17022" y="338"/>
                  </a:lnTo>
                  <a:lnTo>
                    <a:pt x="16838" y="461"/>
                  </a:lnTo>
                  <a:lnTo>
                    <a:pt x="16623" y="553"/>
                  </a:lnTo>
                  <a:lnTo>
                    <a:pt x="16408" y="646"/>
                  </a:lnTo>
                  <a:lnTo>
                    <a:pt x="16162" y="707"/>
                  </a:lnTo>
                  <a:lnTo>
                    <a:pt x="15947" y="769"/>
                  </a:lnTo>
                  <a:lnTo>
                    <a:pt x="15701" y="769"/>
                  </a:lnTo>
                  <a:lnTo>
                    <a:pt x="15701" y="769"/>
                  </a:lnTo>
                  <a:lnTo>
                    <a:pt x="15670" y="769"/>
                  </a:lnTo>
                  <a:lnTo>
                    <a:pt x="15670" y="769"/>
                  </a:lnTo>
                  <a:lnTo>
                    <a:pt x="15639" y="769"/>
                  </a:lnTo>
                  <a:lnTo>
                    <a:pt x="15639" y="769"/>
                  </a:lnTo>
                  <a:lnTo>
                    <a:pt x="15639" y="769"/>
                  </a:lnTo>
                  <a:lnTo>
                    <a:pt x="15639" y="769"/>
                  </a:lnTo>
                  <a:lnTo>
                    <a:pt x="15639" y="769"/>
                  </a:lnTo>
                  <a:lnTo>
                    <a:pt x="15639" y="769"/>
                  </a:lnTo>
                  <a:lnTo>
                    <a:pt x="15639" y="769"/>
                  </a:lnTo>
                  <a:lnTo>
                    <a:pt x="15639" y="769"/>
                  </a:lnTo>
                  <a:lnTo>
                    <a:pt x="15609" y="769"/>
                  </a:lnTo>
                  <a:lnTo>
                    <a:pt x="15609" y="769"/>
                  </a:lnTo>
                  <a:lnTo>
                    <a:pt x="15609" y="769"/>
                  </a:lnTo>
                  <a:lnTo>
                    <a:pt x="15609" y="769"/>
                  </a:lnTo>
                  <a:lnTo>
                    <a:pt x="15609" y="769"/>
                  </a:lnTo>
                  <a:lnTo>
                    <a:pt x="15609" y="769"/>
                  </a:lnTo>
                  <a:lnTo>
                    <a:pt x="15609" y="769"/>
                  </a:lnTo>
                  <a:lnTo>
                    <a:pt x="15424" y="769"/>
                  </a:lnTo>
                  <a:lnTo>
                    <a:pt x="15209" y="738"/>
                  </a:lnTo>
                  <a:lnTo>
                    <a:pt x="14841" y="615"/>
                  </a:lnTo>
                  <a:lnTo>
                    <a:pt x="14841" y="615"/>
                  </a:lnTo>
                  <a:lnTo>
                    <a:pt x="14841" y="615"/>
                  </a:lnTo>
                  <a:lnTo>
                    <a:pt x="14841" y="615"/>
                  </a:lnTo>
                  <a:lnTo>
                    <a:pt x="14625" y="492"/>
                  </a:lnTo>
                  <a:lnTo>
                    <a:pt x="14410" y="338"/>
                  </a:lnTo>
                  <a:lnTo>
                    <a:pt x="14195" y="185"/>
                  </a:lnTo>
                  <a:lnTo>
                    <a:pt x="14042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2143;p46">
              <a:extLst>
                <a:ext uri="{FF2B5EF4-FFF2-40B4-BE49-F238E27FC236}">
                  <a16:creationId xmlns:a16="http://schemas.microsoft.com/office/drawing/2014/main" id="{B199A5B8-B8ED-5D41-CED8-207F6082BEB1}"/>
                </a:ext>
              </a:extLst>
            </p:cNvPr>
            <p:cNvSpPr/>
            <p:nvPr/>
          </p:nvSpPr>
          <p:spPr>
            <a:xfrm>
              <a:off x="5313459" y="2171217"/>
              <a:ext cx="622310" cy="1479862"/>
            </a:xfrm>
            <a:custGeom>
              <a:avLst/>
              <a:gdLst/>
              <a:ahLst/>
              <a:cxnLst/>
              <a:rect l="l" t="t" r="r" b="b"/>
              <a:pathLst>
                <a:path w="5931" h="14104" extrusionOk="0">
                  <a:moveTo>
                    <a:pt x="5930" y="0"/>
                  </a:moveTo>
                  <a:lnTo>
                    <a:pt x="0" y="1659"/>
                  </a:lnTo>
                  <a:lnTo>
                    <a:pt x="0" y="14103"/>
                  </a:lnTo>
                  <a:lnTo>
                    <a:pt x="5930" y="14103"/>
                  </a:lnTo>
                  <a:lnTo>
                    <a:pt x="5930" y="0"/>
                  </a:lnTo>
                  <a:close/>
                </a:path>
              </a:pathLst>
            </a:custGeom>
            <a:solidFill>
              <a:srgbClr val="4F6D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2144;p46">
              <a:extLst>
                <a:ext uri="{FF2B5EF4-FFF2-40B4-BE49-F238E27FC236}">
                  <a16:creationId xmlns:a16="http://schemas.microsoft.com/office/drawing/2014/main" id="{9C861474-B220-EB20-7FC7-915FE686C57F}"/>
                </a:ext>
              </a:extLst>
            </p:cNvPr>
            <p:cNvSpPr/>
            <p:nvPr/>
          </p:nvSpPr>
          <p:spPr>
            <a:xfrm>
              <a:off x="5313459" y="2171217"/>
              <a:ext cx="622310" cy="1479862"/>
            </a:xfrm>
            <a:custGeom>
              <a:avLst/>
              <a:gdLst/>
              <a:ahLst/>
              <a:cxnLst/>
              <a:rect l="l" t="t" r="r" b="b"/>
              <a:pathLst>
                <a:path w="5931" h="14104" fill="none" extrusionOk="0">
                  <a:moveTo>
                    <a:pt x="5930" y="14103"/>
                  </a:moveTo>
                  <a:lnTo>
                    <a:pt x="0" y="14103"/>
                  </a:lnTo>
                  <a:lnTo>
                    <a:pt x="0" y="1659"/>
                  </a:lnTo>
                  <a:lnTo>
                    <a:pt x="5930" y="0"/>
                  </a:lnTo>
                  <a:lnTo>
                    <a:pt x="5930" y="1410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2145;p46">
              <a:extLst>
                <a:ext uri="{FF2B5EF4-FFF2-40B4-BE49-F238E27FC236}">
                  <a16:creationId xmlns:a16="http://schemas.microsoft.com/office/drawing/2014/main" id="{B8D7B4B2-505B-183B-B93B-10E350D6AAA6}"/>
                </a:ext>
              </a:extLst>
            </p:cNvPr>
            <p:cNvSpPr/>
            <p:nvPr/>
          </p:nvSpPr>
          <p:spPr>
            <a:xfrm>
              <a:off x="5313459" y="3573539"/>
              <a:ext cx="105" cy="22769"/>
            </a:xfrm>
            <a:custGeom>
              <a:avLst/>
              <a:gdLst/>
              <a:ahLst/>
              <a:cxnLst/>
              <a:rect l="l" t="t" r="r" b="b"/>
              <a:pathLst>
                <a:path w="1" h="217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216"/>
                  </a:lnTo>
                  <a:lnTo>
                    <a:pt x="0" y="216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D913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2146;p46">
              <a:extLst>
                <a:ext uri="{FF2B5EF4-FFF2-40B4-BE49-F238E27FC236}">
                  <a16:creationId xmlns:a16="http://schemas.microsoft.com/office/drawing/2014/main" id="{6E7458CD-0230-80C9-835A-0646FE8759EA}"/>
                </a:ext>
              </a:extLst>
            </p:cNvPr>
            <p:cNvSpPr/>
            <p:nvPr/>
          </p:nvSpPr>
          <p:spPr>
            <a:xfrm>
              <a:off x="5313459" y="3573539"/>
              <a:ext cx="105" cy="22769"/>
            </a:xfrm>
            <a:custGeom>
              <a:avLst/>
              <a:gdLst/>
              <a:ahLst/>
              <a:cxnLst/>
              <a:rect l="l" t="t" r="r" b="b"/>
              <a:pathLst>
                <a:path w="1" h="217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216"/>
                  </a:lnTo>
                  <a:lnTo>
                    <a:pt x="0" y="216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2147;p46">
              <a:extLst>
                <a:ext uri="{FF2B5EF4-FFF2-40B4-BE49-F238E27FC236}">
                  <a16:creationId xmlns:a16="http://schemas.microsoft.com/office/drawing/2014/main" id="{3F2A8694-57AA-A98E-3D72-DC181D3ADCA3}"/>
                </a:ext>
              </a:extLst>
            </p:cNvPr>
            <p:cNvSpPr/>
            <p:nvPr/>
          </p:nvSpPr>
          <p:spPr>
            <a:xfrm>
              <a:off x="5313459" y="2177617"/>
              <a:ext cx="622310" cy="1418691"/>
            </a:xfrm>
            <a:custGeom>
              <a:avLst/>
              <a:gdLst/>
              <a:ahLst/>
              <a:cxnLst/>
              <a:rect l="l" t="t" r="r" b="b"/>
              <a:pathLst>
                <a:path w="5931" h="13521" extrusionOk="0">
                  <a:moveTo>
                    <a:pt x="5930" y="1"/>
                  </a:moveTo>
                  <a:lnTo>
                    <a:pt x="5377" y="154"/>
                  </a:lnTo>
                  <a:lnTo>
                    <a:pt x="5377" y="7406"/>
                  </a:lnTo>
                  <a:lnTo>
                    <a:pt x="5346" y="7959"/>
                  </a:lnTo>
                  <a:lnTo>
                    <a:pt x="5254" y="8481"/>
                  </a:lnTo>
                  <a:lnTo>
                    <a:pt x="5162" y="9003"/>
                  </a:lnTo>
                  <a:lnTo>
                    <a:pt x="4978" y="9495"/>
                  </a:lnTo>
                  <a:lnTo>
                    <a:pt x="4793" y="9987"/>
                  </a:lnTo>
                  <a:lnTo>
                    <a:pt x="4547" y="10447"/>
                  </a:lnTo>
                  <a:lnTo>
                    <a:pt x="4240" y="10878"/>
                  </a:lnTo>
                  <a:lnTo>
                    <a:pt x="3933" y="11277"/>
                  </a:lnTo>
                  <a:lnTo>
                    <a:pt x="3933" y="12168"/>
                  </a:lnTo>
                  <a:lnTo>
                    <a:pt x="3902" y="12383"/>
                  </a:lnTo>
                  <a:lnTo>
                    <a:pt x="3871" y="12537"/>
                  </a:lnTo>
                  <a:lnTo>
                    <a:pt x="3779" y="12721"/>
                  </a:lnTo>
                  <a:lnTo>
                    <a:pt x="3656" y="12844"/>
                  </a:lnTo>
                  <a:lnTo>
                    <a:pt x="3503" y="12967"/>
                  </a:lnTo>
                  <a:lnTo>
                    <a:pt x="3349" y="13059"/>
                  </a:lnTo>
                  <a:lnTo>
                    <a:pt x="3165" y="13121"/>
                  </a:lnTo>
                  <a:lnTo>
                    <a:pt x="2980" y="13151"/>
                  </a:lnTo>
                  <a:lnTo>
                    <a:pt x="2919" y="13151"/>
                  </a:lnTo>
                  <a:lnTo>
                    <a:pt x="2673" y="13090"/>
                  </a:lnTo>
                  <a:lnTo>
                    <a:pt x="2458" y="12998"/>
                  </a:lnTo>
                  <a:lnTo>
                    <a:pt x="2274" y="12875"/>
                  </a:lnTo>
                  <a:lnTo>
                    <a:pt x="2151" y="12690"/>
                  </a:lnTo>
                  <a:lnTo>
                    <a:pt x="1628" y="12906"/>
                  </a:lnTo>
                  <a:lnTo>
                    <a:pt x="1106" y="13090"/>
                  </a:lnTo>
                  <a:lnTo>
                    <a:pt x="584" y="13213"/>
                  </a:lnTo>
                  <a:lnTo>
                    <a:pt x="0" y="13305"/>
                  </a:lnTo>
                  <a:lnTo>
                    <a:pt x="0" y="13520"/>
                  </a:lnTo>
                  <a:lnTo>
                    <a:pt x="5930" y="13520"/>
                  </a:lnTo>
                  <a:lnTo>
                    <a:pt x="5930" y="1"/>
                  </a:lnTo>
                  <a:close/>
                </a:path>
              </a:pathLst>
            </a:custGeom>
            <a:solidFill>
              <a:srgbClr val="3F58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2148;p46">
              <a:extLst>
                <a:ext uri="{FF2B5EF4-FFF2-40B4-BE49-F238E27FC236}">
                  <a16:creationId xmlns:a16="http://schemas.microsoft.com/office/drawing/2014/main" id="{7ADD3323-BA43-4BF2-E12D-C778954BCAC0}"/>
                </a:ext>
              </a:extLst>
            </p:cNvPr>
            <p:cNvSpPr/>
            <p:nvPr/>
          </p:nvSpPr>
          <p:spPr>
            <a:xfrm>
              <a:off x="5313459" y="2177617"/>
              <a:ext cx="622310" cy="1418691"/>
            </a:xfrm>
            <a:custGeom>
              <a:avLst/>
              <a:gdLst/>
              <a:ahLst/>
              <a:cxnLst/>
              <a:rect l="l" t="t" r="r" b="b"/>
              <a:pathLst>
                <a:path w="5931" h="13521" fill="none" extrusionOk="0">
                  <a:moveTo>
                    <a:pt x="5930" y="1"/>
                  </a:moveTo>
                  <a:lnTo>
                    <a:pt x="5377" y="154"/>
                  </a:lnTo>
                  <a:lnTo>
                    <a:pt x="5377" y="7406"/>
                  </a:lnTo>
                  <a:lnTo>
                    <a:pt x="5377" y="7406"/>
                  </a:lnTo>
                  <a:lnTo>
                    <a:pt x="5346" y="7959"/>
                  </a:lnTo>
                  <a:lnTo>
                    <a:pt x="5254" y="8481"/>
                  </a:lnTo>
                  <a:lnTo>
                    <a:pt x="5162" y="9003"/>
                  </a:lnTo>
                  <a:lnTo>
                    <a:pt x="4978" y="9495"/>
                  </a:lnTo>
                  <a:lnTo>
                    <a:pt x="4793" y="9987"/>
                  </a:lnTo>
                  <a:lnTo>
                    <a:pt x="4547" y="10447"/>
                  </a:lnTo>
                  <a:lnTo>
                    <a:pt x="4240" y="10878"/>
                  </a:lnTo>
                  <a:lnTo>
                    <a:pt x="3933" y="11277"/>
                  </a:lnTo>
                  <a:lnTo>
                    <a:pt x="3933" y="12168"/>
                  </a:lnTo>
                  <a:lnTo>
                    <a:pt x="3933" y="12168"/>
                  </a:lnTo>
                  <a:lnTo>
                    <a:pt x="3933" y="12168"/>
                  </a:lnTo>
                  <a:lnTo>
                    <a:pt x="3902" y="12383"/>
                  </a:lnTo>
                  <a:lnTo>
                    <a:pt x="3871" y="12537"/>
                  </a:lnTo>
                  <a:lnTo>
                    <a:pt x="3779" y="12721"/>
                  </a:lnTo>
                  <a:lnTo>
                    <a:pt x="3656" y="12844"/>
                  </a:lnTo>
                  <a:lnTo>
                    <a:pt x="3503" y="12967"/>
                  </a:lnTo>
                  <a:lnTo>
                    <a:pt x="3349" y="13059"/>
                  </a:lnTo>
                  <a:lnTo>
                    <a:pt x="3165" y="13121"/>
                  </a:lnTo>
                  <a:lnTo>
                    <a:pt x="2980" y="13151"/>
                  </a:lnTo>
                  <a:lnTo>
                    <a:pt x="2980" y="13151"/>
                  </a:lnTo>
                  <a:lnTo>
                    <a:pt x="2950" y="13151"/>
                  </a:lnTo>
                  <a:lnTo>
                    <a:pt x="2950" y="13151"/>
                  </a:lnTo>
                  <a:lnTo>
                    <a:pt x="2950" y="13151"/>
                  </a:lnTo>
                  <a:lnTo>
                    <a:pt x="2950" y="13151"/>
                  </a:lnTo>
                  <a:lnTo>
                    <a:pt x="2950" y="13151"/>
                  </a:lnTo>
                  <a:lnTo>
                    <a:pt x="2950" y="13151"/>
                  </a:lnTo>
                  <a:lnTo>
                    <a:pt x="2950" y="13151"/>
                  </a:lnTo>
                  <a:lnTo>
                    <a:pt x="2950" y="13151"/>
                  </a:lnTo>
                  <a:lnTo>
                    <a:pt x="2950" y="13151"/>
                  </a:lnTo>
                  <a:lnTo>
                    <a:pt x="2950" y="13151"/>
                  </a:lnTo>
                  <a:lnTo>
                    <a:pt x="2950" y="13151"/>
                  </a:lnTo>
                  <a:lnTo>
                    <a:pt x="2950" y="13151"/>
                  </a:lnTo>
                  <a:lnTo>
                    <a:pt x="2919" y="13151"/>
                  </a:lnTo>
                  <a:lnTo>
                    <a:pt x="2919" y="13151"/>
                  </a:lnTo>
                  <a:lnTo>
                    <a:pt x="2919" y="13151"/>
                  </a:lnTo>
                  <a:lnTo>
                    <a:pt x="2919" y="13151"/>
                  </a:lnTo>
                  <a:lnTo>
                    <a:pt x="2919" y="13151"/>
                  </a:lnTo>
                  <a:lnTo>
                    <a:pt x="2919" y="13151"/>
                  </a:lnTo>
                  <a:lnTo>
                    <a:pt x="2919" y="13151"/>
                  </a:lnTo>
                  <a:lnTo>
                    <a:pt x="2919" y="13151"/>
                  </a:lnTo>
                  <a:lnTo>
                    <a:pt x="2673" y="13090"/>
                  </a:lnTo>
                  <a:lnTo>
                    <a:pt x="2458" y="12998"/>
                  </a:lnTo>
                  <a:lnTo>
                    <a:pt x="2274" y="12875"/>
                  </a:lnTo>
                  <a:lnTo>
                    <a:pt x="2151" y="12690"/>
                  </a:lnTo>
                  <a:lnTo>
                    <a:pt x="2151" y="12690"/>
                  </a:lnTo>
                  <a:lnTo>
                    <a:pt x="1628" y="12906"/>
                  </a:lnTo>
                  <a:lnTo>
                    <a:pt x="1106" y="13090"/>
                  </a:lnTo>
                  <a:lnTo>
                    <a:pt x="584" y="13213"/>
                  </a:lnTo>
                  <a:lnTo>
                    <a:pt x="0" y="13305"/>
                  </a:lnTo>
                  <a:lnTo>
                    <a:pt x="0" y="13520"/>
                  </a:lnTo>
                  <a:lnTo>
                    <a:pt x="5930" y="13520"/>
                  </a:lnTo>
                  <a:lnTo>
                    <a:pt x="593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2149;p46">
              <a:extLst>
                <a:ext uri="{FF2B5EF4-FFF2-40B4-BE49-F238E27FC236}">
                  <a16:creationId xmlns:a16="http://schemas.microsoft.com/office/drawing/2014/main" id="{1A8522C9-B3A2-B942-148B-769AD3160E28}"/>
                </a:ext>
              </a:extLst>
            </p:cNvPr>
            <p:cNvSpPr/>
            <p:nvPr/>
          </p:nvSpPr>
          <p:spPr>
            <a:xfrm>
              <a:off x="5522996" y="3102845"/>
              <a:ext cx="203135" cy="454745"/>
            </a:xfrm>
            <a:custGeom>
              <a:avLst/>
              <a:gdLst/>
              <a:ahLst/>
              <a:cxnLst/>
              <a:rect l="l" t="t" r="r" b="b"/>
              <a:pathLst>
                <a:path w="1936" h="4334" extrusionOk="0">
                  <a:moveTo>
                    <a:pt x="983" y="1"/>
                  </a:moveTo>
                  <a:lnTo>
                    <a:pt x="768" y="32"/>
                  </a:lnTo>
                  <a:lnTo>
                    <a:pt x="584" y="62"/>
                  </a:lnTo>
                  <a:lnTo>
                    <a:pt x="430" y="155"/>
                  </a:lnTo>
                  <a:lnTo>
                    <a:pt x="277" y="278"/>
                  </a:lnTo>
                  <a:lnTo>
                    <a:pt x="185" y="431"/>
                  </a:lnTo>
                  <a:lnTo>
                    <a:pt x="92" y="585"/>
                  </a:lnTo>
                  <a:lnTo>
                    <a:pt x="31" y="769"/>
                  </a:lnTo>
                  <a:lnTo>
                    <a:pt x="0" y="953"/>
                  </a:lnTo>
                  <a:lnTo>
                    <a:pt x="0" y="3350"/>
                  </a:lnTo>
                  <a:lnTo>
                    <a:pt x="31" y="3565"/>
                  </a:lnTo>
                  <a:lnTo>
                    <a:pt x="92" y="3719"/>
                  </a:lnTo>
                  <a:lnTo>
                    <a:pt x="185" y="3903"/>
                  </a:lnTo>
                  <a:lnTo>
                    <a:pt x="277" y="4026"/>
                  </a:lnTo>
                  <a:lnTo>
                    <a:pt x="430" y="4149"/>
                  </a:lnTo>
                  <a:lnTo>
                    <a:pt x="584" y="4241"/>
                  </a:lnTo>
                  <a:lnTo>
                    <a:pt x="768" y="4303"/>
                  </a:lnTo>
                  <a:lnTo>
                    <a:pt x="983" y="4333"/>
                  </a:lnTo>
                  <a:lnTo>
                    <a:pt x="1168" y="4303"/>
                  </a:lnTo>
                  <a:lnTo>
                    <a:pt x="1352" y="4241"/>
                  </a:lnTo>
                  <a:lnTo>
                    <a:pt x="1506" y="4149"/>
                  </a:lnTo>
                  <a:lnTo>
                    <a:pt x="1659" y="4026"/>
                  </a:lnTo>
                  <a:lnTo>
                    <a:pt x="1782" y="3903"/>
                  </a:lnTo>
                  <a:lnTo>
                    <a:pt x="1874" y="3719"/>
                  </a:lnTo>
                  <a:lnTo>
                    <a:pt x="1905" y="3565"/>
                  </a:lnTo>
                  <a:lnTo>
                    <a:pt x="1936" y="3350"/>
                  </a:lnTo>
                  <a:lnTo>
                    <a:pt x="1936" y="953"/>
                  </a:lnTo>
                  <a:lnTo>
                    <a:pt x="1905" y="769"/>
                  </a:lnTo>
                  <a:lnTo>
                    <a:pt x="1874" y="585"/>
                  </a:lnTo>
                  <a:lnTo>
                    <a:pt x="1782" y="431"/>
                  </a:lnTo>
                  <a:lnTo>
                    <a:pt x="1659" y="278"/>
                  </a:lnTo>
                  <a:lnTo>
                    <a:pt x="1506" y="155"/>
                  </a:lnTo>
                  <a:lnTo>
                    <a:pt x="1352" y="62"/>
                  </a:lnTo>
                  <a:lnTo>
                    <a:pt x="1168" y="32"/>
                  </a:lnTo>
                  <a:lnTo>
                    <a:pt x="983" y="1"/>
                  </a:lnTo>
                  <a:close/>
                </a:path>
              </a:pathLst>
            </a:custGeom>
            <a:solidFill>
              <a:srgbClr val="8C8F9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2150;p46">
              <a:extLst>
                <a:ext uri="{FF2B5EF4-FFF2-40B4-BE49-F238E27FC236}">
                  <a16:creationId xmlns:a16="http://schemas.microsoft.com/office/drawing/2014/main" id="{9965A164-313B-EB61-A1E2-FCE9B5BC2208}"/>
                </a:ext>
              </a:extLst>
            </p:cNvPr>
            <p:cNvSpPr/>
            <p:nvPr/>
          </p:nvSpPr>
          <p:spPr>
            <a:xfrm>
              <a:off x="5522996" y="3102845"/>
              <a:ext cx="203135" cy="454745"/>
            </a:xfrm>
            <a:custGeom>
              <a:avLst/>
              <a:gdLst/>
              <a:ahLst/>
              <a:cxnLst/>
              <a:rect l="l" t="t" r="r" b="b"/>
              <a:pathLst>
                <a:path w="1936" h="4334" fill="none" extrusionOk="0">
                  <a:moveTo>
                    <a:pt x="983" y="4333"/>
                  </a:moveTo>
                  <a:lnTo>
                    <a:pt x="983" y="4333"/>
                  </a:lnTo>
                  <a:lnTo>
                    <a:pt x="768" y="4303"/>
                  </a:lnTo>
                  <a:lnTo>
                    <a:pt x="584" y="4241"/>
                  </a:lnTo>
                  <a:lnTo>
                    <a:pt x="430" y="4149"/>
                  </a:lnTo>
                  <a:lnTo>
                    <a:pt x="277" y="4026"/>
                  </a:lnTo>
                  <a:lnTo>
                    <a:pt x="185" y="3903"/>
                  </a:lnTo>
                  <a:lnTo>
                    <a:pt x="92" y="3719"/>
                  </a:lnTo>
                  <a:lnTo>
                    <a:pt x="31" y="3565"/>
                  </a:lnTo>
                  <a:lnTo>
                    <a:pt x="0" y="3350"/>
                  </a:lnTo>
                  <a:lnTo>
                    <a:pt x="0" y="953"/>
                  </a:lnTo>
                  <a:lnTo>
                    <a:pt x="0" y="953"/>
                  </a:lnTo>
                  <a:lnTo>
                    <a:pt x="31" y="769"/>
                  </a:lnTo>
                  <a:lnTo>
                    <a:pt x="92" y="585"/>
                  </a:lnTo>
                  <a:lnTo>
                    <a:pt x="185" y="431"/>
                  </a:lnTo>
                  <a:lnTo>
                    <a:pt x="277" y="278"/>
                  </a:lnTo>
                  <a:lnTo>
                    <a:pt x="430" y="155"/>
                  </a:lnTo>
                  <a:lnTo>
                    <a:pt x="584" y="62"/>
                  </a:lnTo>
                  <a:lnTo>
                    <a:pt x="768" y="32"/>
                  </a:lnTo>
                  <a:lnTo>
                    <a:pt x="983" y="1"/>
                  </a:lnTo>
                  <a:lnTo>
                    <a:pt x="983" y="1"/>
                  </a:lnTo>
                  <a:lnTo>
                    <a:pt x="1168" y="32"/>
                  </a:lnTo>
                  <a:lnTo>
                    <a:pt x="1352" y="62"/>
                  </a:lnTo>
                  <a:lnTo>
                    <a:pt x="1506" y="155"/>
                  </a:lnTo>
                  <a:lnTo>
                    <a:pt x="1659" y="278"/>
                  </a:lnTo>
                  <a:lnTo>
                    <a:pt x="1782" y="431"/>
                  </a:lnTo>
                  <a:lnTo>
                    <a:pt x="1874" y="585"/>
                  </a:lnTo>
                  <a:lnTo>
                    <a:pt x="1905" y="769"/>
                  </a:lnTo>
                  <a:lnTo>
                    <a:pt x="1936" y="953"/>
                  </a:lnTo>
                  <a:lnTo>
                    <a:pt x="1936" y="3350"/>
                  </a:lnTo>
                  <a:lnTo>
                    <a:pt x="1936" y="3350"/>
                  </a:lnTo>
                  <a:lnTo>
                    <a:pt x="1905" y="3565"/>
                  </a:lnTo>
                  <a:lnTo>
                    <a:pt x="1874" y="3719"/>
                  </a:lnTo>
                  <a:lnTo>
                    <a:pt x="1782" y="3903"/>
                  </a:lnTo>
                  <a:lnTo>
                    <a:pt x="1659" y="4026"/>
                  </a:lnTo>
                  <a:lnTo>
                    <a:pt x="1506" y="4149"/>
                  </a:lnTo>
                  <a:lnTo>
                    <a:pt x="1352" y="4241"/>
                  </a:lnTo>
                  <a:lnTo>
                    <a:pt x="1168" y="4303"/>
                  </a:lnTo>
                  <a:lnTo>
                    <a:pt x="983" y="433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2151;p46">
              <a:extLst>
                <a:ext uri="{FF2B5EF4-FFF2-40B4-BE49-F238E27FC236}">
                  <a16:creationId xmlns:a16="http://schemas.microsoft.com/office/drawing/2014/main" id="{33C7D900-6637-248C-9A93-62E6C36899C4}"/>
                </a:ext>
              </a:extLst>
            </p:cNvPr>
            <p:cNvSpPr/>
            <p:nvPr/>
          </p:nvSpPr>
          <p:spPr>
            <a:xfrm>
              <a:off x="5726028" y="3199586"/>
              <a:ext cx="105" cy="161375"/>
            </a:xfrm>
            <a:custGeom>
              <a:avLst/>
              <a:gdLst/>
              <a:ahLst/>
              <a:cxnLst/>
              <a:rect l="l" t="t" r="r" b="b"/>
              <a:pathLst>
                <a:path w="1" h="1538" extrusionOk="0">
                  <a:moveTo>
                    <a:pt x="1" y="31"/>
                  </a:moveTo>
                  <a:lnTo>
                    <a:pt x="1" y="31"/>
                  </a:lnTo>
                  <a:lnTo>
                    <a:pt x="1" y="31"/>
                  </a:lnTo>
                  <a:lnTo>
                    <a:pt x="1" y="1537"/>
                  </a:lnTo>
                  <a:lnTo>
                    <a:pt x="1" y="1537"/>
                  </a:lnTo>
                  <a:lnTo>
                    <a:pt x="1" y="31"/>
                  </a:lnTo>
                  <a:lnTo>
                    <a:pt x="1" y="31"/>
                  </a:lnTo>
                  <a:lnTo>
                    <a:pt x="1" y="31"/>
                  </a:lnTo>
                  <a:close/>
                  <a:moveTo>
                    <a:pt x="1" y="31"/>
                  </a:moveTo>
                  <a:lnTo>
                    <a:pt x="1" y="31"/>
                  </a:lnTo>
                  <a:lnTo>
                    <a:pt x="1" y="31"/>
                  </a:lnTo>
                  <a:lnTo>
                    <a:pt x="1" y="31"/>
                  </a:lnTo>
                  <a:lnTo>
                    <a:pt x="1" y="31"/>
                  </a:lnTo>
                  <a:close/>
                  <a:moveTo>
                    <a:pt x="1" y="31"/>
                  </a:moveTo>
                  <a:lnTo>
                    <a:pt x="1" y="31"/>
                  </a:lnTo>
                  <a:lnTo>
                    <a:pt x="1" y="31"/>
                  </a:lnTo>
                  <a:lnTo>
                    <a:pt x="1" y="31"/>
                  </a:lnTo>
                  <a:lnTo>
                    <a:pt x="1" y="31"/>
                  </a:lnTo>
                  <a:close/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F58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2152;p46">
              <a:extLst>
                <a:ext uri="{FF2B5EF4-FFF2-40B4-BE49-F238E27FC236}">
                  <a16:creationId xmlns:a16="http://schemas.microsoft.com/office/drawing/2014/main" id="{6716EF77-1CF1-5390-706D-281E8E7332CB}"/>
                </a:ext>
              </a:extLst>
            </p:cNvPr>
            <p:cNvSpPr/>
            <p:nvPr/>
          </p:nvSpPr>
          <p:spPr>
            <a:xfrm>
              <a:off x="5726028" y="3202839"/>
              <a:ext cx="105" cy="158122"/>
            </a:xfrm>
            <a:custGeom>
              <a:avLst/>
              <a:gdLst/>
              <a:ahLst/>
              <a:cxnLst/>
              <a:rect l="l" t="t" r="r" b="b"/>
              <a:pathLst>
                <a:path w="1" h="1507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1506"/>
                  </a:lnTo>
                  <a:lnTo>
                    <a:pt x="1" y="1506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2153;p46">
              <a:extLst>
                <a:ext uri="{FF2B5EF4-FFF2-40B4-BE49-F238E27FC236}">
                  <a16:creationId xmlns:a16="http://schemas.microsoft.com/office/drawing/2014/main" id="{1C4F97E7-236B-425D-5A08-AAF6F2CE465F}"/>
                </a:ext>
              </a:extLst>
            </p:cNvPr>
            <p:cNvSpPr/>
            <p:nvPr/>
          </p:nvSpPr>
          <p:spPr>
            <a:xfrm>
              <a:off x="5726028" y="3202839"/>
              <a:ext cx="105" cy="10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2154;p46">
              <a:extLst>
                <a:ext uri="{FF2B5EF4-FFF2-40B4-BE49-F238E27FC236}">
                  <a16:creationId xmlns:a16="http://schemas.microsoft.com/office/drawing/2014/main" id="{E9BA015A-E3A1-BD42-74C5-CF32896E6141}"/>
                </a:ext>
              </a:extLst>
            </p:cNvPr>
            <p:cNvSpPr/>
            <p:nvPr/>
          </p:nvSpPr>
          <p:spPr>
            <a:xfrm>
              <a:off x="5726028" y="3202839"/>
              <a:ext cx="105" cy="10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2155;p46">
              <a:extLst>
                <a:ext uri="{FF2B5EF4-FFF2-40B4-BE49-F238E27FC236}">
                  <a16:creationId xmlns:a16="http://schemas.microsoft.com/office/drawing/2014/main" id="{61D6A711-6AA0-9A34-F3DE-236B7ECE277D}"/>
                </a:ext>
              </a:extLst>
            </p:cNvPr>
            <p:cNvSpPr/>
            <p:nvPr/>
          </p:nvSpPr>
          <p:spPr>
            <a:xfrm>
              <a:off x="5726028" y="3199586"/>
              <a:ext cx="105" cy="10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2156;p46">
              <a:extLst>
                <a:ext uri="{FF2B5EF4-FFF2-40B4-BE49-F238E27FC236}">
                  <a16:creationId xmlns:a16="http://schemas.microsoft.com/office/drawing/2014/main" id="{E46CF52F-AC62-FCF1-E55E-313F635E787A}"/>
                </a:ext>
              </a:extLst>
            </p:cNvPr>
            <p:cNvSpPr/>
            <p:nvPr/>
          </p:nvSpPr>
          <p:spPr>
            <a:xfrm>
              <a:off x="5726028" y="3199586"/>
              <a:ext cx="105" cy="10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2157;p46">
              <a:extLst>
                <a:ext uri="{FF2B5EF4-FFF2-40B4-BE49-F238E27FC236}">
                  <a16:creationId xmlns:a16="http://schemas.microsoft.com/office/drawing/2014/main" id="{791C36E1-505F-EBCB-39BF-E739BBD785B3}"/>
                </a:ext>
              </a:extLst>
            </p:cNvPr>
            <p:cNvSpPr/>
            <p:nvPr/>
          </p:nvSpPr>
          <p:spPr>
            <a:xfrm>
              <a:off x="5726028" y="3199586"/>
              <a:ext cx="105" cy="10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2158;p46">
              <a:extLst>
                <a:ext uri="{FF2B5EF4-FFF2-40B4-BE49-F238E27FC236}">
                  <a16:creationId xmlns:a16="http://schemas.microsoft.com/office/drawing/2014/main" id="{E7FA3B84-89B6-7674-B020-BE09B1AB3113}"/>
                </a:ext>
              </a:extLst>
            </p:cNvPr>
            <p:cNvSpPr/>
            <p:nvPr/>
          </p:nvSpPr>
          <p:spPr>
            <a:xfrm>
              <a:off x="5726028" y="3199586"/>
              <a:ext cx="105" cy="10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2159;p46">
              <a:extLst>
                <a:ext uri="{FF2B5EF4-FFF2-40B4-BE49-F238E27FC236}">
                  <a16:creationId xmlns:a16="http://schemas.microsoft.com/office/drawing/2014/main" id="{893EA09D-6317-1405-9EDE-A09BF5224666}"/>
                </a:ext>
              </a:extLst>
            </p:cNvPr>
            <p:cNvSpPr/>
            <p:nvPr/>
          </p:nvSpPr>
          <p:spPr>
            <a:xfrm>
              <a:off x="5619633" y="3360856"/>
              <a:ext cx="106499" cy="196734"/>
            </a:xfrm>
            <a:custGeom>
              <a:avLst/>
              <a:gdLst/>
              <a:ahLst/>
              <a:cxnLst/>
              <a:rect l="l" t="t" r="r" b="b"/>
              <a:pathLst>
                <a:path w="1015" h="1875" extrusionOk="0">
                  <a:moveTo>
                    <a:pt x="32" y="1874"/>
                  </a:moveTo>
                  <a:lnTo>
                    <a:pt x="32" y="1874"/>
                  </a:lnTo>
                  <a:lnTo>
                    <a:pt x="32" y="1874"/>
                  </a:lnTo>
                  <a:lnTo>
                    <a:pt x="32" y="1874"/>
                  </a:lnTo>
                  <a:lnTo>
                    <a:pt x="32" y="1874"/>
                  </a:lnTo>
                  <a:close/>
                  <a:moveTo>
                    <a:pt x="32" y="1874"/>
                  </a:moveTo>
                  <a:lnTo>
                    <a:pt x="32" y="1874"/>
                  </a:lnTo>
                  <a:lnTo>
                    <a:pt x="32" y="1874"/>
                  </a:lnTo>
                  <a:lnTo>
                    <a:pt x="32" y="1874"/>
                  </a:lnTo>
                  <a:lnTo>
                    <a:pt x="32" y="1874"/>
                  </a:lnTo>
                  <a:close/>
                  <a:moveTo>
                    <a:pt x="32" y="1874"/>
                  </a:moveTo>
                  <a:lnTo>
                    <a:pt x="32" y="1874"/>
                  </a:lnTo>
                  <a:lnTo>
                    <a:pt x="32" y="1874"/>
                  </a:lnTo>
                  <a:lnTo>
                    <a:pt x="32" y="1874"/>
                  </a:lnTo>
                  <a:lnTo>
                    <a:pt x="32" y="1874"/>
                  </a:lnTo>
                  <a:close/>
                  <a:moveTo>
                    <a:pt x="1" y="1874"/>
                  </a:moveTo>
                  <a:lnTo>
                    <a:pt x="1" y="1874"/>
                  </a:lnTo>
                  <a:lnTo>
                    <a:pt x="1" y="1874"/>
                  </a:lnTo>
                  <a:lnTo>
                    <a:pt x="1" y="1874"/>
                  </a:lnTo>
                  <a:lnTo>
                    <a:pt x="1" y="1874"/>
                  </a:lnTo>
                  <a:close/>
                  <a:moveTo>
                    <a:pt x="1" y="1874"/>
                  </a:moveTo>
                  <a:lnTo>
                    <a:pt x="1" y="1874"/>
                  </a:lnTo>
                  <a:lnTo>
                    <a:pt x="1" y="1874"/>
                  </a:lnTo>
                  <a:lnTo>
                    <a:pt x="1" y="1874"/>
                  </a:lnTo>
                  <a:lnTo>
                    <a:pt x="1" y="1874"/>
                  </a:lnTo>
                  <a:close/>
                  <a:moveTo>
                    <a:pt x="1015" y="0"/>
                  </a:moveTo>
                  <a:lnTo>
                    <a:pt x="1015" y="0"/>
                  </a:lnTo>
                  <a:lnTo>
                    <a:pt x="1015" y="891"/>
                  </a:lnTo>
                  <a:lnTo>
                    <a:pt x="1015" y="891"/>
                  </a:lnTo>
                  <a:lnTo>
                    <a:pt x="1015" y="0"/>
                  </a:lnTo>
                  <a:close/>
                </a:path>
              </a:pathLst>
            </a:custGeom>
            <a:solidFill>
              <a:srgbClr val="33475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2160;p46">
              <a:extLst>
                <a:ext uri="{FF2B5EF4-FFF2-40B4-BE49-F238E27FC236}">
                  <a16:creationId xmlns:a16="http://schemas.microsoft.com/office/drawing/2014/main" id="{029763CE-5EAD-FC9D-E5A9-D06133585B1F}"/>
                </a:ext>
              </a:extLst>
            </p:cNvPr>
            <p:cNvSpPr/>
            <p:nvPr/>
          </p:nvSpPr>
          <p:spPr>
            <a:xfrm>
              <a:off x="5622886" y="3557485"/>
              <a:ext cx="105" cy="10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2161;p46">
              <a:extLst>
                <a:ext uri="{FF2B5EF4-FFF2-40B4-BE49-F238E27FC236}">
                  <a16:creationId xmlns:a16="http://schemas.microsoft.com/office/drawing/2014/main" id="{60B322BE-AABE-C4DA-D639-9B9B668A1B0C}"/>
                </a:ext>
              </a:extLst>
            </p:cNvPr>
            <p:cNvSpPr/>
            <p:nvPr/>
          </p:nvSpPr>
          <p:spPr>
            <a:xfrm>
              <a:off x="5622886" y="3557485"/>
              <a:ext cx="105" cy="10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2162;p46">
              <a:extLst>
                <a:ext uri="{FF2B5EF4-FFF2-40B4-BE49-F238E27FC236}">
                  <a16:creationId xmlns:a16="http://schemas.microsoft.com/office/drawing/2014/main" id="{2BD9BCEB-6F2A-5886-2B6F-43FCB306CD5F}"/>
                </a:ext>
              </a:extLst>
            </p:cNvPr>
            <p:cNvSpPr/>
            <p:nvPr/>
          </p:nvSpPr>
          <p:spPr>
            <a:xfrm>
              <a:off x="5622886" y="3557485"/>
              <a:ext cx="105" cy="10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2163;p46">
              <a:extLst>
                <a:ext uri="{FF2B5EF4-FFF2-40B4-BE49-F238E27FC236}">
                  <a16:creationId xmlns:a16="http://schemas.microsoft.com/office/drawing/2014/main" id="{E9BC7598-CAC1-61F5-82E9-8CF256CBE07E}"/>
                </a:ext>
              </a:extLst>
            </p:cNvPr>
            <p:cNvSpPr/>
            <p:nvPr/>
          </p:nvSpPr>
          <p:spPr>
            <a:xfrm>
              <a:off x="5619633" y="3557485"/>
              <a:ext cx="105" cy="10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2164;p46">
              <a:extLst>
                <a:ext uri="{FF2B5EF4-FFF2-40B4-BE49-F238E27FC236}">
                  <a16:creationId xmlns:a16="http://schemas.microsoft.com/office/drawing/2014/main" id="{0DF2AD9D-6BC8-988C-7993-D271357F5643}"/>
                </a:ext>
              </a:extLst>
            </p:cNvPr>
            <p:cNvSpPr/>
            <p:nvPr/>
          </p:nvSpPr>
          <p:spPr>
            <a:xfrm>
              <a:off x="5619633" y="3557485"/>
              <a:ext cx="105" cy="10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2165;p46">
              <a:extLst>
                <a:ext uri="{FF2B5EF4-FFF2-40B4-BE49-F238E27FC236}">
                  <a16:creationId xmlns:a16="http://schemas.microsoft.com/office/drawing/2014/main" id="{C79C0CA4-EC20-E71E-0BBB-7C4E6718D447}"/>
                </a:ext>
              </a:extLst>
            </p:cNvPr>
            <p:cNvSpPr/>
            <p:nvPr/>
          </p:nvSpPr>
          <p:spPr>
            <a:xfrm>
              <a:off x="5726028" y="3360856"/>
              <a:ext cx="105" cy="93593"/>
            </a:xfrm>
            <a:custGeom>
              <a:avLst/>
              <a:gdLst/>
              <a:ahLst/>
              <a:cxnLst/>
              <a:rect l="l" t="t" r="r" b="b"/>
              <a:pathLst>
                <a:path w="1" h="892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891"/>
                  </a:lnTo>
                  <a:lnTo>
                    <a:pt x="1" y="891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2166;p46">
              <a:extLst>
                <a:ext uri="{FF2B5EF4-FFF2-40B4-BE49-F238E27FC236}">
                  <a16:creationId xmlns:a16="http://schemas.microsoft.com/office/drawing/2014/main" id="{71B8CE34-75DD-0A9F-7587-FFEA892E4730}"/>
                </a:ext>
              </a:extLst>
            </p:cNvPr>
            <p:cNvSpPr/>
            <p:nvPr/>
          </p:nvSpPr>
          <p:spPr>
            <a:xfrm>
              <a:off x="5532649" y="3135162"/>
              <a:ext cx="193482" cy="422428"/>
            </a:xfrm>
            <a:custGeom>
              <a:avLst/>
              <a:gdLst/>
              <a:ahLst/>
              <a:cxnLst/>
              <a:rect l="l" t="t" r="r" b="b"/>
              <a:pathLst>
                <a:path w="1844" h="4026" extrusionOk="0">
                  <a:moveTo>
                    <a:pt x="1567" y="0"/>
                  </a:moveTo>
                  <a:lnTo>
                    <a:pt x="1660" y="185"/>
                  </a:lnTo>
                  <a:lnTo>
                    <a:pt x="1690" y="400"/>
                  </a:lnTo>
                  <a:lnTo>
                    <a:pt x="1690" y="2796"/>
                  </a:lnTo>
                  <a:lnTo>
                    <a:pt x="1660" y="2981"/>
                  </a:lnTo>
                  <a:lnTo>
                    <a:pt x="1598" y="3165"/>
                  </a:lnTo>
                  <a:lnTo>
                    <a:pt x="1506" y="3349"/>
                  </a:lnTo>
                  <a:lnTo>
                    <a:pt x="1383" y="3472"/>
                  </a:lnTo>
                  <a:lnTo>
                    <a:pt x="1260" y="3595"/>
                  </a:lnTo>
                  <a:lnTo>
                    <a:pt x="1076" y="3687"/>
                  </a:lnTo>
                  <a:lnTo>
                    <a:pt x="891" y="3749"/>
                  </a:lnTo>
                  <a:lnTo>
                    <a:pt x="707" y="3780"/>
                  </a:lnTo>
                  <a:lnTo>
                    <a:pt x="523" y="3749"/>
                  </a:lnTo>
                  <a:lnTo>
                    <a:pt x="308" y="3687"/>
                  </a:lnTo>
                  <a:lnTo>
                    <a:pt x="154" y="3595"/>
                  </a:lnTo>
                  <a:lnTo>
                    <a:pt x="0" y="3472"/>
                  </a:lnTo>
                  <a:lnTo>
                    <a:pt x="0" y="3472"/>
                  </a:lnTo>
                  <a:lnTo>
                    <a:pt x="154" y="3687"/>
                  </a:lnTo>
                  <a:lnTo>
                    <a:pt x="338" y="3841"/>
                  </a:lnTo>
                  <a:lnTo>
                    <a:pt x="584" y="3964"/>
                  </a:lnTo>
                  <a:lnTo>
                    <a:pt x="707" y="3995"/>
                  </a:lnTo>
                  <a:lnTo>
                    <a:pt x="830" y="4025"/>
                  </a:lnTo>
                  <a:lnTo>
                    <a:pt x="891" y="4025"/>
                  </a:lnTo>
                  <a:lnTo>
                    <a:pt x="1076" y="3995"/>
                  </a:lnTo>
                  <a:lnTo>
                    <a:pt x="1260" y="3933"/>
                  </a:lnTo>
                  <a:lnTo>
                    <a:pt x="1414" y="3841"/>
                  </a:lnTo>
                  <a:lnTo>
                    <a:pt x="1567" y="3718"/>
                  </a:lnTo>
                  <a:lnTo>
                    <a:pt x="1690" y="3595"/>
                  </a:lnTo>
                  <a:lnTo>
                    <a:pt x="1782" y="3411"/>
                  </a:lnTo>
                  <a:lnTo>
                    <a:pt x="1813" y="3257"/>
                  </a:lnTo>
                  <a:lnTo>
                    <a:pt x="1844" y="3042"/>
                  </a:lnTo>
                  <a:lnTo>
                    <a:pt x="1844" y="2151"/>
                  </a:lnTo>
                  <a:lnTo>
                    <a:pt x="1844" y="645"/>
                  </a:lnTo>
                  <a:lnTo>
                    <a:pt x="1844" y="615"/>
                  </a:lnTo>
                  <a:lnTo>
                    <a:pt x="1813" y="430"/>
                  </a:lnTo>
                  <a:lnTo>
                    <a:pt x="1752" y="277"/>
                  </a:lnTo>
                  <a:lnTo>
                    <a:pt x="1690" y="123"/>
                  </a:lnTo>
                  <a:lnTo>
                    <a:pt x="1567" y="0"/>
                  </a:lnTo>
                  <a:close/>
                </a:path>
              </a:pathLst>
            </a:custGeom>
            <a:solidFill>
              <a:srgbClr val="70737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2167;p46">
              <a:extLst>
                <a:ext uri="{FF2B5EF4-FFF2-40B4-BE49-F238E27FC236}">
                  <a16:creationId xmlns:a16="http://schemas.microsoft.com/office/drawing/2014/main" id="{E684CCF7-7614-58D1-8582-45B3B55E6CFD}"/>
                </a:ext>
              </a:extLst>
            </p:cNvPr>
            <p:cNvSpPr/>
            <p:nvPr/>
          </p:nvSpPr>
          <p:spPr>
            <a:xfrm>
              <a:off x="5532649" y="3135162"/>
              <a:ext cx="193482" cy="422428"/>
            </a:xfrm>
            <a:custGeom>
              <a:avLst/>
              <a:gdLst/>
              <a:ahLst/>
              <a:cxnLst/>
              <a:rect l="l" t="t" r="r" b="b"/>
              <a:pathLst>
                <a:path w="1844" h="4026" fill="none" extrusionOk="0">
                  <a:moveTo>
                    <a:pt x="1567" y="0"/>
                  </a:moveTo>
                  <a:lnTo>
                    <a:pt x="1567" y="0"/>
                  </a:lnTo>
                  <a:lnTo>
                    <a:pt x="1660" y="185"/>
                  </a:lnTo>
                  <a:lnTo>
                    <a:pt x="1690" y="400"/>
                  </a:lnTo>
                  <a:lnTo>
                    <a:pt x="1690" y="2796"/>
                  </a:lnTo>
                  <a:lnTo>
                    <a:pt x="1690" y="2796"/>
                  </a:lnTo>
                  <a:lnTo>
                    <a:pt x="1660" y="2981"/>
                  </a:lnTo>
                  <a:lnTo>
                    <a:pt x="1598" y="3165"/>
                  </a:lnTo>
                  <a:lnTo>
                    <a:pt x="1506" y="3349"/>
                  </a:lnTo>
                  <a:lnTo>
                    <a:pt x="1383" y="3472"/>
                  </a:lnTo>
                  <a:lnTo>
                    <a:pt x="1260" y="3595"/>
                  </a:lnTo>
                  <a:lnTo>
                    <a:pt x="1076" y="3687"/>
                  </a:lnTo>
                  <a:lnTo>
                    <a:pt x="891" y="3749"/>
                  </a:lnTo>
                  <a:lnTo>
                    <a:pt x="707" y="3780"/>
                  </a:lnTo>
                  <a:lnTo>
                    <a:pt x="707" y="3780"/>
                  </a:lnTo>
                  <a:lnTo>
                    <a:pt x="523" y="3749"/>
                  </a:lnTo>
                  <a:lnTo>
                    <a:pt x="308" y="3687"/>
                  </a:lnTo>
                  <a:lnTo>
                    <a:pt x="154" y="3595"/>
                  </a:lnTo>
                  <a:lnTo>
                    <a:pt x="0" y="3472"/>
                  </a:lnTo>
                  <a:lnTo>
                    <a:pt x="0" y="3472"/>
                  </a:lnTo>
                  <a:lnTo>
                    <a:pt x="154" y="3687"/>
                  </a:lnTo>
                  <a:lnTo>
                    <a:pt x="338" y="3841"/>
                  </a:lnTo>
                  <a:lnTo>
                    <a:pt x="584" y="3964"/>
                  </a:lnTo>
                  <a:lnTo>
                    <a:pt x="707" y="3995"/>
                  </a:lnTo>
                  <a:lnTo>
                    <a:pt x="830" y="4025"/>
                  </a:lnTo>
                  <a:lnTo>
                    <a:pt x="830" y="4025"/>
                  </a:lnTo>
                  <a:lnTo>
                    <a:pt x="830" y="4025"/>
                  </a:lnTo>
                  <a:lnTo>
                    <a:pt x="830" y="4025"/>
                  </a:lnTo>
                  <a:lnTo>
                    <a:pt x="830" y="4025"/>
                  </a:lnTo>
                  <a:lnTo>
                    <a:pt x="830" y="4025"/>
                  </a:lnTo>
                  <a:lnTo>
                    <a:pt x="830" y="4025"/>
                  </a:lnTo>
                  <a:lnTo>
                    <a:pt x="830" y="4025"/>
                  </a:lnTo>
                  <a:lnTo>
                    <a:pt x="861" y="4025"/>
                  </a:lnTo>
                  <a:lnTo>
                    <a:pt x="861" y="4025"/>
                  </a:lnTo>
                  <a:lnTo>
                    <a:pt x="861" y="4025"/>
                  </a:lnTo>
                  <a:lnTo>
                    <a:pt x="861" y="4025"/>
                  </a:lnTo>
                  <a:lnTo>
                    <a:pt x="861" y="4025"/>
                  </a:lnTo>
                  <a:lnTo>
                    <a:pt x="861" y="4025"/>
                  </a:lnTo>
                  <a:lnTo>
                    <a:pt x="861" y="4025"/>
                  </a:lnTo>
                  <a:lnTo>
                    <a:pt x="861" y="4025"/>
                  </a:lnTo>
                  <a:lnTo>
                    <a:pt x="861" y="4025"/>
                  </a:lnTo>
                  <a:lnTo>
                    <a:pt x="861" y="4025"/>
                  </a:lnTo>
                  <a:lnTo>
                    <a:pt x="861" y="4025"/>
                  </a:lnTo>
                  <a:lnTo>
                    <a:pt x="861" y="4025"/>
                  </a:lnTo>
                  <a:lnTo>
                    <a:pt x="891" y="4025"/>
                  </a:lnTo>
                  <a:lnTo>
                    <a:pt x="891" y="4025"/>
                  </a:lnTo>
                  <a:lnTo>
                    <a:pt x="1076" y="3995"/>
                  </a:lnTo>
                  <a:lnTo>
                    <a:pt x="1260" y="3933"/>
                  </a:lnTo>
                  <a:lnTo>
                    <a:pt x="1414" y="3841"/>
                  </a:lnTo>
                  <a:lnTo>
                    <a:pt x="1567" y="3718"/>
                  </a:lnTo>
                  <a:lnTo>
                    <a:pt x="1690" y="3595"/>
                  </a:lnTo>
                  <a:lnTo>
                    <a:pt x="1782" y="3411"/>
                  </a:lnTo>
                  <a:lnTo>
                    <a:pt x="1813" y="3257"/>
                  </a:lnTo>
                  <a:lnTo>
                    <a:pt x="1844" y="3042"/>
                  </a:lnTo>
                  <a:lnTo>
                    <a:pt x="1844" y="2151"/>
                  </a:lnTo>
                  <a:lnTo>
                    <a:pt x="1844" y="645"/>
                  </a:lnTo>
                  <a:lnTo>
                    <a:pt x="1844" y="645"/>
                  </a:lnTo>
                  <a:lnTo>
                    <a:pt x="1844" y="645"/>
                  </a:lnTo>
                  <a:lnTo>
                    <a:pt x="1844" y="645"/>
                  </a:lnTo>
                  <a:lnTo>
                    <a:pt x="1844" y="645"/>
                  </a:lnTo>
                  <a:lnTo>
                    <a:pt x="1844" y="645"/>
                  </a:lnTo>
                  <a:lnTo>
                    <a:pt x="1844" y="645"/>
                  </a:lnTo>
                  <a:lnTo>
                    <a:pt x="1844" y="645"/>
                  </a:lnTo>
                  <a:lnTo>
                    <a:pt x="1844" y="645"/>
                  </a:lnTo>
                  <a:lnTo>
                    <a:pt x="1844" y="645"/>
                  </a:lnTo>
                  <a:lnTo>
                    <a:pt x="1844" y="645"/>
                  </a:lnTo>
                  <a:lnTo>
                    <a:pt x="1844" y="645"/>
                  </a:lnTo>
                  <a:lnTo>
                    <a:pt x="1844" y="615"/>
                  </a:lnTo>
                  <a:lnTo>
                    <a:pt x="1844" y="615"/>
                  </a:lnTo>
                  <a:lnTo>
                    <a:pt x="1844" y="615"/>
                  </a:lnTo>
                  <a:lnTo>
                    <a:pt x="1844" y="615"/>
                  </a:lnTo>
                  <a:lnTo>
                    <a:pt x="1844" y="615"/>
                  </a:lnTo>
                  <a:lnTo>
                    <a:pt x="1844" y="615"/>
                  </a:lnTo>
                  <a:lnTo>
                    <a:pt x="1844" y="615"/>
                  </a:lnTo>
                  <a:lnTo>
                    <a:pt x="1844" y="615"/>
                  </a:lnTo>
                  <a:lnTo>
                    <a:pt x="1844" y="615"/>
                  </a:lnTo>
                  <a:lnTo>
                    <a:pt x="1844" y="615"/>
                  </a:lnTo>
                  <a:lnTo>
                    <a:pt x="1844" y="615"/>
                  </a:lnTo>
                  <a:lnTo>
                    <a:pt x="1844" y="615"/>
                  </a:lnTo>
                  <a:lnTo>
                    <a:pt x="1844" y="615"/>
                  </a:lnTo>
                  <a:lnTo>
                    <a:pt x="1844" y="615"/>
                  </a:lnTo>
                  <a:lnTo>
                    <a:pt x="1844" y="615"/>
                  </a:lnTo>
                  <a:lnTo>
                    <a:pt x="1844" y="615"/>
                  </a:lnTo>
                  <a:lnTo>
                    <a:pt x="1813" y="430"/>
                  </a:lnTo>
                  <a:lnTo>
                    <a:pt x="1752" y="277"/>
                  </a:lnTo>
                  <a:lnTo>
                    <a:pt x="1690" y="123"/>
                  </a:lnTo>
                  <a:lnTo>
                    <a:pt x="1567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2168;p46">
              <a:extLst>
                <a:ext uri="{FF2B5EF4-FFF2-40B4-BE49-F238E27FC236}">
                  <a16:creationId xmlns:a16="http://schemas.microsoft.com/office/drawing/2014/main" id="{D7C55200-53C1-70F1-C4AC-F178A819A4FF}"/>
                </a:ext>
              </a:extLst>
            </p:cNvPr>
            <p:cNvSpPr/>
            <p:nvPr/>
          </p:nvSpPr>
          <p:spPr>
            <a:xfrm>
              <a:off x="5555209" y="3315633"/>
              <a:ext cx="138711" cy="145216"/>
            </a:xfrm>
            <a:custGeom>
              <a:avLst/>
              <a:gdLst/>
              <a:ahLst/>
              <a:cxnLst/>
              <a:rect l="l" t="t" r="r" b="b"/>
              <a:pathLst>
                <a:path w="1322" h="1384" extrusionOk="0">
                  <a:moveTo>
                    <a:pt x="216" y="1"/>
                  </a:moveTo>
                  <a:lnTo>
                    <a:pt x="123" y="32"/>
                  </a:lnTo>
                  <a:lnTo>
                    <a:pt x="62" y="62"/>
                  </a:lnTo>
                  <a:lnTo>
                    <a:pt x="31" y="124"/>
                  </a:lnTo>
                  <a:lnTo>
                    <a:pt x="0" y="216"/>
                  </a:lnTo>
                  <a:lnTo>
                    <a:pt x="0" y="1199"/>
                  </a:lnTo>
                  <a:lnTo>
                    <a:pt x="31" y="1261"/>
                  </a:lnTo>
                  <a:lnTo>
                    <a:pt x="62" y="1322"/>
                  </a:lnTo>
                  <a:lnTo>
                    <a:pt x="123" y="1384"/>
                  </a:lnTo>
                  <a:lnTo>
                    <a:pt x="1199" y="1384"/>
                  </a:lnTo>
                  <a:lnTo>
                    <a:pt x="1260" y="1322"/>
                  </a:lnTo>
                  <a:lnTo>
                    <a:pt x="1291" y="1261"/>
                  </a:lnTo>
                  <a:lnTo>
                    <a:pt x="1322" y="1199"/>
                  </a:lnTo>
                  <a:lnTo>
                    <a:pt x="1322" y="216"/>
                  </a:lnTo>
                  <a:lnTo>
                    <a:pt x="1291" y="124"/>
                  </a:lnTo>
                  <a:lnTo>
                    <a:pt x="1260" y="62"/>
                  </a:lnTo>
                  <a:lnTo>
                    <a:pt x="1199" y="32"/>
                  </a:lnTo>
                  <a:lnTo>
                    <a:pt x="1107" y="1"/>
                  </a:lnTo>
                  <a:close/>
                </a:path>
              </a:pathLst>
            </a:custGeom>
            <a:solidFill>
              <a:srgbClr val="5D626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2169;p46">
              <a:extLst>
                <a:ext uri="{FF2B5EF4-FFF2-40B4-BE49-F238E27FC236}">
                  <a16:creationId xmlns:a16="http://schemas.microsoft.com/office/drawing/2014/main" id="{487549B3-C5F9-7414-E092-52D4CD2FC06B}"/>
                </a:ext>
              </a:extLst>
            </p:cNvPr>
            <p:cNvSpPr/>
            <p:nvPr/>
          </p:nvSpPr>
          <p:spPr>
            <a:xfrm>
              <a:off x="5555209" y="3315633"/>
              <a:ext cx="138711" cy="145216"/>
            </a:xfrm>
            <a:custGeom>
              <a:avLst/>
              <a:gdLst/>
              <a:ahLst/>
              <a:cxnLst/>
              <a:rect l="l" t="t" r="r" b="b"/>
              <a:pathLst>
                <a:path w="1322" h="1384" fill="none" extrusionOk="0">
                  <a:moveTo>
                    <a:pt x="1107" y="1384"/>
                  </a:moveTo>
                  <a:lnTo>
                    <a:pt x="216" y="1384"/>
                  </a:lnTo>
                  <a:lnTo>
                    <a:pt x="216" y="1384"/>
                  </a:lnTo>
                  <a:lnTo>
                    <a:pt x="123" y="1384"/>
                  </a:lnTo>
                  <a:lnTo>
                    <a:pt x="62" y="1322"/>
                  </a:lnTo>
                  <a:lnTo>
                    <a:pt x="31" y="1261"/>
                  </a:lnTo>
                  <a:lnTo>
                    <a:pt x="0" y="1199"/>
                  </a:lnTo>
                  <a:lnTo>
                    <a:pt x="0" y="216"/>
                  </a:lnTo>
                  <a:lnTo>
                    <a:pt x="0" y="216"/>
                  </a:lnTo>
                  <a:lnTo>
                    <a:pt x="31" y="124"/>
                  </a:lnTo>
                  <a:lnTo>
                    <a:pt x="62" y="62"/>
                  </a:lnTo>
                  <a:lnTo>
                    <a:pt x="123" y="32"/>
                  </a:lnTo>
                  <a:lnTo>
                    <a:pt x="216" y="1"/>
                  </a:lnTo>
                  <a:lnTo>
                    <a:pt x="1107" y="1"/>
                  </a:lnTo>
                  <a:lnTo>
                    <a:pt x="1107" y="1"/>
                  </a:lnTo>
                  <a:lnTo>
                    <a:pt x="1199" y="32"/>
                  </a:lnTo>
                  <a:lnTo>
                    <a:pt x="1260" y="62"/>
                  </a:lnTo>
                  <a:lnTo>
                    <a:pt x="1291" y="124"/>
                  </a:lnTo>
                  <a:lnTo>
                    <a:pt x="1322" y="216"/>
                  </a:lnTo>
                  <a:lnTo>
                    <a:pt x="1322" y="1199"/>
                  </a:lnTo>
                  <a:lnTo>
                    <a:pt x="1322" y="1199"/>
                  </a:lnTo>
                  <a:lnTo>
                    <a:pt x="1291" y="1261"/>
                  </a:lnTo>
                  <a:lnTo>
                    <a:pt x="1260" y="1322"/>
                  </a:lnTo>
                  <a:lnTo>
                    <a:pt x="1199" y="1384"/>
                  </a:lnTo>
                  <a:lnTo>
                    <a:pt x="1107" y="138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2170;p46">
              <a:extLst>
                <a:ext uri="{FF2B5EF4-FFF2-40B4-BE49-F238E27FC236}">
                  <a16:creationId xmlns:a16="http://schemas.microsoft.com/office/drawing/2014/main" id="{09378B7B-98CD-0AF1-F8D8-2FCE660F7633}"/>
                </a:ext>
              </a:extLst>
            </p:cNvPr>
            <p:cNvSpPr/>
            <p:nvPr/>
          </p:nvSpPr>
          <p:spPr>
            <a:xfrm>
              <a:off x="5571367" y="3338192"/>
              <a:ext cx="106499" cy="106499"/>
            </a:xfrm>
            <a:custGeom>
              <a:avLst/>
              <a:gdLst/>
              <a:ahLst/>
              <a:cxnLst/>
              <a:rect l="l" t="t" r="r" b="b"/>
              <a:pathLst>
                <a:path w="1015" h="1015" extrusionOk="0">
                  <a:moveTo>
                    <a:pt x="400" y="1"/>
                  </a:moveTo>
                  <a:lnTo>
                    <a:pt x="307" y="32"/>
                  </a:lnTo>
                  <a:lnTo>
                    <a:pt x="215" y="93"/>
                  </a:lnTo>
                  <a:lnTo>
                    <a:pt x="154" y="155"/>
                  </a:lnTo>
                  <a:lnTo>
                    <a:pt x="92" y="216"/>
                  </a:lnTo>
                  <a:lnTo>
                    <a:pt x="31" y="308"/>
                  </a:lnTo>
                  <a:lnTo>
                    <a:pt x="0" y="400"/>
                  </a:lnTo>
                  <a:lnTo>
                    <a:pt x="0" y="523"/>
                  </a:lnTo>
                  <a:lnTo>
                    <a:pt x="0" y="615"/>
                  </a:lnTo>
                  <a:lnTo>
                    <a:pt x="31" y="708"/>
                  </a:lnTo>
                  <a:lnTo>
                    <a:pt x="92" y="800"/>
                  </a:lnTo>
                  <a:lnTo>
                    <a:pt x="154" y="861"/>
                  </a:lnTo>
                  <a:lnTo>
                    <a:pt x="215" y="923"/>
                  </a:lnTo>
                  <a:lnTo>
                    <a:pt x="307" y="984"/>
                  </a:lnTo>
                  <a:lnTo>
                    <a:pt x="400" y="1015"/>
                  </a:lnTo>
                  <a:lnTo>
                    <a:pt x="615" y="1015"/>
                  </a:lnTo>
                  <a:lnTo>
                    <a:pt x="707" y="984"/>
                  </a:lnTo>
                  <a:lnTo>
                    <a:pt x="799" y="923"/>
                  </a:lnTo>
                  <a:lnTo>
                    <a:pt x="860" y="861"/>
                  </a:lnTo>
                  <a:lnTo>
                    <a:pt x="922" y="800"/>
                  </a:lnTo>
                  <a:lnTo>
                    <a:pt x="983" y="708"/>
                  </a:lnTo>
                  <a:lnTo>
                    <a:pt x="1014" y="615"/>
                  </a:lnTo>
                  <a:lnTo>
                    <a:pt x="1014" y="523"/>
                  </a:lnTo>
                  <a:lnTo>
                    <a:pt x="1014" y="400"/>
                  </a:lnTo>
                  <a:lnTo>
                    <a:pt x="983" y="308"/>
                  </a:lnTo>
                  <a:lnTo>
                    <a:pt x="922" y="216"/>
                  </a:lnTo>
                  <a:lnTo>
                    <a:pt x="860" y="155"/>
                  </a:lnTo>
                  <a:lnTo>
                    <a:pt x="799" y="93"/>
                  </a:lnTo>
                  <a:lnTo>
                    <a:pt x="707" y="32"/>
                  </a:lnTo>
                  <a:lnTo>
                    <a:pt x="615" y="1"/>
                  </a:lnTo>
                  <a:close/>
                </a:path>
              </a:pathLst>
            </a:custGeom>
            <a:solidFill>
              <a:srgbClr val="272B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2171;p46">
              <a:extLst>
                <a:ext uri="{FF2B5EF4-FFF2-40B4-BE49-F238E27FC236}">
                  <a16:creationId xmlns:a16="http://schemas.microsoft.com/office/drawing/2014/main" id="{249DD508-7375-5022-B2D1-4DB35EB4C570}"/>
                </a:ext>
              </a:extLst>
            </p:cNvPr>
            <p:cNvSpPr/>
            <p:nvPr/>
          </p:nvSpPr>
          <p:spPr>
            <a:xfrm>
              <a:off x="5571367" y="3338192"/>
              <a:ext cx="106499" cy="106499"/>
            </a:xfrm>
            <a:custGeom>
              <a:avLst/>
              <a:gdLst/>
              <a:ahLst/>
              <a:cxnLst/>
              <a:rect l="l" t="t" r="r" b="b"/>
              <a:pathLst>
                <a:path w="1015" h="1015" fill="none" extrusionOk="0">
                  <a:moveTo>
                    <a:pt x="0" y="523"/>
                  </a:moveTo>
                  <a:lnTo>
                    <a:pt x="0" y="523"/>
                  </a:lnTo>
                  <a:lnTo>
                    <a:pt x="0" y="400"/>
                  </a:lnTo>
                  <a:lnTo>
                    <a:pt x="31" y="308"/>
                  </a:lnTo>
                  <a:lnTo>
                    <a:pt x="92" y="216"/>
                  </a:lnTo>
                  <a:lnTo>
                    <a:pt x="154" y="155"/>
                  </a:lnTo>
                  <a:lnTo>
                    <a:pt x="215" y="93"/>
                  </a:lnTo>
                  <a:lnTo>
                    <a:pt x="307" y="32"/>
                  </a:lnTo>
                  <a:lnTo>
                    <a:pt x="400" y="1"/>
                  </a:lnTo>
                  <a:lnTo>
                    <a:pt x="522" y="1"/>
                  </a:lnTo>
                  <a:lnTo>
                    <a:pt x="522" y="1"/>
                  </a:lnTo>
                  <a:lnTo>
                    <a:pt x="615" y="1"/>
                  </a:lnTo>
                  <a:lnTo>
                    <a:pt x="707" y="32"/>
                  </a:lnTo>
                  <a:lnTo>
                    <a:pt x="799" y="93"/>
                  </a:lnTo>
                  <a:lnTo>
                    <a:pt x="860" y="155"/>
                  </a:lnTo>
                  <a:lnTo>
                    <a:pt x="922" y="216"/>
                  </a:lnTo>
                  <a:lnTo>
                    <a:pt x="983" y="308"/>
                  </a:lnTo>
                  <a:lnTo>
                    <a:pt x="1014" y="400"/>
                  </a:lnTo>
                  <a:lnTo>
                    <a:pt x="1014" y="523"/>
                  </a:lnTo>
                  <a:lnTo>
                    <a:pt x="1014" y="523"/>
                  </a:lnTo>
                  <a:lnTo>
                    <a:pt x="1014" y="615"/>
                  </a:lnTo>
                  <a:lnTo>
                    <a:pt x="983" y="708"/>
                  </a:lnTo>
                  <a:lnTo>
                    <a:pt x="922" y="800"/>
                  </a:lnTo>
                  <a:lnTo>
                    <a:pt x="860" y="861"/>
                  </a:lnTo>
                  <a:lnTo>
                    <a:pt x="799" y="923"/>
                  </a:lnTo>
                  <a:lnTo>
                    <a:pt x="707" y="984"/>
                  </a:lnTo>
                  <a:lnTo>
                    <a:pt x="615" y="1015"/>
                  </a:lnTo>
                  <a:lnTo>
                    <a:pt x="522" y="1015"/>
                  </a:lnTo>
                  <a:lnTo>
                    <a:pt x="522" y="1015"/>
                  </a:lnTo>
                  <a:lnTo>
                    <a:pt x="400" y="1015"/>
                  </a:lnTo>
                  <a:lnTo>
                    <a:pt x="307" y="984"/>
                  </a:lnTo>
                  <a:lnTo>
                    <a:pt x="215" y="923"/>
                  </a:lnTo>
                  <a:lnTo>
                    <a:pt x="154" y="861"/>
                  </a:lnTo>
                  <a:lnTo>
                    <a:pt x="92" y="800"/>
                  </a:lnTo>
                  <a:lnTo>
                    <a:pt x="31" y="708"/>
                  </a:lnTo>
                  <a:lnTo>
                    <a:pt x="0" y="615"/>
                  </a:lnTo>
                  <a:lnTo>
                    <a:pt x="0" y="52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2172;p46">
              <a:extLst>
                <a:ext uri="{FF2B5EF4-FFF2-40B4-BE49-F238E27FC236}">
                  <a16:creationId xmlns:a16="http://schemas.microsoft.com/office/drawing/2014/main" id="{44D357F4-CA2D-EC19-9EAF-49EA246823A0}"/>
                </a:ext>
              </a:extLst>
            </p:cNvPr>
            <p:cNvSpPr/>
            <p:nvPr/>
          </p:nvSpPr>
          <p:spPr>
            <a:xfrm>
              <a:off x="5619633" y="3386563"/>
              <a:ext cx="58233" cy="58128"/>
            </a:xfrm>
            <a:custGeom>
              <a:avLst/>
              <a:gdLst/>
              <a:ahLst/>
              <a:cxnLst/>
              <a:rect l="l" t="t" r="r" b="b"/>
              <a:pathLst>
                <a:path w="555" h="554" extrusionOk="0">
                  <a:moveTo>
                    <a:pt x="32" y="554"/>
                  </a:moveTo>
                  <a:lnTo>
                    <a:pt x="32" y="554"/>
                  </a:lnTo>
                  <a:lnTo>
                    <a:pt x="62" y="554"/>
                  </a:lnTo>
                  <a:lnTo>
                    <a:pt x="62" y="554"/>
                  </a:lnTo>
                  <a:lnTo>
                    <a:pt x="32" y="554"/>
                  </a:lnTo>
                  <a:close/>
                  <a:moveTo>
                    <a:pt x="32" y="554"/>
                  </a:moveTo>
                  <a:lnTo>
                    <a:pt x="32" y="554"/>
                  </a:lnTo>
                  <a:lnTo>
                    <a:pt x="32" y="554"/>
                  </a:lnTo>
                  <a:lnTo>
                    <a:pt x="32" y="554"/>
                  </a:lnTo>
                  <a:lnTo>
                    <a:pt x="32" y="554"/>
                  </a:lnTo>
                  <a:close/>
                  <a:moveTo>
                    <a:pt x="32" y="554"/>
                  </a:moveTo>
                  <a:lnTo>
                    <a:pt x="32" y="554"/>
                  </a:lnTo>
                  <a:lnTo>
                    <a:pt x="32" y="554"/>
                  </a:lnTo>
                  <a:lnTo>
                    <a:pt x="32" y="554"/>
                  </a:lnTo>
                  <a:lnTo>
                    <a:pt x="32" y="554"/>
                  </a:lnTo>
                  <a:close/>
                  <a:moveTo>
                    <a:pt x="32" y="554"/>
                  </a:moveTo>
                  <a:lnTo>
                    <a:pt x="32" y="554"/>
                  </a:lnTo>
                  <a:lnTo>
                    <a:pt x="32" y="554"/>
                  </a:lnTo>
                  <a:lnTo>
                    <a:pt x="32" y="554"/>
                  </a:lnTo>
                  <a:lnTo>
                    <a:pt x="32" y="554"/>
                  </a:lnTo>
                  <a:close/>
                  <a:moveTo>
                    <a:pt x="32" y="554"/>
                  </a:moveTo>
                  <a:lnTo>
                    <a:pt x="32" y="554"/>
                  </a:lnTo>
                  <a:lnTo>
                    <a:pt x="32" y="554"/>
                  </a:lnTo>
                  <a:lnTo>
                    <a:pt x="32" y="554"/>
                  </a:lnTo>
                  <a:lnTo>
                    <a:pt x="32" y="554"/>
                  </a:lnTo>
                  <a:close/>
                  <a:moveTo>
                    <a:pt x="1" y="554"/>
                  </a:moveTo>
                  <a:lnTo>
                    <a:pt x="1" y="554"/>
                  </a:lnTo>
                  <a:lnTo>
                    <a:pt x="32" y="554"/>
                  </a:lnTo>
                  <a:lnTo>
                    <a:pt x="32" y="554"/>
                  </a:lnTo>
                  <a:lnTo>
                    <a:pt x="1" y="554"/>
                  </a:lnTo>
                  <a:close/>
                  <a:moveTo>
                    <a:pt x="1" y="554"/>
                  </a:moveTo>
                  <a:lnTo>
                    <a:pt x="1" y="554"/>
                  </a:lnTo>
                  <a:lnTo>
                    <a:pt x="1" y="554"/>
                  </a:lnTo>
                  <a:lnTo>
                    <a:pt x="1" y="554"/>
                  </a:lnTo>
                  <a:lnTo>
                    <a:pt x="1" y="554"/>
                  </a:lnTo>
                  <a:close/>
                  <a:moveTo>
                    <a:pt x="554" y="32"/>
                  </a:moveTo>
                  <a:lnTo>
                    <a:pt x="554" y="32"/>
                  </a:lnTo>
                  <a:lnTo>
                    <a:pt x="554" y="62"/>
                  </a:lnTo>
                  <a:lnTo>
                    <a:pt x="554" y="62"/>
                  </a:lnTo>
                  <a:lnTo>
                    <a:pt x="554" y="62"/>
                  </a:lnTo>
                  <a:lnTo>
                    <a:pt x="554" y="32"/>
                  </a:lnTo>
                  <a:close/>
                  <a:moveTo>
                    <a:pt x="554" y="32"/>
                  </a:moveTo>
                  <a:lnTo>
                    <a:pt x="554" y="32"/>
                  </a:lnTo>
                  <a:lnTo>
                    <a:pt x="554" y="32"/>
                  </a:lnTo>
                  <a:lnTo>
                    <a:pt x="554" y="32"/>
                  </a:lnTo>
                  <a:lnTo>
                    <a:pt x="554" y="32"/>
                  </a:lnTo>
                  <a:close/>
                  <a:moveTo>
                    <a:pt x="554" y="32"/>
                  </a:moveTo>
                  <a:lnTo>
                    <a:pt x="554" y="32"/>
                  </a:lnTo>
                  <a:lnTo>
                    <a:pt x="554" y="32"/>
                  </a:lnTo>
                  <a:lnTo>
                    <a:pt x="554" y="32"/>
                  </a:lnTo>
                  <a:lnTo>
                    <a:pt x="554" y="32"/>
                  </a:lnTo>
                  <a:close/>
                  <a:moveTo>
                    <a:pt x="554" y="32"/>
                  </a:moveTo>
                  <a:lnTo>
                    <a:pt x="554" y="32"/>
                  </a:lnTo>
                  <a:lnTo>
                    <a:pt x="554" y="32"/>
                  </a:lnTo>
                  <a:lnTo>
                    <a:pt x="554" y="32"/>
                  </a:lnTo>
                  <a:lnTo>
                    <a:pt x="554" y="32"/>
                  </a:lnTo>
                  <a:close/>
                  <a:moveTo>
                    <a:pt x="554" y="1"/>
                  </a:moveTo>
                  <a:lnTo>
                    <a:pt x="554" y="1"/>
                  </a:lnTo>
                  <a:lnTo>
                    <a:pt x="554" y="32"/>
                  </a:lnTo>
                  <a:lnTo>
                    <a:pt x="554" y="32"/>
                  </a:lnTo>
                  <a:lnTo>
                    <a:pt x="554" y="1"/>
                  </a:lnTo>
                  <a:close/>
                </a:path>
              </a:pathLst>
            </a:custGeom>
            <a:solidFill>
              <a:srgbClr val="42464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2173;p46">
              <a:extLst>
                <a:ext uri="{FF2B5EF4-FFF2-40B4-BE49-F238E27FC236}">
                  <a16:creationId xmlns:a16="http://schemas.microsoft.com/office/drawing/2014/main" id="{F1D54E16-75AA-D59F-B67F-BE197449404B}"/>
                </a:ext>
              </a:extLst>
            </p:cNvPr>
            <p:cNvSpPr/>
            <p:nvPr/>
          </p:nvSpPr>
          <p:spPr>
            <a:xfrm>
              <a:off x="5622886" y="3444586"/>
              <a:ext cx="3358" cy="105"/>
            </a:xfrm>
            <a:custGeom>
              <a:avLst/>
              <a:gdLst/>
              <a:ahLst/>
              <a:cxnLst/>
              <a:rect l="l" t="t" r="r" b="b"/>
              <a:pathLst>
                <a:path w="32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31" y="1"/>
                  </a:lnTo>
                  <a:lnTo>
                    <a:pt x="3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2174;p46">
              <a:extLst>
                <a:ext uri="{FF2B5EF4-FFF2-40B4-BE49-F238E27FC236}">
                  <a16:creationId xmlns:a16="http://schemas.microsoft.com/office/drawing/2014/main" id="{3D694845-1D28-54E6-191C-B34E5343FB79}"/>
                </a:ext>
              </a:extLst>
            </p:cNvPr>
            <p:cNvSpPr/>
            <p:nvPr/>
          </p:nvSpPr>
          <p:spPr>
            <a:xfrm>
              <a:off x="5622886" y="3444586"/>
              <a:ext cx="105" cy="10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2175;p46">
              <a:extLst>
                <a:ext uri="{FF2B5EF4-FFF2-40B4-BE49-F238E27FC236}">
                  <a16:creationId xmlns:a16="http://schemas.microsoft.com/office/drawing/2014/main" id="{3DD9CCD3-0BE3-2541-7155-A5BF3D8553E9}"/>
                </a:ext>
              </a:extLst>
            </p:cNvPr>
            <p:cNvSpPr/>
            <p:nvPr/>
          </p:nvSpPr>
          <p:spPr>
            <a:xfrm>
              <a:off x="5622886" y="3444586"/>
              <a:ext cx="105" cy="10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2176;p46">
              <a:extLst>
                <a:ext uri="{FF2B5EF4-FFF2-40B4-BE49-F238E27FC236}">
                  <a16:creationId xmlns:a16="http://schemas.microsoft.com/office/drawing/2014/main" id="{690EC63B-B970-C9EC-CB46-5CF9133EEA3C}"/>
                </a:ext>
              </a:extLst>
            </p:cNvPr>
            <p:cNvSpPr/>
            <p:nvPr/>
          </p:nvSpPr>
          <p:spPr>
            <a:xfrm>
              <a:off x="5622886" y="3444586"/>
              <a:ext cx="105" cy="10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2177;p46">
              <a:extLst>
                <a:ext uri="{FF2B5EF4-FFF2-40B4-BE49-F238E27FC236}">
                  <a16:creationId xmlns:a16="http://schemas.microsoft.com/office/drawing/2014/main" id="{231BE00C-3419-64AE-FB7E-B82416A052FA}"/>
                </a:ext>
              </a:extLst>
            </p:cNvPr>
            <p:cNvSpPr/>
            <p:nvPr/>
          </p:nvSpPr>
          <p:spPr>
            <a:xfrm>
              <a:off x="5622886" y="3444586"/>
              <a:ext cx="105" cy="10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2178;p46">
              <a:extLst>
                <a:ext uri="{FF2B5EF4-FFF2-40B4-BE49-F238E27FC236}">
                  <a16:creationId xmlns:a16="http://schemas.microsoft.com/office/drawing/2014/main" id="{378E7614-AE48-99E3-258E-53C27CD552AD}"/>
                </a:ext>
              </a:extLst>
            </p:cNvPr>
            <p:cNvSpPr/>
            <p:nvPr/>
          </p:nvSpPr>
          <p:spPr>
            <a:xfrm>
              <a:off x="5619633" y="3444586"/>
              <a:ext cx="3358" cy="105"/>
            </a:xfrm>
            <a:custGeom>
              <a:avLst/>
              <a:gdLst/>
              <a:ahLst/>
              <a:cxnLst/>
              <a:rect l="l" t="t" r="r" b="b"/>
              <a:pathLst>
                <a:path w="32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32" y="1"/>
                  </a:lnTo>
                  <a:lnTo>
                    <a:pt x="32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2179;p46">
              <a:extLst>
                <a:ext uri="{FF2B5EF4-FFF2-40B4-BE49-F238E27FC236}">
                  <a16:creationId xmlns:a16="http://schemas.microsoft.com/office/drawing/2014/main" id="{F0D834F0-81E4-E62D-1421-3DE78AF5D271}"/>
                </a:ext>
              </a:extLst>
            </p:cNvPr>
            <p:cNvSpPr/>
            <p:nvPr/>
          </p:nvSpPr>
          <p:spPr>
            <a:xfrm>
              <a:off x="5619633" y="3444586"/>
              <a:ext cx="105" cy="10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2180;p46">
              <a:extLst>
                <a:ext uri="{FF2B5EF4-FFF2-40B4-BE49-F238E27FC236}">
                  <a16:creationId xmlns:a16="http://schemas.microsoft.com/office/drawing/2014/main" id="{3A669A49-101D-11F3-2B71-BB6BEF2DC25B}"/>
                </a:ext>
              </a:extLst>
            </p:cNvPr>
            <p:cNvSpPr/>
            <p:nvPr/>
          </p:nvSpPr>
          <p:spPr>
            <a:xfrm>
              <a:off x="5677762" y="3389815"/>
              <a:ext cx="105" cy="3358"/>
            </a:xfrm>
            <a:custGeom>
              <a:avLst/>
              <a:gdLst/>
              <a:ahLst/>
              <a:cxnLst/>
              <a:rect l="l" t="t" r="r" b="b"/>
              <a:pathLst>
                <a:path w="1" h="32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31"/>
                  </a:lnTo>
                  <a:lnTo>
                    <a:pt x="0" y="31"/>
                  </a:lnTo>
                  <a:lnTo>
                    <a:pt x="0" y="3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2181;p46">
              <a:extLst>
                <a:ext uri="{FF2B5EF4-FFF2-40B4-BE49-F238E27FC236}">
                  <a16:creationId xmlns:a16="http://schemas.microsoft.com/office/drawing/2014/main" id="{04388D50-F68D-110B-128A-541A6352B9C3}"/>
                </a:ext>
              </a:extLst>
            </p:cNvPr>
            <p:cNvSpPr/>
            <p:nvPr/>
          </p:nvSpPr>
          <p:spPr>
            <a:xfrm>
              <a:off x="5677762" y="3389815"/>
              <a:ext cx="105" cy="10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2182;p46">
              <a:extLst>
                <a:ext uri="{FF2B5EF4-FFF2-40B4-BE49-F238E27FC236}">
                  <a16:creationId xmlns:a16="http://schemas.microsoft.com/office/drawing/2014/main" id="{2532D8D0-264C-C466-0EEA-CB675C5214E1}"/>
                </a:ext>
              </a:extLst>
            </p:cNvPr>
            <p:cNvSpPr/>
            <p:nvPr/>
          </p:nvSpPr>
          <p:spPr>
            <a:xfrm>
              <a:off x="5677762" y="3389815"/>
              <a:ext cx="105" cy="10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2183;p46">
              <a:extLst>
                <a:ext uri="{FF2B5EF4-FFF2-40B4-BE49-F238E27FC236}">
                  <a16:creationId xmlns:a16="http://schemas.microsoft.com/office/drawing/2014/main" id="{1916D8F2-7527-0334-AF17-139AECFD5A43}"/>
                </a:ext>
              </a:extLst>
            </p:cNvPr>
            <p:cNvSpPr/>
            <p:nvPr/>
          </p:nvSpPr>
          <p:spPr>
            <a:xfrm>
              <a:off x="5677762" y="3389815"/>
              <a:ext cx="105" cy="10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2184;p46">
              <a:extLst>
                <a:ext uri="{FF2B5EF4-FFF2-40B4-BE49-F238E27FC236}">
                  <a16:creationId xmlns:a16="http://schemas.microsoft.com/office/drawing/2014/main" id="{BE893300-83C1-ABAC-2591-62325B850FC1}"/>
                </a:ext>
              </a:extLst>
            </p:cNvPr>
            <p:cNvSpPr/>
            <p:nvPr/>
          </p:nvSpPr>
          <p:spPr>
            <a:xfrm>
              <a:off x="5677762" y="3386563"/>
              <a:ext cx="105" cy="3358"/>
            </a:xfrm>
            <a:custGeom>
              <a:avLst/>
              <a:gdLst/>
              <a:ahLst/>
              <a:cxnLst/>
              <a:rect l="l" t="t" r="r" b="b"/>
              <a:pathLst>
                <a:path w="1" h="32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32"/>
                  </a:lnTo>
                  <a:lnTo>
                    <a:pt x="0" y="32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2185;p46">
              <a:extLst>
                <a:ext uri="{FF2B5EF4-FFF2-40B4-BE49-F238E27FC236}">
                  <a16:creationId xmlns:a16="http://schemas.microsoft.com/office/drawing/2014/main" id="{254FA848-F4AB-B586-D882-57D9A8A6E9F1}"/>
                </a:ext>
              </a:extLst>
            </p:cNvPr>
            <p:cNvSpPr/>
            <p:nvPr/>
          </p:nvSpPr>
          <p:spPr>
            <a:xfrm>
              <a:off x="5577768" y="3354351"/>
              <a:ext cx="100098" cy="90340"/>
            </a:xfrm>
            <a:custGeom>
              <a:avLst/>
              <a:gdLst/>
              <a:ahLst/>
              <a:cxnLst/>
              <a:rect l="l" t="t" r="r" b="b"/>
              <a:pathLst>
                <a:path w="954" h="861" extrusionOk="0">
                  <a:moveTo>
                    <a:pt x="830" y="1"/>
                  </a:moveTo>
                  <a:lnTo>
                    <a:pt x="892" y="123"/>
                  </a:lnTo>
                  <a:lnTo>
                    <a:pt x="892" y="277"/>
                  </a:lnTo>
                  <a:lnTo>
                    <a:pt x="892" y="369"/>
                  </a:lnTo>
                  <a:lnTo>
                    <a:pt x="861" y="461"/>
                  </a:lnTo>
                  <a:lnTo>
                    <a:pt x="799" y="554"/>
                  </a:lnTo>
                  <a:lnTo>
                    <a:pt x="738" y="646"/>
                  </a:lnTo>
                  <a:lnTo>
                    <a:pt x="676" y="707"/>
                  </a:lnTo>
                  <a:lnTo>
                    <a:pt x="584" y="738"/>
                  </a:lnTo>
                  <a:lnTo>
                    <a:pt x="492" y="769"/>
                  </a:lnTo>
                  <a:lnTo>
                    <a:pt x="400" y="799"/>
                  </a:lnTo>
                  <a:lnTo>
                    <a:pt x="277" y="769"/>
                  </a:lnTo>
                  <a:lnTo>
                    <a:pt x="185" y="738"/>
                  </a:lnTo>
                  <a:lnTo>
                    <a:pt x="93" y="677"/>
                  </a:lnTo>
                  <a:lnTo>
                    <a:pt x="1" y="615"/>
                  </a:lnTo>
                  <a:lnTo>
                    <a:pt x="93" y="707"/>
                  </a:lnTo>
                  <a:lnTo>
                    <a:pt x="185" y="799"/>
                  </a:lnTo>
                  <a:lnTo>
                    <a:pt x="277" y="830"/>
                  </a:lnTo>
                  <a:lnTo>
                    <a:pt x="400" y="861"/>
                  </a:lnTo>
                  <a:lnTo>
                    <a:pt x="554" y="861"/>
                  </a:lnTo>
                  <a:lnTo>
                    <a:pt x="646" y="830"/>
                  </a:lnTo>
                  <a:lnTo>
                    <a:pt x="738" y="769"/>
                  </a:lnTo>
                  <a:lnTo>
                    <a:pt x="799" y="707"/>
                  </a:lnTo>
                  <a:lnTo>
                    <a:pt x="861" y="646"/>
                  </a:lnTo>
                  <a:lnTo>
                    <a:pt x="922" y="554"/>
                  </a:lnTo>
                  <a:lnTo>
                    <a:pt x="953" y="461"/>
                  </a:lnTo>
                  <a:lnTo>
                    <a:pt x="953" y="369"/>
                  </a:lnTo>
                  <a:lnTo>
                    <a:pt x="953" y="339"/>
                  </a:lnTo>
                  <a:lnTo>
                    <a:pt x="953" y="308"/>
                  </a:lnTo>
                  <a:lnTo>
                    <a:pt x="922" y="154"/>
                  </a:lnTo>
                  <a:lnTo>
                    <a:pt x="830" y="1"/>
                  </a:lnTo>
                  <a:close/>
                </a:path>
              </a:pathLst>
            </a:custGeom>
            <a:solidFill>
              <a:srgbClr val="1C1F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2186;p46">
              <a:extLst>
                <a:ext uri="{FF2B5EF4-FFF2-40B4-BE49-F238E27FC236}">
                  <a16:creationId xmlns:a16="http://schemas.microsoft.com/office/drawing/2014/main" id="{1A95CED4-D2F5-39B4-32C6-58CFE5C69B01}"/>
                </a:ext>
              </a:extLst>
            </p:cNvPr>
            <p:cNvSpPr/>
            <p:nvPr/>
          </p:nvSpPr>
          <p:spPr>
            <a:xfrm>
              <a:off x="5577768" y="3354351"/>
              <a:ext cx="100098" cy="90340"/>
            </a:xfrm>
            <a:custGeom>
              <a:avLst/>
              <a:gdLst/>
              <a:ahLst/>
              <a:cxnLst/>
              <a:rect l="l" t="t" r="r" b="b"/>
              <a:pathLst>
                <a:path w="954" h="861" fill="none" extrusionOk="0">
                  <a:moveTo>
                    <a:pt x="830" y="1"/>
                  </a:moveTo>
                  <a:lnTo>
                    <a:pt x="830" y="1"/>
                  </a:lnTo>
                  <a:lnTo>
                    <a:pt x="892" y="123"/>
                  </a:lnTo>
                  <a:lnTo>
                    <a:pt x="892" y="277"/>
                  </a:lnTo>
                  <a:lnTo>
                    <a:pt x="892" y="277"/>
                  </a:lnTo>
                  <a:lnTo>
                    <a:pt x="892" y="369"/>
                  </a:lnTo>
                  <a:lnTo>
                    <a:pt x="861" y="461"/>
                  </a:lnTo>
                  <a:lnTo>
                    <a:pt x="799" y="554"/>
                  </a:lnTo>
                  <a:lnTo>
                    <a:pt x="738" y="646"/>
                  </a:lnTo>
                  <a:lnTo>
                    <a:pt x="676" y="707"/>
                  </a:lnTo>
                  <a:lnTo>
                    <a:pt x="584" y="738"/>
                  </a:lnTo>
                  <a:lnTo>
                    <a:pt x="492" y="769"/>
                  </a:lnTo>
                  <a:lnTo>
                    <a:pt x="400" y="799"/>
                  </a:lnTo>
                  <a:lnTo>
                    <a:pt x="400" y="799"/>
                  </a:lnTo>
                  <a:lnTo>
                    <a:pt x="277" y="769"/>
                  </a:lnTo>
                  <a:lnTo>
                    <a:pt x="185" y="738"/>
                  </a:lnTo>
                  <a:lnTo>
                    <a:pt x="93" y="677"/>
                  </a:lnTo>
                  <a:lnTo>
                    <a:pt x="1" y="615"/>
                  </a:lnTo>
                  <a:lnTo>
                    <a:pt x="1" y="615"/>
                  </a:lnTo>
                  <a:lnTo>
                    <a:pt x="93" y="707"/>
                  </a:lnTo>
                  <a:lnTo>
                    <a:pt x="185" y="799"/>
                  </a:lnTo>
                  <a:lnTo>
                    <a:pt x="277" y="830"/>
                  </a:lnTo>
                  <a:lnTo>
                    <a:pt x="400" y="861"/>
                  </a:lnTo>
                  <a:lnTo>
                    <a:pt x="400" y="861"/>
                  </a:lnTo>
                  <a:lnTo>
                    <a:pt x="400" y="861"/>
                  </a:lnTo>
                  <a:lnTo>
                    <a:pt x="400" y="861"/>
                  </a:lnTo>
                  <a:lnTo>
                    <a:pt x="400" y="861"/>
                  </a:lnTo>
                  <a:lnTo>
                    <a:pt x="400" y="861"/>
                  </a:lnTo>
                  <a:lnTo>
                    <a:pt x="431" y="861"/>
                  </a:lnTo>
                  <a:lnTo>
                    <a:pt x="431" y="861"/>
                  </a:lnTo>
                  <a:lnTo>
                    <a:pt x="431" y="861"/>
                  </a:lnTo>
                  <a:lnTo>
                    <a:pt x="431" y="861"/>
                  </a:lnTo>
                  <a:lnTo>
                    <a:pt x="431" y="861"/>
                  </a:lnTo>
                  <a:lnTo>
                    <a:pt x="431" y="861"/>
                  </a:lnTo>
                  <a:lnTo>
                    <a:pt x="431" y="861"/>
                  </a:lnTo>
                  <a:lnTo>
                    <a:pt x="431" y="861"/>
                  </a:lnTo>
                  <a:lnTo>
                    <a:pt x="431" y="861"/>
                  </a:lnTo>
                  <a:lnTo>
                    <a:pt x="431" y="861"/>
                  </a:lnTo>
                  <a:lnTo>
                    <a:pt x="431" y="861"/>
                  </a:lnTo>
                  <a:lnTo>
                    <a:pt x="431" y="861"/>
                  </a:lnTo>
                  <a:lnTo>
                    <a:pt x="431" y="861"/>
                  </a:lnTo>
                  <a:lnTo>
                    <a:pt x="431" y="861"/>
                  </a:lnTo>
                  <a:lnTo>
                    <a:pt x="431" y="861"/>
                  </a:lnTo>
                  <a:lnTo>
                    <a:pt x="431" y="861"/>
                  </a:lnTo>
                  <a:lnTo>
                    <a:pt x="431" y="861"/>
                  </a:lnTo>
                  <a:lnTo>
                    <a:pt x="431" y="861"/>
                  </a:lnTo>
                  <a:lnTo>
                    <a:pt x="431" y="861"/>
                  </a:lnTo>
                  <a:lnTo>
                    <a:pt x="431" y="861"/>
                  </a:lnTo>
                  <a:lnTo>
                    <a:pt x="461" y="861"/>
                  </a:lnTo>
                  <a:lnTo>
                    <a:pt x="461" y="861"/>
                  </a:lnTo>
                  <a:lnTo>
                    <a:pt x="461" y="861"/>
                  </a:lnTo>
                  <a:lnTo>
                    <a:pt x="554" y="861"/>
                  </a:lnTo>
                  <a:lnTo>
                    <a:pt x="646" y="830"/>
                  </a:lnTo>
                  <a:lnTo>
                    <a:pt x="738" y="769"/>
                  </a:lnTo>
                  <a:lnTo>
                    <a:pt x="799" y="707"/>
                  </a:lnTo>
                  <a:lnTo>
                    <a:pt x="861" y="646"/>
                  </a:lnTo>
                  <a:lnTo>
                    <a:pt x="922" y="554"/>
                  </a:lnTo>
                  <a:lnTo>
                    <a:pt x="953" y="461"/>
                  </a:lnTo>
                  <a:lnTo>
                    <a:pt x="953" y="369"/>
                  </a:lnTo>
                  <a:lnTo>
                    <a:pt x="953" y="369"/>
                  </a:lnTo>
                  <a:lnTo>
                    <a:pt x="953" y="339"/>
                  </a:lnTo>
                  <a:lnTo>
                    <a:pt x="953" y="339"/>
                  </a:lnTo>
                  <a:lnTo>
                    <a:pt x="953" y="339"/>
                  </a:lnTo>
                  <a:lnTo>
                    <a:pt x="953" y="339"/>
                  </a:lnTo>
                  <a:lnTo>
                    <a:pt x="953" y="339"/>
                  </a:lnTo>
                  <a:lnTo>
                    <a:pt x="953" y="339"/>
                  </a:lnTo>
                  <a:lnTo>
                    <a:pt x="953" y="339"/>
                  </a:lnTo>
                  <a:lnTo>
                    <a:pt x="953" y="339"/>
                  </a:lnTo>
                  <a:lnTo>
                    <a:pt x="953" y="339"/>
                  </a:lnTo>
                  <a:lnTo>
                    <a:pt x="953" y="339"/>
                  </a:lnTo>
                  <a:lnTo>
                    <a:pt x="953" y="339"/>
                  </a:lnTo>
                  <a:lnTo>
                    <a:pt x="953" y="339"/>
                  </a:lnTo>
                  <a:lnTo>
                    <a:pt x="953" y="339"/>
                  </a:lnTo>
                  <a:lnTo>
                    <a:pt x="953" y="339"/>
                  </a:lnTo>
                  <a:lnTo>
                    <a:pt x="953" y="339"/>
                  </a:lnTo>
                  <a:lnTo>
                    <a:pt x="953" y="339"/>
                  </a:lnTo>
                  <a:lnTo>
                    <a:pt x="953" y="308"/>
                  </a:lnTo>
                  <a:lnTo>
                    <a:pt x="953" y="308"/>
                  </a:lnTo>
                  <a:lnTo>
                    <a:pt x="922" y="154"/>
                  </a:lnTo>
                  <a:lnTo>
                    <a:pt x="83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2187;p46">
              <a:extLst>
                <a:ext uri="{FF2B5EF4-FFF2-40B4-BE49-F238E27FC236}">
                  <a16:creationId xmlns:a16="http://schemas.microsoft.com/office/drawing/2014/main" id="{3CD84871-C6C8-FAFC-224A-4CBD4D38AB90}"/>
                </a:ext>
              </a:extLst>
            </p:cNvPr>
            <p:cNvSpPr/>
            <p:nvPr/>
          </p:nvSpPr>
          <p:spPr>
            <a:xfrm>
              <a:off x="5590673" y="3357603"/>
              <a:ext cx="67782" cy="67782"/>
            </a:xfrm>
            <a:custGeom>
              <a:avLst/>
              <a:gdLst/>
              <a:ahLst/>
              <a:cxnLst/>
              <a:rect l="l" t="t" r="r" b="b"/>
              <a:pathLst>
                <a:path w="646" h="646" extrusionOk="0">
                  <a:moveTo>
                    <a:pt x="338" y="0"/>
                  </a:moveTo>
                  <a:lnTo>
                    <a:pt x="185" y="31"/>
                  </a:lnTo>
                  <a:lnTo>
                    <a:pt x="93" y="92"/>
                  </a:lnTo>
                  <a:lnTo>
                    <a:pt x="31" y="185"/>
                  </a:lnTo>
                  <a:lnTo>
                    <a:pt x="0" y="338"/>
                  </a:lnTo>
                  <a:lnTo>
                    <a:pt x="31" y="461"/>
                  </a:lnTo>
                  <a:lnTo>
                    <a:pt x="93" y="553"/>
                  </a:lnTo>
                  <a:lnTo>
                    <a:pt x="185" y="615"/>
                  </a:lnTo>
                  <a:lnTo>
                    <a:pt x="338" y="646"/>
                  </a:lnTo>
                  <a:lnTo>
                    <a:pt x="461" y="615"/>
                  </a:lnTo>
                  <a:lnTo>
                    <a:pt x="553" y="553"/>
                  </a:lnTo>
                  <a:lnTo>
                    <a:pt x="646" y="461"/>
                  </a:lnTo>
                  <a:lnTo>
                    <a:pt x="646" y="338"/>
                  </a:lnTo>
                  <a:lnTo>
                    <a:pt x="646" y="185"/>
                  </a:lnTo>
                  <a:lnTo>
                    <a:pt x="553" y="92"/>
                  </a:lnTo>
                  <a:lnTo>
                    <a:pt x="461" y="31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rgbClr val="1719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2188;p46">
              <a:extLst>
                <a:ext uri="{FF2B5EF4-FFF2-40B4-BE49-F238E27FC236}">
                  <a16:creationId xmlns:a16="http://schemas.microsoft.com/office/drawing/2014/main" id="{FF7412C6-A3D9-2468-F9CB-AFFC6534C1AD}"/>
                </a:ext>
              </a:extLst>
            </p:cNvPr>
            <p:cNvSpPr/>
            <p:nvPr/>
          </p:nvSpPr>
          <p:spPr>
            <a:xfrm>
              <a:off x="5548703" y="3160974"/>
              <a:ext cx="145216" cy="112899"/>
            </a:xfrm>
            <a:custGeom>
              <a:avLst/>
              <a:gdLst/>
              <a:ahLst/>
              <a:cxnLst/>
              <a:rect l="l" t="t" r="r" b="b"/>
              <a:pathLst>
                <a:path w="1384" h="1076" extrusionOk="0">
                  <a:moveTo>
                    <a:pt x="400" y="0"/>
                  </a:moveTo>
                  <a:lnTo>
                    <a:pt x="247" y="31"/>
                  </a:lnTo>
                  <a:lnTo>
                    <a:pt x="124" y="123"/>
                  </a:lnTo>
                  <a:lnTo>
                    <a:pt x="32" y="246"/>
                  </a:lnTo>
                  <a:lnTo>
                    <a:pt x="1" y="399"/>
                  </a:lnTo>
                  <a:lnTo>
                    <a:pt x="1" y="676"/>
                  </a:lnTo>
                  <a:lnTo>
                    <a:pt x="32" y="830"/>
                  </a:lnTo>
                  <a:lnTo>
                    <a:pt x="124" y="953"/>
                  </a:lnTo>
                  <a:lnTo>
                    <a:pt x="247" y="1045"/>
                  </a:lnTo>
                  <a:lnTo>
                    <a:pt x="400" y="1075"/>
                  </a:lnTo>
                  <a:lnTo>
                    <a:pt x="984" y="1075"/>
                  </a:lnTo>
                  <a:lnTo>
                    <a:pt x="1138" y="1045"/>
                  </a:lnTo>
                  <a:lnTo>
                    <a:pt x="1261" y="953"/>
                  </a:lnTo>
                  <a:lnTo>
                    <a:pt x="1353" y="830"/>
                  </a:lnTo>
                  <a:lnTo>
                    <a:pt x="1384" y="676"/>
                  </a:lnTo>
                  <a:lnTo>
                    <a:pt x="1384" y="399"/>
                  </a:lnTo>
                  <a:lnTo>
                    <a:pt x="1353" y="246"/>
                  </a:lnTo>
                  <a:lnTo>
                    <a:pt x="1261" y="123"/>
                  </a:lnTo>
                  <a:lnTo>
                    <a:pt x="1138" y="31"/>
                  </a:lnTo>
                  <a:lnTo>
                    <a:pt x="984" y="0"/>
                  </a:lnTo>
                  <a:close/>
                </a:path>
              </a:pathLst>
            </a:custGeom>
            <a:solidFill>
              <a:srgbClr val="272B3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2189;p46">
              <a:extLst>
                <a:ext uri="{FF2B5EF4-FFF2-40B4-BE49-F238E27FC236}">
                  <a16:creationId xmlns:a16="http://schemas.microsoft.com/office/drawing/2014/main" id="{975B62F5-E3C2-BB9C-4AFD-3377FD4B31F6}"/>
                </a:ext>
              </a:extLst>
            </p:cNvPr>
            <p:cNvSpPr/>
            <p:nvPr/>
          </p:nvSpPr>
          <p:spPr>
            <a:xfrm>
              <a:off x="5570738" y="3187310"/>
              <a:ext cx="103456" cy="58653"/>
            </a:xfrm>
            <a:custGeom>
              <a:avLst/>
              <a:gdLst/>
              <a:ahLst/>
              <a:cxnLst/>
              <a:rect l="l" t="t" r="r" b="b"/>
              <a:pathLst>
                <a:path w="986" h="559" extrusionOk="0">
                  <a:moveTo>
                    <a:pt x="445" y="145"/>
                  </a:moveTo>
                  <a:lnTo>
                    <a:pt x="550" y="548"/>
                  </a:lnTo>
                  <a:lnTo>
                    <a:pt x="628" y="548"/>
                  </a:lnTo>
                  <a:lnTo>
                    <a:pt x="715" y="217"/>
                  </a:lnTo>
                  <a:lnTo>
                    <a:pt x="802" y="548"/>
                  </a:lnTo>
                  <a:lnTo>
                    <a:pt x="880" y="548"/>
                  </a:lnTo>
                  <a:lnTo>
                    <a:pt x="986" y="145"/>
                  </a:lnTo>
                  <a:lnTo>
                    <a:pt x="920" y="145"/>
                  </a:lnTo>
                  <a:lnTo>
                    <a:pt x="837" y="459"/>
                  </a:lnTo>
                  <a:lnTo>
                    <a:pt x="754" y="145"/>
                  </a:lnTo>
                  <a:lnTo>
                    <a:pt x="676" y="145"/>
                  </a:lnTo>
                  <a:lnTo>
                    <a:pt x="594" y="459"/>
                  </a:lnTo>
                  <a:lnTo>
                    <a:pt x="511" y="145"/>
                  </a:lnTo>
                  <a:close/>
                  <a:moveTo>
                    <a:pt x="163" y="1"/>
                  </a:moveTo>
                  <a:cubicBezTo>
                    <a:pt x="141" y="1"/>
                    <a:pt x="119" y="3"/>
                    <a:pt x="95" y="6"/>
                  </a:cubicBezTo>
                  <a:cubicBezTo>
                    <a:pt x="70" y="10"/>
                    <a:pt x="45" y="16"/>
                    <a:pt x="17" y="24"/>
                  </a:cubicBezTo>
                  <a:lnTo>
                    <a:pt x="17" y="88"/>
                  </a:lnTo>
                  <a:cubicBezTo>
                    <a:pt x="44" y="79"/>
                    <a:pt x="69" y="73"/>
                    <a:pt x="92" y="68"/>
                  </a:cubicBezTo>
                  <a:cubicBezTo>
                    <a:pt x="115" y="64"/>
                    <a:pt x="136" y="62"/>
                    <a:pt x="156" y="62"/>
                  </a:cubicBezTo>
                  <a:cubicBezTo>
                    <a:pt x="193" y="62"/>
                    <a:pt x="221" y="69"/>
                    <a:pt x="240" y="84"/>
                  </a:cubicBezTo>
                  <a:cubicBezTo>
                    <a:pt x="260" y="99"/>
                    <a:pt x="270" y="120"/>
                    <a:pt x="270" y="148"/>
                  </a:cubicBezTo>
                  <a:cubicBezTo>
                    <a:pt x="270" y="174"/>
                    <a:pt x="260" y="195"/>
                    <a:pt x="241" y="209"/>
                  </a:cubicBezTo>
                  <a:cubicBezTo>
                    <a:pt x="222" y="224"/>
                    <a:pt x="195" y="231"/>
                    <a:pt x="159" y="231"/>
                  </a:cubicBezTo>
                  <a:lnTo>
                    <a:pt x="94" y="231"/>
                  </a:lnTo>
                  <a:lnTo>
                    <a:pt x="94" y="290"/>
                  </a:lnTo>
                  <a:lnTo>
                    <a:pt x="156" y="290"/>
                  </a:lnTo>
                  <a:cubicBezTo>
                    <a:pt x="196" y="290"/>
                    <a:pt x="227" y="299"/>
                    <a:pt x="249" y="317"/>
                  </a:cubicBezTo>
                  <a:cubicBezTo>
                    <a:pt x="271" y="335"/>
                    <a:pt x="282" y="360"/>
                    <a:pt x="282" y="392"/>
                  </a:cubicBezTo>
                  <a:cubicBezTo>
                    <a:pt x="282" y="426"/>
                    <a:pt x="270" y="452"/>
                    <a:pt x="247" y="470"/>
                  </a:cubicBezTo>
                  <a:cubicBezTo>
                    <a:pt x="223" y="488"/>
                    <a:pt x="188" y="497"/>
                    <a:pt x="142" y="497"/>
                  </a:cubicBezTo>
                  <a:cubicBezTo>
                    <a:pt x="116" y="497"/>
                    <a:pt x="91" y="494"/>
                    <a:pt x="67" y="488"/>
                  </a:cubicBezTo>
                  <a:cubicBezTo>
                    <a:pt x="43" y="482"/>
                    <a:pt x="21" y="473"/>
                    <a:pt x="1" y="461"/>
                  </a:cubicBezTo>
                  <a:lnTo>
                    <a:pt x="1" y="532"/>
                  </a:lnTo>
                  <a:cubicBezTo>
                    <a:pt x="26" y="541"/>
                    <a:pt x="51" y="547"/>
                    <a:pt x="75" y="552"/>
                  </a:cubicBezTo>
                  <a:cubicBezTo>
                    <a:pt x="99" y="556"/>
                    <a:pt x="122" y="558"/>
                    <a:pt x="144" y="558"/>
                  </a:cubicBezTo>
                  <a:cubicBezTo>
                    <a:pt x="212" y="558"/>
                    <a:pt x="264" y="544"/>
                    <a:pt x="300" y="515"/>
                  </a:cubicBezTo>
                  <a:cubicBezTo>
                    <a:pt x="336" y="486"/>
                    <a:pt x="355" y="445"/>
                    <a:pt x="355" y="392"/>
                  </a:cubicBezTo>
                  <a:cubicBezTo>
                    <a:pt x="355" y="357"/>
                    <a:pt x="345" y="328"/>
                    <a:pt x="325" y="305"/>
                  </a:cubicBezTo>
                  <a:cubicBezTo>
                    <a:pt x="306" y="281"/>
                    <a:pt x="279" y="265"/>
                    <a:pt x="244" y="258"/>
                  </a:cubicBezTo>
                  <a:cubicBezTo>
                    <a:pt x="275" y="250"/>
                    <a:pt x="300" y="236"/>
                    <a:pt x="317" y="215"/>
                  </a:cubicBezTo>
                  <a:cubicBezTo>
                    <a:pt x="334" y="195"/>
                    <a:pt x="342" y="170"/>
                    <a:pt x="342" y="140"/>
                  </a:cubicBezTo>
                  <a:cubicBezTo>
                    <a:pt x="342" y="97"/>
                    <a:pt x="326" y="63"/>
                    <a:pt x="294" y="38"/>
                  </a:cubicBezTo>
                  <a:cubicBezTo>
                    <a:pt x="262" y="13"/>
                    <a:pt x="218" y="1"/>
                    <a:pt x="163" y="1"/>
                  </a:cubicBezTo>
                  <a:close/>
                </a:path>
              </a:pathLst>
            </a:custGeom>
            <a:solidFill>
              <a:srgbClr val="A0A2A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2190;p46">
              <a:extLst>
                <a:ext uri="{FF2B5EF4-FFF2-40B4-BE49-F238E27FC236}">
                  <a16:creationId xmlns:a16="http://schemas.microsoft.com/office/drawing/2014/main" id="{75BB2213-1AC4-D926-1DBD-65A8C1BFA341}"/>
                </a:ext>
              </a:extLst>
            </p:cNvPr>
            <p:cNvSpPr/>
            <p:nvPr/>
          </p:nvSpPr>
          <p:spPr>
            <a:xfrm>
              <a:off x="5203812" y="3596203"/>
              <a:ext cx="818940" cy="116152"/>
            </a:xfrm>
            <a:custGeom>
              <a:avLst/>
              <a:gdLst/>
              <a:ahLst/>
              <a:cxnLst/>
              <a:rect l="l" t="t" r="r" b="b"/>
              <a:pathLst>
                <a:path w="7805" h="1107" extrusionOk="0">
                  <a:moveTo>
                    <a:pt x="0" y="0"/>
                  </a:moveTo>
                  <a:lnTo>
                    <a:pt x="0" y="1106"/>
                  </a:lnTo>
                  <a:lnTo>
                    <a:pt x="7805" y="1106"/>
                  </a:lnTo>
                  <a:lnTo>
                    <a:pt x="7805" y="0"/>
                  </a:lnTo>
                  <a:close/>
                </a:path>
              </a:pathLst>
            </a:custGeom>
            <a:solidFill>
              <a:srgbClr val="3C42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2191;p46">
              <a:extLst>
                <a:ext uri="{FF2B5EF4-FFF2-40B4-BE49-F238E27FC236}">
                  <a16:creationId xmlns:a16="http://schemas.microsoft.com/office/drawing/2014/main" id="{4FE1AA35-1B8E-0E04-445D-E1098BCB3C35}"/>
                </a:ext>
              </a:extLst>
            </p:cNvPr>
            <p:cNvSpPr/>
            <p:nvPr/>
          </p:nvSpPr>
          <p:spPr>
            <a:xfrm>
              <a:off x="5203812" y="3596203"/>
              <a:ext cx="818940" cy="116152"/>
            </a:xfrm>
            <a:custGeom>
              <a:avLst/>
              <a:gdLst/>
              <a:ahLst/>
              <a:cxnLst/>
              <a:rect l="l" t="t" r="r" b="b"/>
              <a:pathLst>
                <a:path w="7805" h="1107" fill="none" extrusionOk="0">
                  <a:moveTo>
                    <a:pt x="7805" y="1106"/>
                  </a:moveTo>
                  <a:lnTo>
                    <a:pt x="0" y="1106"/>
                  </a:lnTo>
                  <a:lnTo>
                    <a:pt x="0" y="0"/>
                  </a:lnTo>
                  <a:lnTo>
                    <a:pt x="7805" y="0"/>
                  </a:lnTo>
                  <a:lnTo>
                    <a:pt x="7805" y="1106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2192;p46">
              <a:extLst>
                <a:ext uri="{FF2B5EF4-FFF2-40B4-BE49-F238E27FC236}">
                  <a16:creationId xmlns:a16="http://schemas.microsoft.com/office/drawing/2014/main" id="{9B538046-940F-1B89-36ED-3357622AB8E0}"/>
                </a:ext>
              </a:extLst>
            </p:cNvPr>
            <p:cNvSpPr/>
            <p:nvPr/>
          </p:nvSpPr>
          <p:spPr>
            <a:xfrm>
              <a:off x="5203812" y="3596203"/>
              <a:ext cx="818940" cy="116152"/>
            </a:xfrm>
            <a:custGeom>
              <a:avLst/>
              <a:gdLst/>
              <a:ahLst/>
              <a:cxnLst/>
              <a:rect l="l" t="t" r="r" b="b"/>
              <a:pathLst>
                <a:path w="7805" h="1107" extrusionOk="0">
                  <a:moveTo>
                    <a:pt x="7497" y="0"/>
                  </a:moveTo>
                  <a:lnTo>
                    <a:pt x="7436" y="154"/>
                  </a:lnTo>
                  <a:lnTo>
                    <a:pt x="7344" y="307"/>
                  </a:lnTo>
                  <a:lnTo>
                    <a:pt x="7221" y="430"/>
                  </a:lnTo>
                  <a:lnTo>
                    <a:pt x="7098" y="553"/>
                  </a:lnTo>
                  <a:lnTo>
                    <a:pt x="6944" y="645"/>
                  </a:lnTo>
                  <a:lnTo>
                    <a:pt x="6791" y="707"/>
                  </a:lnTo>
                  <a:lnTo>
                    <a:pt x="6637" y="768"/>
                  </a:lnTo>
                  <a:lnTo>
                    <a:pt x="0" y="768"/>
                  </a:lnTo>
                  <a:lnTo>
                    <a:pt x="0" y="1106"/>
                  </a:lnTo>
                  <a:lnTo>
                    <a:pt x="7805" y="1106"/>
                  </a:lnTo>
                  <a:lnTo>
                    <a:pt x="7805" y="860"/>
                  </a:lnTo>
                  <a:lnTo>
                    <a:pt x="7805" y="215"/>
                  </a:lnTo>
                  <a:lnTo>
                    <a:pt x="7805" y="0"/>
                  </a:lnTo>
                  <a:close/>
                </a:path>
              </a:pathLst>
            </a:custGeom>
            <a:solidFill>
              <a:srgbClr val="2B303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2193;p46">
              <a:extLst>
                <a:ext uri="{FF2B5EF4-FFF2-40B4-BE49-F238E27FC236}">
                  <a16:creationId xmlns:a16="http://schemas.microsoft.com/office/drawing/2014/main" id="{47D8009C-6170-AB0D-D4E4-E45C0606D487}"/>
                </a:ext>
              </a:extLst>
            </p:cNvPr>
            <p:cNvSpPr/>
            <p:nvPr/>
          </p:nvSpPr>
          <p:spPr>
            <a:xfrm>
              <a:off x="5203812" y="3596203"/>
              <a:ext cx="818940" cy="116152"/>
            </a:xfrm>
            <a:custGeom>
              <a:avLst/>
              <a:gdLst/>
              <a:ahLst/>
              <a:cxnLst/>
              <a:rect l="l" t="t" r="r" b="b"/>
              <a:pathLst>
                <a:path w="7805" h="1107" fill="none" extrusionOk="0">
                  <a:moveTo>
                    <a:pt x="7805" y="0"/>
                  </a:moveTo>
                  <a:lnTo>
                    <a:pt x="7497" y="0"/>
                  </a:lnTo>
                  <a:lnTo>
                    <a:pt x="7497" y="0"/>
                  </a:lnTo>
                  <a:lnTo>
                    <a:pt x="7436" y="154"/>
                  </a:lnTo>
                  <a:lnTo>
                    <a:pt x="7344" y="307"/>
                  </a:lnTo>
                  <a:lnTo>
                    <a:pt x="7221" y="430"/>
                  </a:lnTo>
                  <a:lnTo>
                    <a:pt x="7098" y="553"/>
                  </a:lnTo>
                  <a:lnTo>
                    <a:pt x="6944" y="645"/>
                  </a:lnTo>
                  <a:lnTo>
                    <a:pt x="6791" y="707"/>
                  </a:lnTo>
                  <a:lnTo>
                    <a:pt x="6637" y="768"/>
                  </a:lnTo>
                  <a:lnTo>
                    <a:pt x="6453" y="768"/>
                  </a:lnTo>
                  <a:lnTo>
                    <a:pt x="0" y="768"/>
                  </a:lnTo>
                  <a:lnTo>
                    <a:pt x="0" y="1106"/>
                  </a:lnTo>
                  <a:lnTo>
                    <a:pt x="7805" y="1106"/>
                  </a:lnTo>
                  <a:lnTo>
                    <a:pt x="7805" y="860"/>
                  </a:lnTo>
                  <a:lnTo>
                    <a:pt x="7805" y="215"/>
                  </a:lnTo>
                  <a:lnTo>
                    <a:pt x="7805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2194;p46">
              <a:extLst>
                <a:ext uri="{FF2B5EF4-FFF2-40B4-BE49-F238E27FC236}">
                  <a16:creationId xmlns:a16="http://schemas.microsoft.com/office/drawing/2014/main" id="{85CE2C87-B7A5-092B-8C0D-CD409ED73AEC}"/>
                </a:ext>
              </a:extLst>
            </p:cNvPr>
            <p:cNvSpPr/>
            <p:nvPr/>
          </p:nvSpPr>
          <p:spPr>
            <a:xfrm>
              <a:off x="5071605" y="3328539"/>
              <a:ext cx="561034" cy="158122"/>
            </a:xfrm>
            <a:custGeom>
              <a:avLst/>
              <a:gdLst/>
              <a:ahLst/>
              <a:cxnLst/>
              <a:rect l="l" t="t" r="r" b="b"/>
              <a:pathLst>
                <a:path w="5347" h="1507" extrusionOk="0">
                  <a:moveTo>
                    <a:pt x="4425" y="1"/>
                  </a:moveTo>
                  <a:lnTo>
                    <a:pt x="4271" y="32"/>
                  </a:lnTo>
                  <a:lnTo>
                    <a:pt x="4118" y="62"/>
                  </a:lnTo>
                  <a:lnTo>
                    <a:pt x="3964" y="93"/>
                  </a:lnTo>
                  <a:lnTo>
                    <a:pt x="3811" y="185"/>
                  </a:lnTo>
                  <a:lnTo>
                    <a:pt x="3657" y="277"/>
                  </a:lnTo>
                  <a:lnTo>
                    <a:pt x="3473" y="431"/>
                  </a:lnTo>
                  <a:lnTo>
                    <a:pt x="3288" y="585"/>
                  </a:lnTo>
                  <a:lnTo>
                    <a:pt x="3104" y="800"/>
                  </a:lnTo>
                  <a:lnTo>
                    <a:pt x="2827" y="1045"/>
                  </a:lnTo>
                  <a:lnTo>
                    <a:pt x="2551" y="1199"/>
                  </a:lnTo>
                  <a:lnTo>
                    <a:pt x="2305" y="1291"/>
                  </a:lnTo>
                  <a:lnTo>
                    <a:pt x="2028" y="1322"/>
                  </a:lnTo>
                  <a:lnTo>
                    <a:pt x="1844" y="1322"/>
                  </a:lnTo>
                  <a:lnTo>
                    <a:pt x="1690" y="1291"/>
                  </a:lnTo>
                  <a:lnTo>
                    <a:pt x="1322" y="1168"/>
                  </a:lnTo>
                  <a:lnTo>
                    <a:pt x="1015" y="984"/>
                  </a:lnTo>
                  <a:lnTo>
                    <a:pt x="738" y="800"/>
                  </a:lnTo>
                  <a:lnTo>
                    <a:pt x="492" y="585"/>
                  </a:lnTo>
                  <a:lnTo>
                    <a:pt x="308" y="400"/>
                  </a:lnTo>
                  <a:lnTo>
                    <a:pt x="185" y="277"/>
                  </a:lnTo>
                  <a:lnTo>
                    <a:pt x="154" y="247"/>
                  </a:lnTo>
                  <a:lnTo>
                    <a:pt x="93" y="216"/>
                  </a:lnTo>
                  <a:lnTo>
                    <a:pt x="31" y="247"/>
                  </a:lnTo>
                  <a:lnTo>
                    <a:pt x="1" y="277"/>
                  </a:lnTo>
                  <a:lnTo>
                    <a:pt x="31" y="339"/>
                  </a:lnTo>
                  <a:lnTo>
                    <a:pt x="185" y="523"/>
                  </a:lnTo>
                  <a:lnTo>
                    <a:pt x="369" y="707"/>
                  </a:lnTo>
                  <a:lnTo>
                    <a:pt x="615" y="923"/>
                  </a:lnTo>
                  <a:lnTo>
                    <a:pt x="922" y="1138"/>
                  </a:lnTo>
                  <a:lnTo>
                    <a:pt x="1260" y="1322"/>
                  </a:lnTo>
                  <a:lnTo>
                    <a:pt x="1445" y="1383"/>
                  </a:lnTo>
                  <a:lnTo>
                    <a:pt x="1629" y="1445"/>
                  </a:lnTo>
                  <a:lnTo>
                    <a:pt x="1844" y="1476"/>
                  </a:lnTo>
                  <a:lnTo>
                    <a:pt x="2028" y="1506"/>
                  </a:lnTo>
                  <a:lnTo>
                    <a:pt x="2336" y="1476"/>
                  </a:lnTo>
                  <a:lnTo>
                    <a:pt x="2489" y="1414"/>
                  </a:lnTo>
                  <a:lnTo>
                    <a:pt x="2643" y="1353"/>
                  </a:lnTo>
                  <a:lnTo>
                    <a:pt x="2797" y="1291"/>
                  </a:lnTo>
                  <a:lnTo>
                    <a:pt x="2920" y="1168"/>
                  </a:lnTo>
                  <a:lnTo>
                    <a:pt x="3073" y="1045"/>
                  </a:lnTo>
                  <a:lnTo>
                    <a:pt x="3227" y="892"/>
                  </a:lnTo>
                  <a:lnTo>
                    <a:pt x="3411" y="707"/>
                  </a:lnTo>
                  <a:lnTo>
                    <a:pt x="3565" y="554"/>
                  </a:lnTo>
                  <a:lnTo>
                    <a:pt x="3749" y="431"/>
                  </a:lnTo>
                  <a:lnTo>
                    <a:pt x="3903" y="339"/>
                  </a:lnTo>
                  <a:lnTo>
                    <a:pt x="4026" y="247"/>
                  </a:lnTo>
                  <a:lnTo>
                    <a:pt x="4179" y="216"/>
                  </a:lnTo>
                  <a:lnTo>
                    <a:pt x="4425" y="185"/>
                  </a:lnTo>
                  <a:lnTo>
                    <a:pt x="4609" y="185"/>
                  </a:lnTo>
                  <a:lnTo>
                    <a:pt x="4763" y="247"/>
                  </a:lnTo>
                  <a:lnTo>
                    <a:pt x="4886" y="308"/>
                  </a:lnTo>
                  <a:lnTo>
                    <a:pt x="5009" y="400"/>
                  </a:lnTo>
                  <a:lnTo>
                    <a:pt x="5163" y="554"/>
                  </a:lnTo>
                  <a:lnTo>
                    <a:pt x="5193" y="615"/>
                  </a:lnTo>
                  <a:lnTo>
                    <a:pt x="5255" y="677"/>
                  </a:lnTo>
                  <a:lnTo>
                    <a:pt x="5316" y="646"/>
                  </a:lnTo>
                  <a:lnTo>
                    <a:pt x="5347" y="585"/>
                  </a:lnTo>
                  <a:lnTo>
                    <a:pt x="5347" y="523"/>
                  </a:lnTo>
                  <a:lnTo>
                    <a:pt x="5285" y="462"/>
                  </a:lnTo>
                  <a:lnTo>
                    <a:pt x="5101" y="277"/>
                  </a:lnTo>
                  <a:lnTo>
                    <a:pt x="4978" y="185"/>
                  </a:lnTo>
                  <a:lnTo>
                    <a:pt x="4825" y="93"/>
                  </a:lnTo>
                  <a:lnTo>
                    <a:pt x="4640" y="32"/>
                  </a:lnTo>
                  <a:lnTo>
                    <a:pt x="4425" y="1"/>
                  </a:lnTo>
                  <a:close/>
                </a:path>
              </a:pathLst>
            </a:custGeom>
            <a:solidFill>
              <a:srgbClr val="0A13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2195;p46">
              <a:extLst>
                <a:ext uri="{FF2B5EF4-FFF2-40B4-BE49-F238E27FC236}">
                  <a16:creationId xmlns:a16="http://schemas.microsoft.com/office/drawing/2014/main" id="{2EE7EF80-D9B8-542D-CDCE-109441D33343}"/>
                </a:ext>
              </a:extLst>
            </p:cNvPr>
            <p:cNvSpPr/>
            <p:nvPr/>
          </p:nvSpPr>
          <p:spPr>
            <a:xfrm>
              <a:off x="5429507" y="2715987"/>
              <a:ext cx="393364" cy="280674"/>
            </a:xfrm>
            <a:custGeom>
              <a:avLst/>
              <a:gdLst/>
              <a:ahLst/>
              <a:cxnLst/>
              <a:rect l="l" t="t" r="r" b="b"/>
              <a:pathLst>
                <a:path w="3749" h="2675" extrusionOk="0">
                  <a:moveTo>
                    <a:pt x="492" y="1"/>
                  </a:moveTo>
                  <a:lnTo>
                    <a:pt x="369" y="32"/>
                  </a:lnTo>
                  <a:lnTo>
                    <a:pt x="277" y="62"/>
                  </a:lnTo>
                  <a:lnTo>
                    <a:pt x="215" y="93"/>
                  </a:lnTo>
                  <a:lnTo>
                    <a:pt x="123" y="155"/>
                  </a:lnTo>
                  <a:lnTo>
                    <a:pt x="62" y="247"/>
                  </a:lnTo>
                  <a:lnTo>
                    <a:pt x="31" y="308"/>
                  </a:lnTo>
                  <a:lnTo>
                    <a:pt x="0" y="400"/>
                  </a:lnTo>
                  <a:lnTo>
                    <a:pt x="0" y="523"/>
                  </a:lnTo>
                  <a:lnTo>
                    <a:pt x="0" y="2182"/>
                  </a:lnTo>
                  <a:lnTo>
                    <a:pt x="0" y="2275"/>
                  </a:lnTo>
                  <a:lnTo>
                    <a:pt x="31" y="2367"/>
                  </a:lnTo>
                  <a:lnTo>
                    <a:pt x="62" y="2459"/>
                  </a:lnTo>
                  <a:lnTo>
                    <a:pt x="123" y="2520"/>
                  </a:lnTo>
                  <a:lnTo>
                    <a:pt x="215" y="2582"/>
                  </a:lnTo>
                  <a:lnTo>
                    <a:pt x="277" y="2643"/>
                  </a:lnTo>
                  <a:lnTo>
                    <a:pt x="369" y="2643"/>
                  </a:lnTo>
                  <a:lnTo>
                    <a:pt x="492" y="2674"/>
                  </a:lnTo>
                  <a:lnTo>
                    <a:pt x="3257" y="2674"/>
                  </a:lnTo>
                  <a:lnTo>
                    <a:pt x="3349" y="2643"/>
                  </a:lnTo>
                  <a:lnTo>
                    <a:pt x="3441" y="2643"/>
                  </a:lnTo>
                  <a:lnTo>
                    <a:pt x="3534" y="2582"/>
                  </a:lnTo>
                  <a:lnTo>
                    <a:pt x="3595" y="2520"/>
                  </a:lnTo>
                  <a:lnTo>
                    <a:pt x="3657" y="2459"/>
                  </a:lnTo>
                  <a:lnTo>
                    <a:pt x="3687" y="2367"/>
                  </a:lnTo>
                  <a:lnTo>
                    <a:pt x="3718" y="2275"/>
                  </a:lnTo>
                  <a:lnTo>
                    <a:pt x="3749" y="2182"/>
                  </a:lnTo>
                  <a:lnTo>
                    <a:pt x="3749" y="523"/>
                  </a:lnTo>
                  <a:lnTo>
                    <a:pt x="3718" y="400"/>
                  </a:lnTo>
                  <a:lnTo>
                    <a:pt x="3687" y="308"/>
                  </a:lnTo>
                  <a:lnTo>
                    <a:pt x="3657" y="247"/>
                  </a:lnTo>
                  <a:lnTo>
                    <a:pt x="3595" y="155"/>
                  </a:lnTo>
                  <a:lnTo>
                    <a:pt x="3534" y="93"/>
                  </a:lnTo>
                  <a:lnTo>
                    <a:pt x="3441" y="62"/>
                  </a:lnTo>
                  <a:lnTo>
                    <a:pt x="3349" y="32"/>
                  </a:lnTo>
                  <a:lnTo>
                    <a:pt x="3257" y="1"/>
                  </a:lnTo>
                  <a:close/>
                </a:path>
              </a:pathLst>
            </a:custGeom>
            <a:solidFill>
              <a:srgbClr val="7F83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2196;p46">
              <a:extLst>
                <a:ext uri="{FF2B5EF4-FFF2-40B4-BE49-F238E27FC236}">
                  <a16:creationId xmlns:a16="http://schemas.microsoft.com/office/drawing/2014/main" id="{F9E96F8F-CD84-2409-A27B-56A83FFE562A}"/>
                </a:ext>
              </a:extLst>
            </p:cNvPr>
            <p:cNvSpPr/>
            <p:nvPr/>
          </p:nvSpPr>
          <p:spPr>
            <a:xfrm>
              <a:off x="5445561" y="2728893"/>
              <a:ext cx="358004" cy="254863"/>
            </a:xfrm>
            <a:custGeom>
              <a:avLst/>
              <a:gdLst/>
              <a:ahLst/>
              <a:cxnLst/>
              <a:rect l="l" t="t" r="r" b="b"/>
              <a:pathLst>
                <a:path w="3412" h="2429" extrusionOk="0">
                  <a:moveTo>
                    <a:pt x="462" y="1"/>
                  </a:moveTo>
                  <a:lnTo>
                    <a:pt x="369" y="32"/>
                  </a:lnTo>
                  <a:lnTo>
                    <a:pt x="277" y="32"/>
                  </a:lnTo>
                  <a:lnTo>
                    <a:pt x="124" y="154"/>
                  </a:lnTo>
                  <a:lnTo>
                    <a:pt x="31" y="277"/>
                  </a:lnTo>
                  <a:lnTo>
                    <a:pt x="1" y="369"/>
                  </a:lnTo>
                  <a:lnTo>
                    <a:pt x="1" y="462"/>
                  </a:lnTo>
                  <a:lnTo>
                    <a:pt x="1" y="1967"/>
                  </a:lnTo>
                  <a:lnTo>
                    <a:pt x="1" y="2059"/>
                  </a:lnTo>
                  <a:lnTo>
                    <a:pt x="31" y="2152"/>
                  </a:lnTo>
                  <a:lnTo>
                    <a:pt x="124" y="2305"/>
                  </a:lnTo>
                  <a:lnTo>
                    <a:pt x="277" y="2397"/>
                  </a:lnTo>
                  <a:lnTo>
                    <a:pt x="369" y="2428"/>
                  </a:lnTo>
                  <a:lnTo>
                    <a:pt x="3073" y="2428"/>
                  </a:lnTo>
                  <a:lnTo>
                    <a:pt x="3135" y="2397"/>
                  </a:lnTo>
                  <a:lnTo>
                    <a:pt x="3288" y="2305"/>
                  </a:lnTo>
                  <a:lnTo>
                    <a:pt x="3381" y="2152"/>
                  </a:lnTo>
                  <a:lnTo>
                    <a:pt x="3411" y="2059"/>
                  </a:lnTo>
                  <a:lnTo>
                    <a:pt x="3411" y="1967"/>
                  </a:lnTo>
                  <a:lnTo>
                    <a:pt x="3411" y="462"/>
                  </a:lnTo>
                  <a:lnTo>
                    <a:pt x="3411" y="369"/>
                  </a:lnTo>
                  <a:lnTo>
                    <a:pt x="3381" y="277"/>
                  </a:lnTo>
                  <a:lnTo>
                    <a:pt x="3288" y="154"/>
                  </a:lnTo>
                  <a:lnTo>
                    <a:pt x="3135" y="32"/>
                  </a:lnTo>
                  <a:lnTo>
                    <a:pt x="3073" y="32"/>
                  </a:lnTo>
                  <a:lnTo>
                    <a:pt x="2981" y="1"/>
                  </a:lnTo>
                  <a:close/>
                </a:path>
              </a:pathLst>
            </a:custGeom>
            <a:solidFill>
              <a:srgbClr val="101E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2197;p46">
              <a:extLst>
                <a:ext uri="{FF2B5EF4-FFF2-40B4-BE49-F238E27FC236}">
                  <a16:creationId xmlns:a16="http://schemas.microsoft.com/office/drawing/2014/main" id="{7FFACC6D-0871-EE0E-4C11-9C2A2208576A}"/>
                </a:ext>
              </a:extLst>
            </p:cNvPr>
            <p:cNvSpPr/>
            <p:nvPr/>
          </p:nvSpPr>
          <p:spPr>
            <a:xfrm>
              <a:off x="5484279" y="2767610"/>
              <a:ext cx="283822" cy="180681"/>
            </a:xfrm>
            <a:custGeom>
              <a:avLst/>
              <a:gdLst/>
              <a:ahLst/>
              <a:cxnLst/>
              <a:rect l="l" t="t" r="r" b="b"/>
              <a:pathLst>
                <a:path w="2705" h="1722" extrusionOk="0">
                  <a:moveTo>
                    <a:pt x="1967" y="154"/>
                  </a:moveTo>
                  <a:lnTo>
                    <a:pt x="2059" y="246"/>
                  </a:lnTo>
                  <a:lnTo>
                    <a:pt x="2151" y="338"/>
                  </a:lnTo>
                  <a:lnTo>
                    <a:pt x="2182" y="461"/>
                  </a:lnTo>
                  <a:lnTo>
                    <a:pt x="2182" y="554"/>
                  </a:lnTo>
                  <a:lnTo>
                    <a:pt x="2551" y="554"/>
                  </a:lnTo>
                  <a:lnTo>
                    <a:pt x="2551" y="1168"/>
                  </a:lnTo>
                  <a:lnTo>
                    <a:pt x="2182" y="1168"/>
                  </a:lnTo>
                  <a:lnTo>
                    <a:pt x="2182" y="1230"/>
                  </a:lnTo>
                  <a:lnTo>
                    <a:pt x="2151" y="1352"/>
                  </a:lnTo>
                  <a:lnTo>
                    <a:pt x="2059" y="1475"/>
                  </a:lnTo>
                  <a:lnTo>
                    <a:pt x="1967" y="1537"/>
                  </a:lnTo>
                  <a:lnTo>
                    <a:pt x="1844" y="1568"/>
                  </a:lnTo>
                  <a:lnTo>
                    <a:pt x="492" y="1568"/>
                  </a:lnTo>
                  <a:lnTo>
                    <a:pt x="338" y="1537"/>
                  </a:lnTo>
                  <a:lnTo>
                    <a:pt x="246" y="1445"/>
                  </a:lnTo>
                  <a:lnTo>
                    <a:pt x="185" y="1352"/>
                  </a:lnTo>
                  <a:lnTo>
                    <a:pt x="154" y="1230"/>
                  </a:lnTo>
                  <a:lnTo>
                    <a:pt x="154" y="461"/>
                  </a:lnTo>
                  <a:lnTo>
                    <a:pt x="185" y="338"/>
                  </a:lnTo>
                  <a:lnTo>
                    <a:pt x="246" y="246"/>
                  </a:lnTo>
                  <a:lnTo>
                    <a:pt x="338" y="154"/>
                  </a:lnTo>
                  <a:close/>
                  <a:moveTo>
                    <a:pt x="369" y="0"/>
                  </a:moveTo>
                  <a:lnTo>
                    <a:pt x="277" y="31"/>
                  </a:lnTo>
                  <a:lnTo>
                    <a:pt x="123" y="123"/>
                  </a:lnTo>
                  <a:lnTo>
                    <a:pt x="31" y="277"/>
                  </a:lnTo>
                  <a:lnTo>
                    <a:pt x="0" y="369"/>
                  </a:lnTo>
                  <a:lnTo>
                    <a:pt x="0" y="461"/>
                  </a:lnTo>
                  <a:lnTo>
                    <a:pt x="0" y="1230"/>
                  </a:lnTo>
                  <a:lnTo>
                    <a:pt x="0" y="1322"/>
                  </a:lnTo>
                  <a:lnTo>
                    <a:pt x="31" y="1414"/>
                  </a:lnTo>
                  <a:lnTo>
                    <a:pt x="123" y="1568"/>
                  </a:lnTo>
                  <a:lnTo>
                    <a:pt x="277" y="1660"/>
                  </a:lnTo>
                  <a:lnTo>
                    <a:pt x="369" y="1690"/>
                  </a:lnTo>
                  <a:lnTo>
                    <a:pt x="492" y="1721"/>
                  </a:lnTo>
                  <a:lnTo>
                    <a:pt x="1844" y="1721"/>
                  </a:lnTo>
                  <a:lnTo>
                    <a:pt x="1936" y="1690"/>
                  </a:lnTo>
                  <a:lnTo>
                    <a:pt x="2028" y="1660"/>
                  </a:lnTo>
                  <a:lnTo>
                    <a:pt x="2182" y="1568"/>
                  </a:lnTo>
                  <a:lnTo>
                    <a:pt x="2274" y="1414"/>
                  </a:lnTo>
                  <a:lnTo>
                    <a:pt x="2305" y="1322"/>
                  </a:lnTo>
                  <a:lnTo>
                    <a:pt x="2704" y="1322"/>
                  </a:lnTo>
                  <a:lnTo>
                    <a:pt x="2704" y="400"/>
                  </a:lnTo>
                  <a:lnTo>
                    <a:pt x="2315" y="400"/>
                  </a:lnTo>
                  <a:lnTo>
                    <a:pt x="2305" y="369"/>
                  </a:lnTo>
                  <a:lnTo>
                    <a:pt x="2274" y="277"/>
                  </a:lnTo>
                  <a:lnTo>
                    <a:pt x="2182" y="123"/>
                  </a:lnTo>
                  <a:lnTo>
                    <a:pt x="2028" y="31"/>
                  </a:lnTo>
                  <a:lnTo>
                    <a:pt x="1936" y="0"/>
                  </a:lnTo>
                  <a:close/>
                </a:path>
              </a:pathLst>
            </a:custGeom>
            <a:solidFill>
              <a:srgbClr val="0091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2198;p46">
              <a:extLst>
                <a:ext uri="{FF2B5EF4-FFF2-40B4-BE49-F238E27FC236}">
                  <a16:creationId xmlns:a16="http://schemas.microsoft.com/office/drawing/2014/main" id="{E5331DF0-6A09-B440-34B7-49821F01BE68}"/>
                </a:ext>
              </a:extLst>
            </p:cNvPr>
            <p:cNvSpPr/>
            <p:nvPr/>
          </p:nvSpPr>
          <p:spPr>
            <a:xfrm>
              <a:off x="5513343" y="2796674"/>
              <a:ext cx="45223" cy="119300"/>
            </a:xfrm>
            <a:custGeom>
              <a:avLst/>
              <a:gdLst/>
              <a:ahLst/>
              <a:cxnLst/>
              <a:rect l="l" t="t" r="r" b="b"/>
              <a:pathLst>
                <a:path w="431" h="1137" extrusionOk="0">
                  <a:moveTo>
                    <a:pt x="123" y="0"/>
                  </a:moveTo>
                  <a:lnTo>
                    <a:pt x="61" y="61"/>
                  </a:lnTo>
                  <a:lnTo>
                    <a:pt x="0" y="123"/>
                  </a:lnTo>
                  <a:lnTo>
                    <a:pt x="0" y="215"/>
                  </a:lnTo>
                  <a:lnTo>
                    <a:pt x="0" y="922"/>
                  </a:lnTo>
                  <a:lnTo>
                    <a:pt x="0" y="1014"/>
                  </a:lnTo>
                  <a:lnTo>
                    <a:pt x="61" y="1075"/>
                  </a:lnTo>
                  <a:lnTo>
                    <a:pt x="123" y="1137"/>
                  </a:lnTo>
                  <a:lnTo>
                    <a:pt x="307" y="1137"/>
                  </a:lnTo>
                  <a:lnTo>
                    <a:pt x="369" y="1075"/>
                  </a:lnTo>
                  <a:lnTo>
                    <a:pt x="430" y="1014"/>
                  </a:lnTo>
                  <a:lnTo>
                    <a:pt x="430" y="922"/>
                  </a:lnTo>
                  <a:lnTo>
                    <a:pt x="430" y="215"/>
                  </a:lnTo>
                  <a:lnTo>
                    <a:pt x="430" y="123"/>
                  </a:lnTo>
                  <a:lnTo>
                    <a:pt x="369" y="61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rgbClr val="81E5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2199;p46">
              <a:extLst>
                <a:ext uri="{FF2B5EF4-FFF2-40B4-BE49-F238E27FC236}">
                  <a16:creationId xmlns:a16="http://schemas.microsoft.com/office/drawing/2014/main" id="{F964E990-2B67-91A2-86D4-178017C424C4}"/>
                </a:ext>
              </a:extLst>
            </p:cNvPr>
            <p:cNvSpPr/>
            <p:nvPr/>
          </p:nvSpPr>
          <p:spPr>
            <a:xfrm>
              <a:off x="5571367" y="2796674"/>
              <a:ext cx="48370" cy="119300"/>
            </a:xfrm>
            <a:custGeom>
              <a:avLst/>
              <a:gdLst/>
              <a:ahLst/>
              <a:cxnLst/>
              <a:rect l="l" t="t" r="r" b="b"/>
              <a:pathLst>
                <a:path w="461" h="1137" extrusionOk="0">
                  <a:moveTo>
                    <a:pt x="154" y="0"/>
                  </a:moveTo>
                  <a:lnTo>
                    <a:pt x="62" y="61"/>
                  </a:lnTo>
                  <a:lnTo>
                    <a:pt x="31" y="123"/>
                  </a:lnTo>
                  <a:lnTo>
                    <a:pt x="0" y="215"/>
                  </a:lnTo>
                  <a:lnTo>
                    <a:pt x="0" y="922"/>
                  </a:lnTo>
                  <a:lnTo>
                    <a:pt x="31" y="1014"/>
                  </a:lnTo>
                  <a:lnTo>
                    <a:pt x="62" y="1075"/>
                  </a:lnTo>
                  <a:lnTo>
                    <a:pt x="154" y="1137"/>
                  </a:lnTo>
                  <a:lnTo>
                    <a:pt x="307" y="1137"/>
                  </a:lnTo>
                  <a:lnTo>
                    <a:pt x="369" y="1075"/>
                  </a:lnTo>
                  <a:lnTo>
                    <a:pt x="430" y="1014"/>
                  </a:lnTo>
                  <a:lnTo>
                    <a:pt x="461" y="922"/>
                  </a:lnTo>
                  <a:lnTo>
                    <a:pt x="461" y="215"/>
                  </a:lnTo>
                  <a:lnTo>
                    <a:pt x="430" y="123"/>
                  </a:lnTo>
                  <a:lnTo>
                    <a:pt x="369" y="61"/>
                  </a:lnTo>
                  <a:lnTo>
                    <a:pt x="307" y="0"/>
                  </a:lnTo>
                  <a:close/>
                </a:path>
              </a:pathLst>
            </a:custGeom>
            <a:solidFill>
              <a:srgbClr val="81E55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2200;p46">
              <a:extLst>
                <a:ext uri="{FF2B5EF4-FFF2-40B4-BE49-F238E27FC236}">
                  <a16:creationId xmlns:a16="http://schemas.microsoft.com/office/drawing/2014/main" id="{A4DC7DA1-FDDF-8A24-4379-9DD1EF6A9776}"/>
                </a:ext>
              </a:extLst>
            </p:cNvPr>
            <p:cNvSpPr/>
            <p:nvPr/>
          </p:nvSpPr>
          <p:spPr>
            <a:xfrm>
              <a:off x="5593926" y="2603193"/>
              <a:ext cx="13011" cy="6505"/>
            </a:xfrm>
            <a:custGeom>
              <a:avLst/>
              <a:gdLst/>
              <a:ahLst/>
              <a:cxnLst/>
              <a:rect l="l" t="t" r="r" b="b"/>
              <a:pathLst>
                <a:path w="124" h="62" extrusionOk="0">
                  <a:moveTo>
                    <a:pt x="31" y="0"/>
                  </a:moveTo>
                  <a:lnTo>
                    <a:pt x="0" y="31"/>
                  </a:lnTo>
                  <a:lnTo>
                    <a:pt x="62" y="62"/>
                  </a:lnTo>
                  <a:lnTo>
                    <a:pt x="123" y="31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4F6D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2201;p46">
              <a:extLst>
                <a:ext uri="{FF2B5EF4-FFF2-40B4-BE49-F238E27FC236}">
                  <a16:creationId xmlns:a16="http://schemas.microsoft.com/office/drawing/2014/main" id="{D3E89E07-CA26-EEC5-49BB-099D0BE263F2}"/>
                </a:ext>
              </a:extLst>
            </p:cNvPr>
            <p:cNvSpPr/>
            <p:nvPr/>
          </p:nvSpPr>
          <p:spPr>
            <a:xfrm>
              <a:off x="5522996" y="2396910"/>
              <a:ext cx="135458" cy="203135"/>
            </a:xfrm>
            <a:custGeom>
              <a:avLst/>
              <a:gdLst/>
              <a:ahLst/>
              <a:cxnLst/>
              <a:rect l="l" t="t" r="r" b="b"/>
              <a:pathLst>
                <a:path w="1291" h="1936" extrusionOk="0">
                  <a:moveTo>
                    <a:pt x="983" y="0"/>
                  </a:moveTo>
                  <a:lnTo>
                    <a:pt x="768" y="31"/>
                  </a:lnTo>
                  <a:lnTo>
                    <a:pt x="584" y="92"/>
                  </a:lnTo>
                  <a:lnTo>
                    <a:pt x="430" y="154"/>
                  </a:lnTo>
                  <a:lnTo>
                    <a:pt x="277" y="277"/>
                  </a:lnTo>
                  <a:lnTo>
                    <a:pt x="154" y="430"/>
                  </a:lnTo>
                  <a:lnTo>
                    <a:pt x="62" y="584"/>
                  </a:lnTo>
                  <a:lnTo>
                    <a:pt x="0" y="768"/>
                  </a:lnTo>
                  <a:lnTo>
                    <a:pt x="0" y="983"/>
                  </a:lnTo>
                  <a:lnTo>
                    <a:pt x="0" y="1137"/>
                  </a:lnTo>
                  <a:lnTo>
                    <a:pt x="62" y="1291"/>
                  </a:lnTo>
                  <a:lnTo>
                    <a:pt x="123" y="1444"/>
                  </a:lnTo>
                  <a:lnTo>
                    <a:pt x="215" y="1567"/>
                  </a:lnTo>
                  <a:lnTo>
                    <a:pt x="307" y="1690"/>
                  </a:lnTo>
                  <a:lnTo>
                    <a:pt x="430" y="1782"/>
                  </a:lnTo>
                  <a:lnTo>
                    <a:pt x="584" y="1874"/>
                  </a:lnTo>
                  <a:lnTo>
                    <a:pt x="738" y="1936"/>
                  </a:lnTo>
                  <a:lnTo>
                    <a:pt x="1291" y="953"/>
                  </a:lnTo>
                  <a:lnTo>
                    <a:pt x="615" y="1014"/>
                  </a:lnTo>
                  <a:lnTo>
                    <a:pt x="369" y="1014"/>
                  </a:lnTo>
                  <a:lnTo>
                    <a:pt x="492" y="830"/>
                  </a:lnTo>
                  <a:lnTo>
                    <a:pt x="1045" y="0"/>
                  </a:lnTo>
                  <a:close/>
                </a:path>
              </a:pathLst>
            </a:custGeom>
            <a:solidFill>
              <a:srgbClr val="101E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2202;p46">
              <a:extLst>
                <a:ext uri="{FF2B5EF4-FFF2-40B4-BE49-F238E27FC236}">
                  <a16:creationId xmlns:a16="http://schemas.microsoft.com/office/drawing/2014/main" id="{A67AD20D-EB24-C266-1C26-43F53342C8E2}"/>
                </a:ext>
              </a:extLst>
            </p:cNvPr>
            <p:cNvSpPr/>
            <p:nvPr/>
          </p:nvSpPr>
          <p:spPr>
            <a:xfrm>
              <a:off x="5606832" y="2403311"/>
              <a:ext cx="119300" cy="199987"/>
            </a:xfrm>
            <a:custGeom>
              <a:avLst/>
              <a:gdLst/>
              <a:ahLst/>
              <a:cxnLst/>
              <a:rect l="l" t="t" r="r" b="b"/>
              <a:pathLst>
                <a:path w="1137" h="1906" extrusionOk="0">
                  <a:moveTo>
                    <a:pt x="522" y="0"/>
                  </a:moveTo>
                  <a:lnTo>
                    <a:pt x="430" y="154"/>
                  </a:lnTo>
                  <a:lnTo>
                    <a:pt x="31" y="738"/>
                  </a:lnTo>
                  <a:lnTo>
                    <a:pt x="615" y="769"/>
                  </a:lnTo>
                  <a:lnTo>
                    <a:pt x="737" y="769"/>
                  </a:lnTo>
                  <a:lnTo>
                    <a:pt x="676" y="861"/>
                  </a:lnTo>
                  <a:lnTo>
                    <a:pt x="0" y="1875"/>
                  </a:lnTo>
                  <a:lnTo>
                    <a:pt x="184" y="1905"/>
                  </a:lnTo>
                  <a:lnTo>
                    <a:pt x="369" y="1875"/>
                  </a:lnTo>
                  <a:lnTo>
                    <a:pt x="553" y="1813"/>
                  </a:lnTo>
                  <a:lnTo>
                    <a:pt x="707" y="1721"/>
                  </a:lnTo>
                  <a:lnTo>
                    <a:pt x="860" y="1598"/>
                  </a:lnTo>
                  <a:lnTo>
                    <a:pt x="983" y="1475"/>
                  </a:lnTo>
                  <a:lnTo>
                    <a:pt x="1075" y="1291"/>
                  </a:lnTo>
                  <a:lnTo>
                    <a:pt x="1137" y="1107"/>
                  </a:lnTo>
                  <a:lnTo>
                    <a:pt x="1137" y="922"/>
                  </a:lnTo>
                  <a:lnTo>
                    <a:pt x="1137" y="769"/>
                  </a:lnTo>
                  <a:lnTo>
                    <a:pt x="1106" y="615"/>
                  </a:lnTo>
                  <a:lnTo>
                    <a:pt x="1045" y="492"/>
                  </a:lnTo>
                  <a:lnTo>
                    <a:pt x="983" y="369"/>
                  </a:lnTo>
                  <a:lnTo>
                    <a:pt x="891" y="246"/>
                  </a:lnTo>
                  <a:lnTo>
                    <a:pt x="768" y="154"/>
                  </a:lnTo>
                  <a:lnTo>
                    <a:pt x="645" y="62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101E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2203;p46">
              <a:extLst>
                <a:ext uri="{FF2B5EF4-FFF2-40B4-BE49-F238E27FC236}">
                  <a16:creationId xmlns:a16="http://schemas.microsoft.com/office/drawing/2014/main" id="{4F44DE49-2A5B-41A3-0414-06A5ADC447D3}"/>
                </a:ext>
              </a:extLst>
            </p:cNvPr>
            <p:cNvSpPr/>
            <p:nvPr/>
          </p:nvSpPr>
          <p:spPr>
            <a:xfrm>
              <a:off x="5561609" y="2396910"/>
              <a:ext cx="122657" cy="203135"/>
            </a:xfrm>
            <a:custGeom>
              <a:avLst/>
              <a:gdLst/>
              <a:ahLst/>
              <a:cxnLst/>
              <a:rect l="l" t="t" r="r" b="b"/>
              <a:pathLst>
                <a:path w="1169" h="1936" extrusionOk="0">
                  <a:moveTo>
                    <a:pt x="677" y="0"/>
                  </a:moveTo>
                  <a:lnTo>
                    <a:pt x="124" y="830"/>
                  </a:lnTo>
                  <a:lnTo>
                    <a:pt x="1" y="1014"/>
                  </a:lnTo>
                  <a:lnTo>
                    <a:pt x="247" y="1014"/>
                  </a:lnTo>
                  <a:lnTo>
                    <a:pt x="923" y="953"/>
                  </a:lnTo>
                  <a:lnTo>
                    <a:pt x="370" y="1936"/>
                  </a:lnTo>
                  <a:lnTo>
                    <a:pt x="431" y="1936"/>
                  </a:lnTo>
                  <a:lnTo>
                    <a:pt x="1107" y="922"/>
                  </a:lnTo>
                  <a:lnTo>
                    <a:pt x="1168" y="830"/>
                  </a:lnTo>
                  <a:lnTo>
                    <a:pt x="1046" y="830"/>
                  </a:lnTo>
                  <a:lnTo>
                    <a:pt x="462" y="799"/>
                  </a:lnTo>
                  <a:lnTo>
                    <a:pt x="892" y="184"/>
                  </a:lnTo>
                  <a:lnTo>
                    <a:pt x="953" y="61"/>
                  </a:lnTo>
                  <a:lnTo>
                    <a:pt x="830" y="31"/>
                  </a:lnTo>
                  <a:lnTo>
                    <a:pt x="677" y="0"/>
                  </a:lnTo>
                  <a:close/>
                </a:path>
              </a:pathLst>
            </a:custGeom>
            <a:solidFill>
              <a:srgbClr val="4F6D8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2204;p46">
              <a:extLst>
                <a:ext uri="{FF2B5EF4-FFF2-40B4-BE49-F238E27FC236}">
                  <a16:creationId xmlns:a16="http://schemas.microsoft.com/office/drawing/2014/main" id="{2613D9F3-7DE4-52F6-21F2-63BC8CAF2301}"/>
                </a:ext>
              </a:extLst>
            </p:cNvPr>
            <p:cNvSpPr/>
            <p:nvPr/>
          </p:nvSpPr>
          <p:spPr>
            <a:xfrm>
              <a:off x="5368231" y="3051327"/>
              <a:ext cx="525569" cy="6505"/>
            </a:xfrm>
            <a:custGeom>
              <a:avLst/>
              <a:gdLst/>
              <a:ahLst/>
              <a:cxnLst/>
              <a:rect l="l" t="t" r="r" b="b"/>
              <a:pathLst>
                <a:path w="5009" h="62" extrusionOk="0">
                  <a:moveTo>
                    <a:pt x="1260" y="0"/>
                  </a:moveTo>
                  <a:lnTo>
                    <a:pt x="0" y="31"/>
                  </a:lnTo>
                  <a:lnTo>
                    <a:pt x="1260" y="62"/>
                  </a:lnTo>
                  <a:lnTo>
                    <a:pt x="3749" y="62"/>
                  </a:lnTo>
                  <a:lnTo>
                    <a:pt x="5009" y="31"/>
                  </a:lnTo>
                  <a:lnTo>
                    <a:pt x="3749" y="0"/>
                  </a:lnTo>
                  <a:close/>
                </a:path>
              </a:pathLst>
            </a:custGeom>
            <a:solidFill>
              <a:srgbClr val="394F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2205;p46">
              <a:extLst>
                <a:ext uri="{FF2B5EF4-FFF2-40B4-BE49-F238E27FC236}">
                  <a16:creationId xmlns:a16="http://schemas.microsoft.com/office/drawing/2014/main" id="{55E8B395-BA4D-45E6-1DF5-E2FEF4D4121B}"/>
                </a:ext>
              </a:extLst>
            </p:cNvPr>
            <p:cNvSpPr/>
            <p:nvPr/>
          </p:nvSpPr>
          <p:spPr>
            <a:xfrm>
              <a:off x="2614975" y="3683185"/>
              <a:ext cx="105" cy="3358"/>
            </a:xfrm>
            <a:custGeom>
              <a:avLst/>
              <a:gdLst/>
              <a:ahLst/>
              <a:cxnLst/>
              <a:rect l="l" t="t" r="r" b="b"/>
              <a:pathLst>
                <a:path w="1" h="32" extrusionOk="0">
                  <a:moveTo>
                    <a:pt x="1" y="1"/>
                  </a:moveTo>
                  <a:lnTo>
                    <a:pt x="1" y="31"/>
                  </a:lnTo>
                  <a:lnTo>
                    <a:pt x="1" y="31"/>
                  </a:lnTo>
                  <a:lnTo>
                    <a:pt x="1" y="3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73CD4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2206;p46">
              <a:extLst>
                <a:ext uri="{FF2B5EF4-FFF2-40B4-BE49-F238E27FC236}">
                  <a16:creationId xmlns:a16="http://schemas.microsoft.com/office/drawing/2014/main" id="{B9844019-DF19-3C83-907A-F5AB801135B0}"/>
                </a:ext>
              </a:extLst>
            </p:cNvPr>
            <p:cNvSpPr/>
            <p:nvPr/>
          </p:nvSpPr>
          <p:spPr>
            <a:xfrm>
              <a:off x="2614975" y="3683185"/>
              <a:ext cx="105" cy="3358"/>
            </a:xfrm>
            <a:custGeom>
              <a:avLst/>
              <a:gdLst/>
              <a:ahLst/>
              <a:cxnLst/>
              <a:rect l="l" t="t" r="r" b="b"/>
              <a:pathLst>
                <a:path w="1" h="32" fill="none" extrusionOk="0">
                  <a:moveTo>
                    <a:pt x="1" y="1"/>
                  </a:moveTo>
                  <a:lnTo>
                    <a:pt x="1" y="31"/>
                  </a:lnTo>
                  <a:lnTo>
                    <a:pt x="1" y="31"/>
                  </a:lnTo>
                  <a:lnTo>
                    <a:pt x="1" y="3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2207;p46">
              <a:extLst>
                <a:ext uri="{FF2B5EF4-FFF2-40B4-BE49-F238E27FC236}">
                  <a16:creationId xmlns:a16="http://schemas.microsoft.com/office/drawing/2014/main" id="{D614D03F-8130-6BCB-EEFA-FF169A9D4A9B}"/>
                </a:ext>
              </a:extLst>
            </p:cNvPr>
            <p:cNvSpPr/>
            <p:nvPr/>
          </p:nvSpPr>
          <p:spPr>
            <a:xfrm>
              <a:off x="2614975" y="3686438"/>
              <a:ext cx="105" cy="16158"/>
            </a:xfrm>
            <a:custGeom>
              <a:avLst/>
              <a:gdLst/>
              <a:ahLst/>
              <a:cxnLst/>
              <a:rect l="l" t="t" r="r" b="b"/>
              <a:pathLst>
                <a:path w="1" h="154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154"/>
                  </a:lnTo>
                  <a:lnTo>
                    <a:pt x="1" y="15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59A9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2208;p46">
              <a:extLst>
                <a:ext uri="{FF2B5EF4-FFF2-40B4-BE49-F238E27FC236}">
                  <a16:creationId xmlns:a16="http://schemas.microsoft.com/office/drawing/2014/main" id="{35ED4486-820D-7D19-24F2-185D964C915C}"/>
                </a:ext>
              </a:extLst>
            </p:cNvPr>
            <p:cNvSpPr/>
            <p:nvPr/>
          </p:nvSpPr>
          <p:spPr>
            <a:xfrm>
              <a:off x="2614975" y="3686438"/>
              <a:ext cx="105" cy="16158"/>
            </a:xfrm>
            <a:custGeom>
              <a:avLst/>
              <a:gdLst/>
              <a:ahLst/>
              <a:cxnLst/>
              <a:rect l="l" t="t" r="r" b="b"/>
              <a:pathLst>
                <a:path w="1" h="154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154"/>
                  </a:lnTo>
                  <a:lnTo>
                    <a:pt x="1" y="154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2209;p46">
              <a:extLst>
                <a:ext uri="{FF2B5EF4-FFF2-40B4-BE49-F238E27FC236}">
                  <a16:creationId xmlns:a16="http://schemas.microsoft.com/office/drawing/2014/main" id="{BEC44630-D6FC-4852-F0F4-7463263DA807}"/>
                </a:ext>
              </a:extLst>
            </p:cNvPr>
            <p:cNvSpPr/>
            <p:nvPr/>
          </p:nvSpPr>
          <p:spPr>
            <a:xfrm>
              <a:off x="4120557" y="2574129"/>
              <a:ext cx="45223" cy="48475"/>
            </a:xfrm>
            <a:custGeom>
              <a:avLst/>
              <a:gdLst/>
              <a:ahLst/>
              <a:cxnLst/>
              <a:rect l="l" t="t" r="r" b="b"/>
              <a:pathLst>
                <a:path w="431" h="462" extrusionOk="0">
                  <a:moveTo>
                    <a:pt x="0" y="1"/>
                  </a:moveTo>
                  <a:lnTo>
                    <a:pt x="0" y="462"/>
                  </a:lnTo>
                  <a:lnTo>
                    <a:pt x="431" y="462"/>
                  </a:lnTo>
                  <a:lnTo>
                    <a:pt x="431" y="1"/>
                  </a:lnTo>
                  <a:close/>
                </a:path>
              </a:pathLst>
            </a:custGeom>
            <a:solidFill>
              <a:srgbClr val="AFE9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Google Shape;2210;p46">
              <a:extLst>
                <a:ext uri="{FF2B5EF4-FFF2-40B4-BE49-F238E27FC236}">
                  <a16:creationId xmlns:a16="http://schemas.microsoft.com/office/drawing/2014/main" id="{8396991F-4E5E-B42C-F499-17D23EBEA3BB}"/>
                </a:ext>
              </a:extLst>
            </p:cNvPr>
            <p:cNvSpPr/>
            <p:nvPr/>
          </p:nvSpPr>
          <p:spPr>
            <a:xfrm>
              <a:off x="4197887" y="2574129"/>
              <a:ext cx="48475" cy="48475"/>
            </a:xfrm>
            <a:custGeom>
              <a:avLst/>
              <a:gdLst/>
              <a:ahLst/>
              <a:cxnLst/>
              <a:rect l="l" t="t" r="r" b="b"/>
              <a:pathLst>
                <a:path w="462" h="462" extrusionOk="0">
                  <a:moveTo>
                    <a:pt x="1" y="1"/>
                  </a:moveTo>
                  <a:lnTo>
                    <a:pt x="1" y="462"/>
                  </a:lnTo>
                  <a:lnTo>
                    <a:pt x="462" y="462"/>
                  </a:lnTo>
                  <a:lnTo>
                    <a:pt x="462" y="1"/>
                  </a:lnTo>
                  <a:close/>
                </a:path>
              </a:pathLst>
            </a:custGeom>
            <a:solidFill>
              <a:srgbClr val="AFE9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Google Shape;2211;p46">
              <a:extLst>
                <a:ext uri="{FF2B5EF4-FFF2-40B4-BE49-F238E27FC236}">
                  <a16:creationId xmlns:a16="http://schemas.microsoft.com/office/drawing/2014/main" id="{37CA3CEE-BA89-9F44-A75E-40C91C360834}"/>
                </a:ext>
              </a:extLst>
            </p:cNvPr>
            <p:cNvSpPr/>
            <p:nvPr/>
          </p:nvSpPr>
          <p:spPr>
            <a:xfrm>
              <a:off x="4278575" y="2574129"/>
              <a:ext cx="48370" cy="48475"/>
            </a:xfrm>
            <a:custGeom>
              <a:avLst/>
              <a:gdLst/>
              <a:ahLst/>
              <a:cxnLst/>
              <a:rect l="l" t="t" r="r" b="b"/>
              <a:pathLst>
                <a:path w="461" h="462" extrusionOk="0">
                  <a:moveTo>
                    <a:pt x="0" y="1"/>
                  </a:moveTo>
                  <a:lnTo>
                    <a:pt x="0" y="462"/>
                  </a:lnTo>
                  <a:lnTo>
                    <a:pt x="461" y="462"/>
                  </a:lnTo>
                  <a:lnTo>
                    <a:pt x="461" y="1"/>
                  </a:lnTo>
                  <a:close/>
                </a:path>
              </a:pathLst>
            </a:custGeom>
            <a:solidFill>
              <a:srgbClr val="AFE9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2212;p46">
              <a:extLst>
                <a:ext uri="{FF2B5EF4-FFF2-40B4-BE49-F238E27FC236}">
                  <a16:creationId xmlns:a16="http://schemas.microsoft.com/office/drawing/2014/main" id="{11736578-5CE4-5E3F-1A29-D31443F6B390}"/>
                </a:ext>
              </a:extLst>
            </p:cNvPr>
            <p:cNvSpPr/>
            <p:nvPr/>
          </p:nvSpPr>
          <p:spPr>
            <a:xfrm>
              <a:off x="4359158" y="2574129"/>
              <a:ext cx="45223" cy="48475"/>
            </a:xfrm>
            <a:custGeom>
              <a:avLst/>
              <a:gdLst/>
              <a:ahLst/>
              <a:cxnLst/>
              <a:rect l="l" t="t" r="r" b="b"/>
              <a:pathLst>
                <a:path w="431" h="462" extrusionOk="0">
                  <a:moveTo>
                    <a:pt x="0" y="1"/>
                  </a:moveTo>
                  <a:lnTo>
                    <a:pt x="0" y="462"/>
                  </a:lnTo>
                  <a:lnTo>
                    <a:pt x="430" y="462"/>
                  </a:lnTo>
                  <a:lnTo>
                    <a:pt x="430" y="1"/>
                  </a:lnTo>
                  <a:close/>
                </a:path>
              </a:pathLst>
            </a:custGeom>
            <a:solidFill>
              <a:srgbClr val="AFE9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2213;p46">
              <a:extLst>
                <a:ext uri="{FF2B5EF4-FFF2-40B4-BE49-F238E27FC236}">
                  <a16:creationId xmlns:a16="http://schemas.microsoft.com/office/drawing/2014/main" id="{53D9936F-D1A5-76F0-A651-64DBDD403004}"/>
                </a:ext>
              </a:extLst>
            </p:cNvPr>
            <p:cNvSpPr/>
            <p:nvPr/>
          </p:nvSpPr>
          <p:spPr>
            <a:xfrm>
              <a:off x="4120557" y="2677375"/>
              <a:ext cx="45223" cy="48475"/>
            </a:xfrm>
            <a:custGeom>
              <a:avLst/>
              <a:gdLst/>
              <a:ahLst/>
              <a:cxnLst/>
              <a:rect l="l" t="t" r="r" b="b"/>
              <a:pathLst>
                <a:path w="431" h="462" extrusionOk="0">
                  <a:moveTo>
                    <a:pt x="0" y="0"/>
                  </a:moveTo>
                  <a:lnTo>
                    <a:pt x="0" y="461"/>
                  </a:lnTo>
                  <a:lnTo>
                    <a:pt x="431" y="461"/>
                  </a:lnTo>
                  <a:lnTo>
                    <a:pt x="431" y="0"/>
                  </a:lnTo>
                  <a:close/>
                </a:path>
              </a:pathLst>
            </a:custGeom>
            <a:solidFill>
              <a:srgbClr val="AFE9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2214;p46">
              <a:extLst>
                <a:ext uri="{FF2B5EF4-FFF2-40B4-BE49-F238E27FC236}">
                  <a16:creationId xmlns:a16="http://schemas.microsoft.com/office/drawing/2014/main" id="{C7BC4E11-AE15-5499-C3FA-C2157778A125}"/>
                </a:ext>
              </a:extLst>
            </p:cNvPr>
            <p:cNvSpPr/>
            <p:nvPr/>
          </p:nvSpPr>
          <p:spPr>
            <a:xfrm>
              <a:off x="4120557" y="2677375"/>
              <a:ext cx="45223" cy="48475"/>
            </a:xfrm>
            <a:custGeom>
              <a:avLst/>
              <a:gdLst/>
              <a:ahLst/>
              <a:cxnLst/>
              <a:rect l="l" t="t" r="r" b="b"/>
              <a:pathLst>
                <a:path w="431" h="462" fill="none" extrusionOk="0">
                  <a:moveTo>
                    <a:pt x="431" y="461"/>
                  </a:moveTo>
                  <a:lnTo>
                    <a:pt x="0" y="461"/>
                  </a:lnTo>
                  <a:lnTo>
                    <a:pt x="0" y="0"/>
                  </a:lnTo>
                  <a:lnTo>
                    <a:pt x="431" y="0"/>
                  </a:lnTo>
                  <a:lnTo>
                    <a:pt x="431" y="46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2215;p46">
              <a:extLst>
                <a:ext uri="{FF2B5EF4-FFF2-40B4-BE49-F238E27FC236}">
                  <a16:creationId xmlns:a16="http://schemas.microsoft.com/office/drawing/2014/main" id="{0A4E6053-080B-2440-B0BE-970DA3254B9A}"/>
                </a:ext>
              </a:extLst>
            </p:cNvPr>
            <p:cNvSpPr/>
            <p:nvPr/>
          </p:nvSpPr>
          <p:spPr>
            <a:xfrm>
              <a:off x="4197887" y="2677375"/>
              <a:ext cx="48475" cy="48475"/>
            </a:xfrm>
            <a:custGeom>
              <a:avLst/>
              <a:gdLst/>
              <a:ahLst/>
              <a:cxnLst/>
              <a:rect l="l" t="t" r="r" b="b"/>
              <a:pathLst>
                <a:path w="462" h="462" extrusionOk="0">
                  <a:moveTo>
                    <a:pt x="1" y="0"/>
                  </a:moveTo>
                  <a:lnTo>
                    <a:pt x="1" y="461"/>
                  </a:lnTo>
                  <a:lnTo>
                    <a:pt x="462" y="461"/>
                  </a:lnTo>
                  <a:lnTo>
                    <a:pt x="462" y="0"/>
                  </a:lnTo>
                  <a:close/>
                </a:path>
              </a:pathLst>
            </a:custGeom>
            <a:solidFill>
              <a:srgbClr val="AFE9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2216;p46">
              <a:extLst>
                <a:ext uri="{FF2B5EF4-FFF2-40B4-BE49-F238E27FC236}">
                  <a16:creationId xmlns:a16="http://schemas.microsoft.com/office/drawing/2014/main" id="{61ED9F9B-2FBC-2AF9-2084-3A321E983047}"/>
                </a:ext>
              </a:extLst>
            </p:cNvPr>
            <p:cNvSpPr/>
            <p:nvPr/>
          </p:nvSpPr>
          <p:spPr>
            <a:xfrm>
              <a:off x="4197887" y="2677375"/>
              <a:ext cx="48475" cy="48475"/>
            </a:xfrm>
            <a:custGeom>
              <a:avLst/>
              <a:gdLst/>
              <a:ahLst/>
              <a:cxnLst/>
              <a:rect l="l" t="t" r="r" b="b"/>
              <a:pathLst>
                <a:path w="462" h="462" fill="none" extrusionOk="0">
                  <a:moveTo>
                    <a:pt x="462" y="461"/>
                  </a:moveTo>
                  <a:lnTo>
                    <a:pt x="1" y="461"/>
                  </a:lnTo>
                  <a:lnTo>
                    <a:pt x="1" y="0"/>
                  </a:lnTo>
                  <a:lnTo>
                    <a:pt x="462" y="0"/>
                  </a:lnTo>
                  <a:lnTo>
                    <a:pt x="462" y="46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2217;p46">
              <a:extLst>
                <a:ext uri="{FF2B5EF4-FFF2-40B4-BE49-F238E27FC236}">
                  <a16:creationId xmlns:a16="http://schemas.microsoft.com/office/drawing/2014/main" id="{1BF0DEAA-827C-B2C4-7938-2A2411C9068C}"/>
                </a:ext>
              </a:extLst>
            </p:cNvPr>
            <p:cNvSpPr/>
            <p:nvPr/>
          </p:nvSpPr>
          <p:spPr>
            <a:xfrm>
              <a:off x="4278575" y="2677375"/>
              <a:ext cx="48370" cy="48475"/>
            </a:xfrm>
            <a:custGeom>
              <a:avLst/>
              <a:gdLst/>
              <a:ahLst/>
              <a:cxnLst/>
              <a:rect l="l" t="t" r="r" b="b"/>
              <a:pathLst>
                <a:path w="461" h="462" extrusionOk="0">
                  <a:moveTo>
                    <a:pt x="0" y="0"/>
                  </a:moveTo>
                  <a:lnTo>
                    <a:pt x="0" y="461"/>
                  </a:lnTo>
                  <a:lnTo>
                    <a:pt x="461" y="461"/>
                  </a:lnTo>
                  <a:lnTo>
                    <a:pt x="461" y="0"/>
                  </a:lnTo>
                  <a:close/>
                </a:path>
              </a:pathLst>
            </a:custGeom>
            <a:solidFill>
              <a:srgbClr val="AFE9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2218;p46">
              <a:extLst>
                <a:ext uri="{FF2B5EF4-FFF2-40B4-BE49-F238E27FC236}">
                  <a16:creationId xmlns:a16="http://schemas.microsoft.com/office/drawing/2014/main" id="{EB8369E9-231D-AFDA-1B63-77F93FAC2033}"/>
                </a:ext>
              </a:extLst>
            </p:cNvPr>
            <p:cNvSpPr/>
            <p:nvPr/>
          </p:nvSpPr>
          <p:spPr>
            <a:xfrm>
              <a:off x="4359158" y="2677375"/>
              <a:ext cx="45223" cy="48475"/>
            </a:xfrm>
            <a:custGeom>
              <a:avLst/>
              <a:gdLst/>
              <a:ahLst/>
              <a:cxnLst/>
              <a:rect l="l" t="t" r="r" b="b"/>
              <a:pathLst>
                <a:path w="431" h="462" extrusionOk="0">
                  <a:moveTo>
                    <a:pt x="0" y="0"/>
                  </a:moveTo>
                  <a:lnTo>
                    <a:pt x="0" y="461"/>
                  </a:lnTo>
                  <a:lnTo>
                    <a:pt x="430" y="461"/>
                  </a:lnTo>
                  <a:lnTo>
                    <a:pt x="430" y="0"/>
                  </a:lnTo>
                  <a:close/>
                </a:path>
              </a:pathLst>
            </a:custGeom>
            <a:solidFill>
              <a:srgbClr val="AFE9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2219;p46">
              <a:extLst>
                <a:ext uri="{FF2B5EF4-FFF2-40B4-BE49-F238E27FC236}">
                  <a16:creationId xmlns:a16="http://schemas.microsoft.com/office/drawing/2014/main" id="{E29432EC-CCC9-C439-F469-FF5586A9793C}"/>
                </a:ext>
              </a:extLst>
            </p:cNvPr>
            <p:cNvSpPr/>
            <p:nvPr/>
          </p:nvSpPr>
          <p:spPr>
            <a:xfrm>
              <a:off x="4359158" y="2677375"/>
              <a:ext cx="45223" cy="48475"/>
            </a:xfrm>
            <a:custGeom>
              <a:avLst/>
              <a:gdLst/>
              <a:ahLst/>
              <a:cxnLst/>
              <a:rect l="l" t="t" r="r" b="b"/>
              <a:pathLst>
                <a:path w="431" h="462" fill="none" extrusionOk="0">
                  <a:moveTo>
                    <a:pt x="430" y="461"/>
                  </a:moveTo>
                  <a:lnTo>
                    <a:pt x="0" y="461"/>
                  </a:lnTo>
                  <a:lnTo>
                    <a:pt x="0" y="0"/>
                  </a:lnTo>
                  <a:lnTo>
                    <a:pt x="430" y="0"/>
                  </a:lnTo>
                  <a:lnTo>
                    <a:pt x="430" y="46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2220;p46">
              <a:extLst>
                <a:ext uri="{FF2B5EF4-FFF2-40B4-BE49-F238E27FC236}">
                  <a16:creationId xmlns:a16="http://schemas.microsoft.com/office/drawing/2014/main" id="{902ACDFD-9319-3FBB-CB83-23404C0EDBC4}"/>
                </a:ext>
              </a:extLst>
            </p:cNvPr>
            <p:cNvSpPr/>
            <p:nvPr/>
          </p:nvSpPr>
          <p:spPr>
            <a:xfrm>
              <a:off x="4120557" y="2780516"/>
              <a:ext cx="45223" cy="48475"/>
            </a:xfrm>
            <a:custGeom>
              <a:avLst/>
              <a:gdLst/>
              <a:ahLst/>
              <a:cxnLst/>
              <a:rect l="l" t="t" r="r" b="b"/>
              <a:pathLst>
                <a:path w="431" h="462" extrusionOk="0">
                  <a:moveTo>
                    <a:pt x="0" y="0"/>
                  </a:moveTo>
                  <a:lnTo>
                    <a:pt x="0" y="461"/>
                  </a:lnTo>
                  <a:lnTo>
                    <a:pt x="431" y="461"/>
                  </a:lnTo>
                  <a:lnTo>
                    <a:pt x="431" y="0"/>
                  </a:lnTo>
                  <a:close/>
                </a:path>
              </a:pathLst>
            </a:custGeom>
            <a:solidFill>
              <a:srgbClr val="AFE9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2221;p46">
              <a:extLst>
                <a:ext uri="{FF2B5EF4-FFF2-40B4-BE49-F238E27FC236}">
                  <a16:creationId xmlns:a16="http://schemas.microsoft.com/office/drawing/2014/main" id="{36D68633-092B-CFD1-20D8-B5088FDCFA28}"/>
                </a:ext>
              </a:extLst>
            </p:cNvPr>
            <p:cNvSpPr/>
            <p:nvPr/>
          </p:nvSpPr>
          <p:spPr>
            <a:xfrm>
              <a:off x="4120557" y="2780516"/>
              <a:ext cx="45223" cy="48475"/>
            </a:xfrm>
            <a:custGeom>
              <a:avLst/>
              <a:gdLst/>
              <a:ahLst/>
              <a:cxnLst/>
              <a:rect l="l" t="t" r="r" b="b"/>
              <a:pathLst>
                <a:path w="431" h="462" fill="none" extrusionOk="0">
                  <a:moveTo>
                    <a:pt x="431" y="461"/>
                  </a:moveTo>
                  <a:lnTo>
                    <a:pt x="0" y="461"/>
                  </a:lnTo>
                  <a:lnTo>
                    <a:pt x="0" y="0"/>
                  </a:lnTo>
                  <a:lnTo>
                    <a:pt x="431" y="0"/>
                  </a:lnTo>
                  <a:lnTo>
                    <a:pt x="431" y="46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2222;p46">
              <a:extLst>
                <a:ext uri="{FF2B5EF4-FFF2-40B4-BE49-F238E27FC236}">
                  <a16:creationId xmlns:a16="http://schemas.microsoft.com/office/drawing/2014/main" id="{EAF9D21F-CC76-74C1-EFC2-F7882EE16AA3}"/>
                </a:ext>
              </a:extLst>
            </p:cNvPr>
            <p:cNvSpPr/>
            <p:nvPr/>
          </p:nvSpPr>
          <p:spPr>
            <a:xfrm>
              <a:off x="4197887" y="2780516"/>
              <a:ext cx="48475" cy="48475"/>
            </a:xfrm>
            <a:custGeom>
              <a:avLst/>
              <a:gdLst/>
              <a:ahLst/>
              <a:cxnLst/>
              <a:rect l="l" t="t" r="r" b="b"/>
              <a:pathLst>
                <a:path w="462" h="462" extrusionOk="0">
                  <a:moveTo>
                    <a:pt x="1" y="0"/>
                  </a:moveTo>
                  <a:lnTo>
                    <a:pt x="1" y="461"/>
                  </a:lnTo>
                  <a:lnTo>
                    <a:pt x="462" y="461"/>
                  </a:lnTo>
                  <a:lnTo>
                    <a:pt x="462" y="0"/>
                  </a:lnTo>
                  <a:close/>
                </a:path>
              </a:pathLst>
            </a:custGeom>
            <a:solidFill>
              <a:srgbClr val="AFE9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2223;p46">
              <a:extLst>
                <a:ext uri="{FF2B5EF4-FFF2-40B4-BE49-F238E27FC236}">
                  <a16:creationId xmlns:a16="http://schemas.microsoft.com/office/drawing/2014/main" id="{123E5FD9-B420-F67E-7804-1B24B783BCD4}"/>
                </a:ext>
              </a:extLst>
            </p:cNvPr>
            <p:cNvSpPr/>
            <p:nvPr/>
          </p:nvSpPr>
          <p:spPr>
            <a:xfrm>
              <a:off x="4197887" y="2780516"/>
              <a:ext cx="48475" cy="48475"/>
            </a:xfrm>
            <a:custGeom>
              <a:avLst/>
              <a:gdLst/>
              <a:ahLst/>
              <a:cxnLst/>
              <a:rect l="l" t="t" r="r" b="b"/>
              <a:pathLst>
                <a:path w="462" h="462" fill="none" extrusionOk="0">
                  <a:moveTo>
                    <a:pt x="462" y="461"/>
                  </a:moveTo>
                  <a:lnTo>
                    <a:pt x="1" y="461"/>
                  </a:lnTo>
                  <a:lnTo>
                    <a:pt x="1" y="0"/>
                  </a:lnTo>
                  <a:lnTo>
                    <a:pt x="462" y="0"/>
                  </a:lnTo>
                  <a:lnTo>
                    <a:pt x="462" y="46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2224;p46">
              <a:extLst>
                <a:ext uri="{FF2B5EF4-FFF2-40B4-BE49-F238E27FC236}">
                  <a16:creationId xmlns:a16="http://schemas.microsoft.com/office/drawing/2014/main" id="{D5671C5F-B389-6E9B-38CA-A1DC69697CBB}"/>
                </a:ext>
              </a:extLst>
            </p:cNvPr>
            <p:cNvSpPr/>
            <p:nvPr/>
          </p:nvSpPr>
          <p:spPr>
            <a:xfrm>
              <a:off x="4278575" y="2780516"/>
              <a:ext cx="48370" cy="48475"/>
            </a:xfrm>
            <a:custGeom>
              <a:avLst/>
              <a:gdLst/>
              <a:ahLst/>
              <a:cxnLst/>
              <a:rect l="l" t="t" r="r" b="b"/>
              <a:pathLst>
                <a:path w="461" h="462" extrusionOk="0">
                  <a:moveTo>
                    <a:pt x="0" y="0"/>
                  </a:moveTo>
                  <a:lnTo>
                    <a:pt x="0" y="461"/>
                  </a:lnTo>
                  <a:lnTo>
                    <a:pt x="461" y="461"/>
                  </a:lnTo>
                  <a:lnTo>
                    <a:pt x="461" y="0"/>
                  </a:lnTo>
                  <a:close/>
                </a:path>
              </a:pathLst>
            </a:custGeom>
            <a:solidFill>
              <a:srgbClr val="AFE9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2225;p46">
              <a:extLst>
                <a:ext uri="{FF2B5EF4-FFF2-40B4-BE49-F238E27FC236}">
                  <a16:creationId xmlns:a16="http://schemas.microsoft.com/office/drawing/2014/main" id="{6B72BB64-1A6D-2848-697B-667D795E4B07}"/>
                </a:ext>
              </a:extLst>
            </p:cNvPr>
            <p:cNvSpPr/>
            <p:nvPr/>
          </p:nvSpPr>
          <p:spPr>
            <a:xfrm>
              <a:off x="4278575" y="2780516"/>
              <a:ext cx="48370" cy="48475"/>
            </a:xfrm>
            <a:custGeom>
              <a:avLst/>
              <a:gdLst/>
              <a:ahLst/>
              <a:cxnLst/>
              <a:rect l="l" t="t" r="r" b="b"/>
              <a:pathLst>
                <a:path w="461" h="462" fill="none" extrusionOk="0">
                  <a:moveTo>
                    <a:pt x="461" y="461"/>
                  </a:moveTo>
                  <a:lnTo>
                    <a:pt x="0" y="461"/>
                  </a:lnTo>
                  <a:lnTo>
                    <a:pt x="0" y="0"/>
                  </a:lnTo>
                  <a:lnTo>
                    <a:pt x="461" y="0"/>
                  </a:lnTo>
                  <a:lnTo>
                    <a:pt x="461" y="46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2226;p46">
              <a:extLst>
                <a:ext uri="{FF2B5EF4-FFF2-40B4-BE49-F238E27FC236}">
                  <a16:creationId xmlns:a16="http://schemas.microsoft.com/office/drawing/2014/main" id="{DE1E04C9-B063-B82F-7E42-04D449B6D7E1}"/>
                </a:ext>
              </a:extLst>
            </p:cNvPr>
            <p:cNvSpPr/>
            <p:nvPr/>
          </p:nvSpPr>
          <p:spPr>
            <a:xfrm>
              <a:off x="4359158" y="2780516"/>
              <a:ext cx="45223" cy="48475"/>
            </a:xfrm>
            <a:custGeom>
              <a:avLst/>
              <a:gdLst/>
              <a:ahLst/>
              <a:cxnLst/>
              <a:rect l="l" t="t" r="r" b="b"/>
              <a:pathLst>
                <a:path w="431" h="462" extrusionOk="0">
                  <a:moveTo>
                    <a:pt x="0" y="0"/>
                  </a:moveTo>
                  <a:lnTo>
                    <a:pt x="0" y="461"/>
                  </a:lnTo>
                  <a:lnTo>
                    <a:pt x="430" y="461"/>
                  </a:lnTo>
                  <a:lnTo>
                    <a:pt x="430" y="0"/>
                  </a:lnTo>
                  <a:close/>
                </a:path>
              </a:pathLst>
            </a:custGeom>
            <a:solidFill>
              <a:srgbClr val="AFE9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2227;p46">
              <a:extLst>
                <a:ext uri="{FF2B5EF4-FFF2-40B4-BE49-F238E27FC236}">
                  <a16:creationId xmlns:a16="http://schemas.microsoft.com/office/drawing/2014/main" id="{21104F13-BE61-F4DE-E8DE-91F1AF4F6D31}"/>
                </a:ext>
              </a:extLst>
            </p:cNvPr>
            <p:cNvSpPr/>
            <p:nvPr/>
          </p:nvSpPr>
          <p:spPr>
            <a:xfrm>
              <a:off x="4359158" y="2780516"/>
              <a:ext cx="45223" cy="48475"/>
            </a:xfrm>
            <a:custGeom>
              <a:avLst/>
              <a:gdLst/>
              <a:ahLst/>
              <a:cxnLst/>
              <a:rect l="l" t="t" r="r" b="b"/>
              <a:pathLst>
                <a:path w="431" h="462" fill="none" extrusionOk="0">
                  <a:moveTo>
                    <a:pt x="430" y="461"/>
                  </a:moveTo>
                  <a:lnTo>
                    <a:pt x="0" y="461"/>
                  </a:lnTo>
                  <a:lnTo>
                    <a:pt x="0" y="0"/>
                  </a:lnTo>
                  <a:lnTo>
                    <a:pt x="430" y="0"/>
                  </a:lnTo>
                  <a:lnTo>
                    <a:pt x="430" y="46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2228;p46">
              <a:extLst>
                <a:ext uri="{FF2B5EF4-FFF2-40B4-BE49-F238E27FC236}">
                  <a16:creationId xmlns:a16="http://schemas.microsoft.com/office/drawing/2014/main" id="{D9A9BB24-BFBF-79A0-9C35-4DD62CBE1393}"/>
                </a:ext>
              </a:extLst>
            </p:cNvPr>
            <p:cNvSpPr/>
            <p:nvPr/>
          </p:nvSpPr>
          <p:spPr>
            <a:xfrm>
              <a:off x="3253344" y="3280169"/>
              <a:ext cx="454640" cy="451492"/>
            </a:xfrm>
            <a:custGeom>
              <a:avLst/>
              <a:gdLst/>
              <a:ahLst/>
              <a:cxnLst/>
              <a:rect l="l" t="t" r="r" b="b"/>
              <a:pathLst>
                <a:path w="4333" h="4303" extrusionOk="0">
                  <a:moveTo>
                    <a:pt x="1936" y="1"/>
                  </a:moveTo>
                  <a:lnTo>
                    <a:pt x="1721" y="32"/>
                  </a:lnTo>
                  <a:lnTo>
                    <a:pt x="1537" y="93"/>
                  </a:lnTo>
                  <a:lnTo>
                    <a:pt x="1321" y="155"/>
                  </a:lnTo>
                  <a:lnTo>
                    <a:pt x="1137" y="247"/>
                  </a:lnTo>
                  <a:lnTo>
                    <a:pt x="953" y="370"/>
                  </a:lnTo>
                  <a:lnTo>
                    <a:pt x="799" y="493"/>
                  </a:lnTo>
                  <a:lnTo>
                    <a:pt x="646" y="615"/>
                  </a:lnTo>
                  <a:lnTo>
                    <a:pt x="492" y="769"/>
                  </a:lnTo>
                  <a:lnTo>
                    <a:pt x="369" y="953"/>
                  </a:lnTo>
                  <a:lnTo>
                    <a:pt x="277" y="1107"/>
                  </a:lnTo>
                  <a:lnTo>
                    <a:pt x="185" y="1322"/>
                  </a:lnTo>
                  <a:lnTo>
                    <a:pt x="92" y="1506"/>
                  </a:lnTo>
                  <a:lnTo>
                    <a:pt x="62" y="1722"/>
                  </a:lnTo>
                  <a:lnTo>
                    <a:pt x="31" y="1937"/>
                  </a:lnTo>
                  <a:lnTo>
                    <a:pt x="0" y="2152"/>
                  </a:lnTo>
                  <a:lnTo>
                    <a:pt x="31" y="2367"/>
                  </a:lnTo>
                  <a:lnTo>
                    <a:pt x="62" y="2582"/>
                  </a:lnTo>
                  <a:lnTo>
                    <a:pt x="92" y="2797"/>
                  </a:lnTo>
                  <a:lnTo>
                    <a:pt x="185" y="2981"/>
                  </a:lnTo>
                  <a:lnTo>
                    <a:pt x="277" y="3166"/>
                  </a:lnTo>
                  <a:lnTo>
                    <a:pt x="369" y="3350"/>
                  </a:lnTo>
                  <a:lnTo>
                    <a:pt x="492" y="3534"/>
                  </a:lnTo>
                  <a:lnTo>
                    <a:pt x="646" y="3688"/>
                  </a:lnTo>
                  <a:lnTo>
                    <a:pt x="799" y="3811"/>
                  </a:lnTo>
                  <a:lnTo>
                    <a:pt x="953" y="3934"/>
                  </a:lnTo>
                  <a:lnTo>
                    <a:pt x="1137" y="4057"/>
                  </a:lnTo>
                  <a:lnTo>
                    <a:pt x="1321" y="4149"/>
                  </a:lnTo>
                  <a:lnTo>
                    <a:pt x="1537" y="4210"/>
                  </a:lnTo>
                  <a:lnTo>
                    <a:pt x="1721" y="4272"/>
                  </a:lnTo>
                  <a:lnTo>
                    <a:pt x="1936" y="4303"/>
                  </a:lnTo>
                  <a:lnTo>
                    <a:pt x="2397" y="4303"/>
                  </a:lnTo>
                  <a:lnTo>
                    <a:pt x="2612" y="4272"/>
                  </a:lnTo>
                  <a:lnTo>
                    <a:pt x="2827" y="4210"/>
                  </a:lnTo>
                  <a:lnTo>
                    <a:pt x="3011" y="4149"/>
                  </a:lnTo>
                  <a:lnTo>
                    <a:pt x="3196" y="4057"/>
                  </a:lnTo>
                  <a:lnTo>
                    <a:pt x="3380" y="3934"/>
                  </a:lnTo>
                  <a:lnTo>
                    <a:pt x="3534" y="3811"/>
                  </a:lnTo>
                  <a:lnTo>
                    <a:pt x="3687" y="3688"/>
                  </a:lnTo>
                  <a:lnTo>
                    <a:pt x="3841" y="3534"/>
                  </a:lnTo>
                  <a:lnTo>
                    <a:pt x="3964" y="3350"/>
                  </a:lnTo>
                  <a:lnTo>
                    <a:pt x="4056" y="3166"/>
                  </a:lnTo>
                  <a:lnTo>
                    <a:pt x="4148" y="2981"/>
                  </a:lnTo>
                  <a:lnTo>
                    <a:pt x="4240" y="2797"/>
                  </a:lnTo>
                  <a:lnTo>
                    <a:pt x="4302" y="2582"/>
                  </a:lnTo>
                  <a:lnTo>
                    <a:pt x="4333" y="2367"/>
                  </a:lnTo>
                  <a:lnTo>
                    <a:pt x="4333" y="2152"/>
                  </a:lnTo>
                  <a:lnTo>
                    <a:pt x="4333" y="1937"/>
                  </a:lnTo>
                  <a:lnTo>
                    <a:pt x="4302" y="1722"/>
                  </a:lnTo>
                  <a:lnTo>
                    <a:pt x="4240" y="1506"/>
                  </a:lnTo>
                  <a:lnTo>
                    <a:pt x="4148" y="1322"/>
                  </a:lnTo>
                  <a:lnTo>
                    <a:pt x="4056" y="1107"/>
                  </a:lnTo>
                  <a:lnTo>
                    <a:pt x="3964" y="953"/>
                  </a:lnTo>
                  <a:lnTo>
                    <a:pt x="3841" y="769"/>
                  </a:lnTo>
                  <a:lnTo>
                    <a:pt x="3687" y="615"/>
                  </a:lnTo>
                  <a:lnTo>
                    <a:pt x="3534" y="493"/>
                  </a:lnTo>
                  <a:lnTo>
                    <a:pt x="3380" y="370"/>
                  </a:lnTo>
                  <a:lnTo>
                    <a:pt x="3196" y="247"/>
                  </a:lnTo>
                  <a:lnTo>
                    <a:pt x="3011" y="155"/>
                  </a:lnTo>
                  <a:lnTo>
                    <a:pt x="2827" y="93"/>
                  </a:lnTo>
                  <a:lnTo>
                    <a:pt x="2612" y="32"/>
                  </a:lnTo>
                  <a:lnTo>
                    <a:pt x="2397" y="1"/>
                  </a:lnTo>
                  <a:close/>
                </a:path>
              </a:pathLst>
            </a:custGeom>
            <a:solidFill>
              <a:srgbClr val="3437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2229;p46">
              <a:extLst>
                <a:ext uri="{FF2B5EF4-FFF2-40B4-BE49-F238E27FC236}">
                  <a16:creationId xmlns:a16="http://schemas.microsoft.com/office/drawing/2014/main" id="{EEDA26AB-4286-809A-3BC6-EF7DD49C629B}"/>
                </a:ext>
              </a:extLst>
            </p:cNvPr>
            <p:cNvSpPr/>
            <p:nvPr/>
          </p:nvSpPr>
          <p:spPr>
            <a:xfrm>
              <a:off x="3253344" y="3280169"/>
              <a:ext cx="454640" cy="451492"/>
            </a:xfrm>
            <a:custGeom>
              <a:avLst/>
              <a:gdLst/>
              <a:ahLst/>
              <a:cxnLst/>
              <a:rect l="l" t="t" r="r" b="b"/>
              <a:pathLst>
                <a:path w="4333" h="4303" fill="none" extrusionOk="0">
                  <a:moveTo>
                    <a:pt x="4333" y="2152"/>
                  </a:moveTo>
                  <a:lnTo>
                    <a:pt x="4333" y="2152"/>
                  </a:lnTo>
                  <a:lnTo>
                    <a:pt x="4333" y="2367"/>
                  </a:lnTo>
                  <a:lnTo>
                    <a:pt x="4302" y="2582"/>
                  </a:lnTo>
                  <a:lnTo>
                    <a:pt x="4240" y="2797"/>
                  </a:lnTo>
                  <a:lnTo>
                    <a:pt x="4148" y="2981"/>
                  </a:lnTo>
                  <a:lnTo>
                    <a:pt x="4056" y="3166"/>
                  </a:lnTo>
                  <a:lnTo>
                    <a:pt x="3964" y="3350"/>
                  </a:lnTo>
                  <a:lnTo>
                    <a:pt x="3841" y="3534"/>
                  </a:lnTo>
                  <a:lnTo>
                    <a:pt x="3687" y="3688"/>
                  </a:lnTo>
                  <a:lnTo>
                    <a:pt x="3534" y="3811"/>
                  </a:lnTo>
                  <a:lnTo>
                    <a:pt x="3380" y="3934"/>
                  </a:lnTo>
                  <a:lnTo>
                    <a:pt x="3196" y="4057"/>
                  </a:lnTo>
                  <a:lnTo>
                    <a:pt x="3011" y="4149"/>
                  </a:lnTo>
                  <a:lnTo>
                    <a:pt x="2827" y="4210"/>
                  </a:lnTo>
                  <a:lnTo>
                    <a:pt x="2612" y="4272"/>
                  </a:lnTo>
                  <a:lnTo>
                    <a:pt x="2397" y="4303"/>
                  </a:lnTo>
                  <a:lnTo>
                    <a:pt x="2182" y="4303"/>
                  </a:lnTo>
                  <a:lnTo>
                    <a:pt x="2182" y="4303"/>
                  </a:lnTo>
                  <a:lnTo>
                    <a:pt x="1936" y="4303"/>
                  </a:lnTo>
                  <a:lnTo>
                    <a:pt x="1721" y="4272"/>
                  </a:lnTo>
                  <a:lnTo>
                    <a:pt x="1537" y="4210"/>
                  </a:lnTo>
                  <a:lnTo>
                    <a:pt x="1321" y="4149"/>
                  </a:lnTo>
                  <a:lnTo>
                    <a:pt x="1137" y="4057"/>
                  </a:lnTo>
                  <a:lnTo>
                    <a:pt x="953" y="3934"/>
                  </a:lnTo>
                  <a:lnTo>
                    <a:pt x="799" y="3811"/>
                  </a:lnTo>
                  <a:lnTo>
                    <a:pt x="646" y="3688"/>
                  </a:lnTo>
                  <a:lnTo>
                    <a:pt x="492" y="3534"/>
                  </a:lnTo>
                  <a:lnTo>
                    <a:pt x="369" y="3350"/>
                  </a:lnTo>
                  <a:lnTo>
                    <a:pt x="277" y="3166"/>
                  </a:lnTo>
                  <a:lnTo>
                    <a:pt x="185" y="2981"/>
                  </a:lnTo>
                  <a:lnTo>
                    <a:pt x="92" y="2797"/>
                  </a:lnTo>
                  <a:lnTo>
                    <a:pt x="62" y="2582"/>
                  </a:lnTo>
                  <a:lnTo>
                    <a:pt x="31" y="2367"/>
                  </a:lnTo>
                  <a:lnTo>
                    <a:pt x="0" y="2152"/>
                  </a:lnTo>
                  <a:lnTo>
                    <a:pt x="0" y="2152"/>
                  </a:lnTo>
                  <a:lnTo>
                    <a:pt x="31" y="1937"/>
                  </a:lnTo>
                  <a:lnTo>
                    <a:pt x="62" y="1722"/>
                  </a:lnTo>
                  <a:lnTo>
                    <a:pt x="92" y="1506"/>
                  </a:lnTo>
                  <a:lnTo>
                    <a:pt x="185" y="1322"/>
                  </a:lnTo>
                  <a:lnTo>
                    <a:pt x="277" y="1107"/>
                  </a:lnTo>
                  <a:lnTo>
                    <a:pt x="369" y="953"/>
                  </a:lnTo>
                  <a:lnTo>
                    <a:pt x="492" y="769"/>
                  </a:lnTo>
                  <a:lnTo>
                    <a:pt x="646" y="615"/>
                  </a:lnTo>
                  <a:lnTo>
                    <a:pt x="799" y="493"/>
                  </a:lnTo>
                  <a:lnTo>
                    <a:pt x="953" y="370"/>
                  </a:lnTo>
                  <a:lnTo>
                    <a:pt x="1137" y="247"/>
                  </a:lnTo>
                  <a:lnTo>
                    <a:pt x="1321" y="155"/>
                  </a:lnTo>
                  <a:lnTo>
                    <a:pt x="1537" y="93"/>
                  </a:lnTo>
                  <a:lnTo>
                    <a:pt x="1721" y="32"/>
                  </a:lnTo>
                  <a:lnTo>
                    <a:pt x="1936" y="1"/>
                  </a:lnTo>
                  <a:lnTo>
                    <a:pt x="2182" y="1"/>
                  </a:lnTo>
                  <a:lnTo>
                    <a:pt x="2182" y="1"/>
                  </a:lnTo>
                  <a:lnTo>
                    <a:pt x="2397" y="1"/>
                  </a:lnTo>
                  <a:lnTo>
                    <a:pt x="2612" y="32"/>
                  </a:lnTo>
                  <a:lnTo>
                    <a:pt x="2827" y="93"/>
                  </a:lnTo>
                  <a:lnTo>
                    <a:pt x="3011" y="155"/>
                  </a:lnTo>
                  <a:lnTo>
                    <a:pt x="3196" y="247"/>
                  </a:lnTo>
                  <a:lnTo>
                    <a:pt x="3380" y="370"/>
                  </a:lnTo>
                  <a:lnTo>
                    <a:pt x="3534" y="493"/>
                  </a:lnTo>
                  <a:lnTo>
                    <a:pt x="3687" y="615"/>
                  </a:lnTo>
                  <a:lnTo>
                    <a:pt x="3841" y="769"/>
                  </a:lnTo>
                  <a:lnTo>
                    <a:pt x="3964" y="953"/>
                  </a:lnTo>
                  <a:lnTo>
                    <a:pt x="4056" y="1107"/>
                  </a:lnTo>
                  <a:lnTo>
                    <a:pt x="4148" y="1322"/>
                  </a:lnTo>
                  <a:lnTo>
                    <a:pt x="4240" y="1506"/>
                  </a:lnTo>
                  <a:lnTo>
                    <a:pt x="4302" y="1722"/>
                  </a:lnTo>
                  <a:lnTo>
                    <a:pt x="4333" y="1937"/>
                  </a:lnTo>
                  <a:lnTo>
                    <a:pt x="4333" y="215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2230;p46">
              <a:extLst>
                <a:ext uri="{FF2B5EF4-FFF2-40B4-BE49-F238E27FC236}">
                  <a16:creationId xmlns:a16="http://schemas.microsoft.com/office/drawing/2014/main" id="{729D991F-959E-6AA9-D82C-8F8D82038829}"/>
                </a:ext>
              </a:extLst>
            </p:cNvPr>
            <p:cNvSpPr/>
            <p:nvPr/>
          </p:nvSpPr>
          <p:spPr>
            <a:xfrm>
              <a:off x="3675671" y="3554233"/>
              <a:ext cx="25916" cy="64634"/>
            </a:xfrm>
            <a:custGeom>
              <a:avLst/>
              <a:gdLst/>
              <a:ahLst/>
              <a:cxnLst/>
              <a:rect l="l" t="t" r="r" b="b"/>
              <a:pathLst>
                <a:path w="247" h="616" extrusionOk="0">
                  <a:moveTo>
                    <a:pt x="246" y="1"/>
                  </a:moveTo>
                  <a:lnTo>
                    <a:pt x="246" y="1"/>
                  </a:lnTo>
                  <a:lnTo>
                    <a:pt x="154" y="339"/>
                  </a:lnTo>
                  <a:lnTo>
                    <a:pt x="0" y="615"/>
                  </a:lnTo>
                  <a:lnTo>
                    <a:pt x="0" y="615"/>
                  </a:lnTo>
                  <a:lnTo>
                    <a:pt x="0" y="615"/>
                  </a:lnTo>
                  <a:lnTo>
                    <a:pt x="154" y="339"/>
                  </a:lnTo>
                  <a:lnTo>
                    <a:pt x="246" y="1"/>
                  </a:lnTo>
                  <a:close/>
                </a:path>
              </a:pathLst>
            </a:custGeom>
            <a:solidFill>
              <a:srgbClr val="216C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2231;p46">
              <a:extLst>
                <a:ext uri="{FF2B5EF4-FFF2-40B4-BE49-F238E27FC236}">
                  <a16:creationId xmlns:a16="http://schemas.microsoft.com/office/drawing/2014/main" id="{FE4F18F4-095D-38A8-7CD0-98E0CADDED58}"/>
                </a:ext>
              </a:extLst>
            </p:cNvPr>
            <p:cNvSpPr/>
            <p:nvPr/>
          </p:nvSpPr>
          <p:spPr>
            <a:xfrm>
              <a:off x="3675671" y="3554233"/>
              <a:ext cx="25916" cy="64634"/>
            </a:xfrm>
            <a:custGeom>
              <a:avLst/>
              <a:gdLst/>
              <a:ahLst/>
              <a:cxnLst/>
              <a:rect l="l" t="t" r="r" b="b"/>
              <a:pathLst>
                <a:path w="247" h="616" fill="none" extrusionOk="0">
                  <a:moveTo>
                    <a:pt x="246" y="1"/>
                  </a:moveTo>
                  <a:lnTo>
                    <a:pt x="246" y="1"/>
                  </a:lnTo>
                  <a:lnTo>
                    <a:pt x="154" y="339"/>
                  </a:lnTo>
                  <a:lnTo>
                    <a:pt x="0" y="615"/>
                  </a:lnTo>
                  <a:lnTo>
                    <a:pt x="0" y="615"/>
                  </a:lnTo>
                  <a:lnTo>
                    <a:pt x="0" y="615"/>
                  </a:lnTo>
                  <a:lnTo>
                    <a:pt x="154" y="339"/>
                  </a:lnTo>
                  <a:lnTo>
                    <a:pt x="246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2232;p46">
              <a:extLst>
                <a:ext uri="{FF2B5EF4-FFF2-40B4-BE49-F238E27FC236}">
                  <a16:creationId xmlns:a16="http://schemas.microsoft.com/office/drawing/2014/main" id="{1A45D28C-273B-41D1-0F26-890300555863}"/>
                </a:ext>
              </a:extLst>
            </p:cNvPr>
            <p:cNvSpPr/>
            <p:nvPr/>
          </p:nvSpPr>
          <p:spPr>
            <a:xfrm>
              <a:off x="3636953" y="3618762"/>
              <a:ext cx="38822" cy="51623"/>
            </a:xfrm>
            <a:custGeom>
              <a:avLst/>
              <a:gdLst/>
              <a:ahLst/>
              <a:cxnLst/>
              <a:rect l="l" t="t" r="r" b="b"/>
              <a:pathLst>
                <a:path w="370" h="492" extrusionOk="0">
                  <a:moveTo>
                    <a:pt x="369" y="0"/>
                  </a:moveTo>
                  <a:lnTo>
                    <a:pt x="369" y="0"/>
                  </a:lnTo>
                  <a:lnTo>
                    <a:pt x="369" y="0"/>
                  </a:lnTo>
                  <a:lnTo>
                    <a:pt x="216" y="277"/>
                  </a:lnTo>
                  <a:lnTo>
                    <a:pt x="1" y="492"/>
                  </a:lnTo>
                  <a:lnTo>
                    <a:pt x="1" y="492"/>
                  </a:lnTo>
                  <a:lnTo>
                    <a:pt x="1" y="492"/>
                  </a:lnTo>
                  <a:lnTo>
                    <a:pt x="216" y="277"/>
                  </a:lnTo>
                  <a:lnTo>
                    <a:pt x="369" y="0"/>
                  </a:lnTo>
                  <a:close/>
                </a:path>
              </a:pathLst>
            </a:custGeom>
            <a:solidFill>
              <a:srgbClr val="4C89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2233;p46">
              <a:extLst>
                <a:ext uri="{FF2B5EF4-FFF2-40B4-BE49-F238E27FC236}">
                  <a16:creationId xmlns:a16="http://schemas.microsoft.com/office/drawing/2014/main" id="{F8A4B2EF-1E6D-A1F9-F824-BF528BE1A300}"/>
                </a:ext>
              </a:extLst>
            </p:cNvPr>
            <p:cNvSpPr/>
            <p:nvPr/>
          </p:nvSpPr>
          <p:spPr>
            <a:xfrm>
              <a:off x="3636953" y="3618762"/>
              <a:ext cx="38822" cy="51623"/>
            </a:xfrm>
            <a:custGeom>
              <a:avLst/>
              <a:gdLst/>
              <a:ahLst/>
              <a:cxnLst/>
              <a:rect l="l" t="t" r="r" b="b"/>
              <a:pathLst>
                <a:path w="370" h="492" fill="none" extrusionOk="0">
                  <a:moveTo>
                    <a:pt x="369" y="0"/>
                  </a:moveTo>
                  <a:lnTo>
                    <a:pt x="369" y="0"/>
                  </a:lnTo>
                  <a:lnTo>
                    <a:pt x="369" y="0"/>
                  </a:lnTo>
                  <a:lnTo>
                    <a:pt x="216" y="277"/>
                  </a:lnTo>
                  <a:lnTo>
                    <a:pt x="1" y="492"/>
                  </a:lnTo>
                  <a:lnTo>
                    <a:pt x="1" y="492"/>
                  </a:lnTo>
                  <a:lnTo>
                    <a:pt x="1" y="492"/>
                  </a:lnTo>
                  <a:lnTo>
                    <a:pt x="216" y="277"/>
                  </a:lnTo>
                  <a:lnTo>
                    <a:pt x="369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2234;p46">
              <a:extLst>
                <a:ext uri="{FF2B5EF4-FFF2-40B4-BE49-F238E27FC236}">
                  <a16:creationId xmlns:a16="http://schemas.microsoft.com/office/drawing/2014/main" id="{712099B0-3E39-BF7D-88FD-4BDDDA6EC99E}"/>
                </a:ext>
              </a:extLst>
            </p:cNvPr>
            <p:cNvSpPr/>
            <p:nvPr/>
          </p:nvSpPr>
          <p:spPr>
            <a:xfrm>
              <a:off x="3404857" y="3670280"/>
              <a:ext cx="232199" cy="61381"/>
            </a:xfrm>
            <a:custGeom>
              <a:avLst/>
              <a:gdLst/>
              <a:ahLst/>
              <a:cxnLst/>
              <a:rect l="l" t="t" r="r" b="b"/>
              <a:pathLst>
                <a:path w="2213" h="585" extrusionOk="0">
                  <a:moveTo>
                    <a:pt x="615" y="585"/>
                  </a:moveTo>
                  <a:lnTo>
                    <a:pt x="615" y="585"/>
                  </a:lnTo>
                  <a:lnTo>
                    <a:pt x="615" y="585"/>
                  </a:lnTo>
                  <a:lnTo>
                    <a:pt x="615" y="585"/>
                  </a:lnTo>
                  <a:lnTo>
                    <a:pt x="615" y="585"/>
                  </a:lnTo>
                  <a:close/>
                  <a:moveTo>
                    <a:pt x="584" y="585"/>
                  </a:moveTo>
                  <a:lnTo>
                    <a:pt x="584" y="585"/>
                  </a:lnTo>
                  <a:lnTo>
                    <a:pt x="615" y="585"/>
                  </a:lnTo>
                  <a:lnTo>
                    <a:pt x="615" y="585"/>
                  </a:lnTo>
                  <a:lnTo>
                    <a:pt x="584" y="585"/>
                  </a:lnTo>
                  <a:close/>
                  <a:moveTo>
                    <a:pt x="584" y="585"/>
                  </a:moveTo>
                  <a:lnTo>
                    <a:pt x="584" y="585"/>
                  </a:lnTo>
                  <a:lnTo>
                    <a:pt x="584" y="585"/>
                  </a:lnTo>
                  <a:lnTo>
                    <a:pt x="584" y="585"/>
                  </a:lnTo>
                  <a:lnTo>
                    <a:pt x="584" y="585"/>
                  </a:lnTo>
                  <a:close/>
                  <a:moveTo>
                    <a:pt x="553" y="585"/>
                  </a:moveTo>
                  <a:lnTo>
                    <a:pt x="553" y="585"/>
                  </a:lnTo>
                  <a:lnTo>
                    <a:pt x="584" y="585"/>
                  </a:lnTo>
                  <a:lnTo>
                    <a:pt x="584" y="585"/>
                  </a:lnTo>
                  <a:lnTo>
                    <a:pt x="553" y="585"/>
                  </a:lnTo>
                  <a:close/>
                  <a:moveTo>
                    <a:pt x="553" y="585"/>
                  </a:moveTo>
                  <a:lnTo>
                    <a:pt x="553" y="585"/>
                  </a:lnTo>
                  <a:lnTo>
                    <a:pt x="553" y="585"/>
                  </a:lnTo>
                  <a:lnTo>
                    <a:pt x="553" y="585"/>
                  </a:lnTo>
                  <a:lnTo>
                    <a:pt x="553" y="585"/>
                  </a:lnTo>
                  <a:close/>
                  <a:moveTo>
                    <a:pt x="523" y="585"/>
                  </a:moveTo>
                  <a:lnTo>
                    <a:pt x="523" y="585"/>
                  </a:lnTo>
                  <a:lnTo>
                    <a:pt x="553" y="585"/>
                  </a:lnTo>
                  <a:lnTo>
                    <a:pt x="553" y="585"/>
                  </a:lnTo>
                  <a:lnTo>
                    <a:pt x="523" y="585"/>
                  </a:lnTo>
                  <a:close/>
                  <a:moveTo>
                    <a:pt x="523" y="585"/>
                  </a:moveTo>
                  <a:lnTo>
                    <a:pt x="523" y="585"/>
                  </a:lnTo>
                  <a:lnTo>
                    <a:pt x="523" y="585"/>
                  </a:lnTo>
                  <a:lnTo>
                    <a:pt x="523" y="585"/>
                  </a:lnTo>
                  <a:lnTo>
                    <a:pt x="523" y="585"/>
                  </a:lnTo>
                  <a:close/>
                  <a:moveTo>
                    <a:pt x="93" y="492"/>
                  </a:moveTo>
                  <a:lnTo>
                    <a:pt x="93" y="492"/>
                  </a:lnTo>
                  <a:lnTo>
                    <a:pt x="308" y="554"/>
                  </a:lnTo>
                  <a:lnTo>
                    <a:pt x="523" y="585"/>
                  </a:lnTo>
                  <a:lnTo>
                    <a:pt x="523" y="585"/>
                  </a:lnTo>
                  <a:lnTo>
                    <a:pt x="308" y="554"/>
                  </a:lnTo>
                  <a:lnTo>
                    <a:pt x="93" y="492"/>
                  </a:lnTo>
                  <a:close/>
                  <a:moveTo>
                    <a:pt x="62" y="492"/>
                  </a:moveTo>
                  <a:lnTo>
                    <a:pt x="62" y="492"/>
                  </a:lnTo>
                  <a:lnTo>
                    <a:pt x="93" y="492"/>
                  </a:lnTo>
                  <a:lnTo>
                    <a:pt x="93" y="492"/>
                  </a:lnTo>
                  <a:lnTo>
                    <a:pt x="62" y="492"/>
                  </a:lnTo>
                  <a:close/>
                  <a:moveTo>
                    <a:pt x="62" y="492"/>
                  </a:moveTo>
                  <a:lnTo>
                    <a:pt x="62" y="492"/>
                  </a:lnTo>
                  <a:lnTo>
                    <a:pt x="62" y="492"/>
                  </a:lnTo>
                  <a:lnTo>
                    <a:pt x="62" y="492"/>
                  </a:lnTo>
                  <a:lnTo>
                    <a:pt x="62" y="492"/>
                  </a:lnTo>
                  <a:close/>
                  <a:moveTo>
                    <a:pt x="62" y="492"/>
                  </a:moveTo>
                  <a:lnTo>
                    <a:pt x="62" y="492"/>
                  </a:lnTo>
                  <a:lnTo>
                    <a:pt x="62" y="492"/>
                  </a:lnTo>
                  <a:lnTo>
                    <a:pt x="62" y="492"/>
                  </a:lnTo>
                  <a:lnTo>
                    <a:pt x="62" y="492"/>
                  </a:lnTo>
                  <a:close/>
                  <a:moveTo>
                    <a:pt x="31" y="492"/>
                  </a:moveTo>
                  <a:lnTo>
                    <a:pt x="31" y="492"/>
                  </a:lnTo>
                  <a:lnTo>
                    <a:pt x="31" y="492"/>
                  </a:lnTo>
                  <a:lnTo>
                    <a:pt x="31" y="492"/>
                  </a:lnTo>
                  <a:lnTo>
                    <a:pt x="31" y="492"/>
                  </a:lnTo>
                  <a:close/>
                  <a:moveTo>
                    <a:pt x="31" y="462"/>
                  </a:moveTo>
                  <a:lnTo>
                    <a:pt x="31" y="462"/>
                  </a:lnTo>
                  <a:lnTo>
                    <a:pt x="31" y="492"/>
                  </a:lnTo>
                  <a:lnTo>
                    <a:pt x="31" y="492"/>
                  </a:lnTo>
                  <a:lnTo>
                    <a:pt x="31" y="462"/>
                  </a:lnTo>
                  <a:close/>
                  <a:moveTo>
                    <a:pt x="0" y="462"/>
                  </a:moveTo>
                  <a:lnTo>
                    <a:pt x="0" y="462"/>
                  </a:lnTo>
                  <a:lnTo>
                    <a:pt x="31" y="462"/>
                  </a:lnTo>
                  <a:lnTo>
                    <a:pt x="31" y="462"/>
                  </a:lnTo>
                  <a:lnTo>
                    <a:pt x="0" y="462"/>
                  </a:lnTo>
                  <a:close/>
                  <a:moveTo>
                    <a:pt x="0" y="462"/>
                  </a:moveTo>
                  <a:lnTo>
                    <a:pt x="0" y="462"/>
                  </a:lnTo>
                  <a:lnTo>
                    <a:pt x="0" y="462"/>
                  </a:lnTo>
                  <a:lnTo>
                    <a:pt x="0" y="462"/>
                  </a:lnTo>
                  <a:lnTo>
                    <a:pt x="0" y="462"/>
                  </a:lnTo>
                  <a:close/>
                  <a:moveTo>
                    <a:pt x="2213" y="1"/>
                  </a:moveTo>
                  <a:lnTo>
                    <a:pt x="2213" y="1"/>
                  </a:lnTo>
                  <a:lnTo>
                    <a:pt x="2213" y="1"/>
                  </a:lnTo>
                  <a:lnTo>
                    <a:pt x="1905" y="247"/>
                  </a:lnTo>
                  <a:lnTo>
                    <a:pt x="1721" y="339"/>
                  </a:lnTo>
                  <a:lnTo>
                    <a:pt x="1537" y="431"/>
                  </a:lnTo>
                  <a:lnTo>
                    <a:pt x="1352" y="492"/>
                  </a:lnTo>
                  <a:lnTo>
                    <a:pt x="1137" y="554"/>
                  </a:lnTo>
                  <a:lnTo>
                    <a:pt x="953" y="585"/>
                  </a:lnTo>
                  <a:lnTo>
                    <a:pt x="738" y="585"/>
                  </a:lnTo>
                  <a:lnTo>
                    <a:pt x="738" y="585"/>
                  </a:lnTo>
                  <a:lnTo>
                    <a:pt x="738" y="585"/>
                  </a:lnTo>
                  <a:lnTo>
                    <a:pt x="738" y="585"/>
                  </a:lnTo>
                  <a:lnTo>
                    <a:pt x="953" y="585"/>
                  </a:lnTo>
                  <a:lnTo>
                    <a:pt x="1137" y="554"/>
                  </a:lnTo>
                  <a:lnTo>
                    <a:pt x="1352" y="492"/>
                  </a:lnTo>
                  <a:lnTo>
                    <a:pt x="1537" y="431"/>
                  </a:lnTo>
                  <a:lnTo>
                    <a:pt x="1721" y="339"/>
                  </a:lnTo>
                  <a:lnTo>
                    <a:pt x="1905" y="247"/>
                  </a:lnTo>
                  <a:lnTo>
                    <a:pt x="2213" y="1"/>
                  </a:lnTo>
                  <a:close/>
                </a:path>
              </a:pathLst>
            </a:custGeom>
            <a:solidFill>
              <a:srgbClr val="3B72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2235;p46">
              <a:extLst>
                <a:ext uri="{FF2B5EF4-FFF2-40B4-BE49-F238E27FC236}">
                  <a16:creationId xmlns:a16="http://schemas.microsoft.com/office/drawing/2014/main" id="{19FBAF9B-C608-4BD0-9490-6F39A682A715}"/>
                </a:ext>
              </a:extLst>
            </p:cNvPr>
            <p:cNvSpPr/>
            <p:nvPr/>
          </p:nvSpPr>
          <p:spPr>
            <a:xfrm>
              <a:off x="3469282" y="3731556"/>
              <a:ext cx="105" cy="10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2236;p46">
              <a:extLst>
                <a:ext uri="{FF2B5EF4-FFF2-40B4-BE49-F238E27FC236}">
                  <a16:creationId xmlns:a16="http://schemas.microsoft.com/office/drawing/2014/main" id="{6D684227-931A-4E35-94A3-5A2B2723D93F}"/>
                </a:ext>
              </a:extLst>
            </p:cNvPr>
            <p:cNvSpPr/>
            <p:nvPr/>
          </p:nvSpPr>
          <p:spPr>
            <a:xfrm>
              <a:off x="3466134" y="3731556"/>
              <a:ext cx="3253" cy="105"/>
            </a:xfrm>
            <a:custGeom>
              <a:avLst/>
              <a:gdLst/>
              <a:ahLst/>
              <a:cxnLst/>
              <a:rect l="l" t="t" r="r" b="b"/>
              <a:pathLst>
                <a:path w="31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31" y="1"/>
                  </a:lnTo>
                  <a:lnTo>
                    <a:pt x="31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2237;p46">
              <a:extLst>
                <a:ext uri="{FF2B5EF4-FFF2-40B4-BE49-F238E27FC236}">
                  <a16:creationId xmlns:a16="http://schemas.microsoft.com/office/drawing/2014/main" id="{79536755-86DA-5C1C-E5A5-6A870970AEAC}"/>
                </a:ext>
              </a:extLst>
            </p:cNvPr>
            <p:cNvSpPr/>
            <p:nvPr/>
          </p:nvSpPr>
          <p:spPr>
            <a:xfrm>
              <a:off x="3466134" y="3731556"/>
              <a:ext cx="105" cy="10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2238;p46">
              <a:extLst>
                <a:ext uri="{FF2B5EF4-FFF2-40B4-BE49-F238E27FC236}">
                  <a16:creationId xmlns:a16="http://schemas.microsoft.com/office/drawing/2014/main" id="{5978A3C8-8123-8FBE-E689-D81205579B55}"/>
                </a:ext>
              </a:extLst>
            </p:cNvPr>
            <p:cNvSpPr/>
            <p:nvPr/>
          </p:nvSpPr>
          <p:spPr>
            <a:xfrm>
              <a:off x="3462881" y="3731556"/>
              <a:ext cx="3358" cy="105"/>
            </a:xfrm>
            <a:custGeom>
              <a:avLst/>
              <a:gdLst/>
              <a:ahLst/>
              <a:cxnLst/>
              <a:rect l="l" t="t" r="r" b="b"/>
              <a:pathLst>
                <a:path w="32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31" y="1"/>
                  </a:lnTo>
                  <a:lnTo>
                    <a:pt x="31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2239;p46">
              <a:extLst>
                <a:ext uri="{FF2B5EF4-FFF2-40B4-BE49-F238E27FC236}">
                  <a16:creationId xmlns:a16="http://schemas.microsoft.com/office/drawing/2014/main" id="{DC8867AF-266C-DDCB-0976-36A0C49BE1AD}"/>
                </a:ext>
              </a:extLst>
            </p:cNvPr>
            <p:cNvSpPr/>
            <p:nvPr/>
          </p:nvSpPr>
          <p:spPr>
            <a:xfrm>
              <a:off x="3462881" y="3731556"/>
              <a:ext cx="105" cy="10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2240;p46">
              <a:extLst>
                <a:ext uri="{FF2B5EF4-FFF2-40B4-BE49-F238E27FC236}">
                  <a16:creationId xmlns:a16="http://schemas.microsoft.com/office/drawing/2014/main" id="{1261E614-6995-8F5A-3C16-329C555665BE}"/>
                </a:ext>
              </a:extLst>
            </p:cNvPr>
            <p:cNvSpPr/>
            <p:nvPr/>
          </p:nvSpPr>
          <p:spPr>
            <a:xfrm>
              <a:off x="3459629" y="3731556"/>
              <a:ext cx="3358" cy="105"/>
            </a:xfrm>
            <a:custGeom>
              <a:avLst/>
              <a:gdLst/>
              <a:ahLst/>
              <a:cxnLst/>
              <a:rect l="l" t="t" r="r" b="b"/>
              <a:pathLst>
                <a:path w="32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31" y="1"/>
                  </a:lnTo>
                  <a:lnTo>
                    <a:pt x="3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2241;p46">
              <a:extLst>
                <a:ext uri="{FF2B5EF4-FFF2-40B4-BE49-F238E27FC236}">
                  <a16:creationId xmlns:a16="http://schemas.microsoft.com/office/drawing/2014/main" id="{ED952B74-74D1-8CF9-20C9-4F51FE501C7B}"/>
                </a:ext>
              </a:extLst>
            </p:cNvPr>
            <p:cNvSpPr/>
            <p:nvPr/>
          </p:nvSpPr>
          <p:spPr>
            <a:xfrm>
              <a:off x="3459629" y="3731556"/>
              <a:ext cx="105" cy="10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2242;p46">
              <a:extLst>
                <a:ext uri="{FF2B5EF4-FFF2-40B4-BE49-F238E27FC236}">
                  <a16:creationId xmlns:a16="http://schemas.microsoft.com/office/drawing/2014/main" id="{EE4A2E45-77D5-9889-71AF-54D51242F3A9}"/>
                </a:ext>
              </a:extLst>
            </p:cNvPr>
            <p:cNvSpPr/>
            <p:nvPr/>
          </p:nvSpPr>
          <p:spPr>
            <a:xfrm>
              <a:off x="3414510" y="3721903"/>
              <a:ext cx="45223" cy="9758"/>
            </a:xfrm>
            <a:custGeom>
              <a:avLst/>
              <a:gdLst/>
              <a:ahLst/>
              <a:cxnLst/>
              <a:rect l="l" t="t" r="r" b="b"/>
              <a:pathLst>
                <a:path w="431" h="93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216" y="62"/>
                  </a:lnTo>
                  <a:lnTo>
                    <a:pt x="431" y="93"/>
                  </a:lnTo>
                  <a:lnTo>
                    <a:pt x="431" y="93"/>
                  </a:lnTo>
                  <a:lnTo>
                    <a:pt x="216" y="62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2243;p46">
              <a:extLst>
                <a:ext uri="{FF2B5EF4-FFF2-40B4-BE49-F238E27FC236}">
                  <a16:creationId xmlns:a16="http://schemas.microsoft.com/office/drawing/2014/main" id="{6E411B54-6022-7C2F-3165-D32AE06D07AB}"/>
                </a:ext>
              </a:extLst>
            </p:cNvPr>
            <p:cNvSpPr/>
            <p:nvPr/>
          </p:nvSpPr>
          <p:spPr>
            <a:xfrm>
              <a:off x="3411258" y="3721903"/>
              <a:ext cx="3358" cy="105"/>
            </a:xfrm>
            <a:custGeom>
              <a:avLst/>
              <a:gdLst/>
              <a:ahLst/>
              <a:cxnLst/>
              <a:rect l="l" t="t" r="r" b="b"/>
              <a:pathLst>
                <a:path w="32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32" y="0"/>
                  </a:lnTo>
                  <a:lnTo>
                    <a:pt x="32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2244;p46">
              <a:extLst>
                <a:ext uri="{FF2B5EF4-FFF2-40B4-BE49-F238E27FC236}">
                  <a16:creationId xmlns:a16="http://schemas.microsoft.com/office/drawing/2014/main" id="{218693DC-7620-7127-893C-24A31EBFC36E}"/>
                </a:ext>
              </a:extLst>
            </p:cNvPr>
            <p:cNvSpPr/>
            <p:nvPr/>
          </p:nvSpPr>
          <p:spPr>
            <a:xfrm>
              <a:off x="3411258" y="3721903"/>
              <a:ext cx="105" cy="10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2245;p46">
              <a:extLst>
                <a:ext uri="{FF2B5EF4-FFF2-40B4-BE49-F238E27FC236}">
                  <a16:creationId xmlns:a16="http://schemas.microsoft.com/office/drawing/2014/main" id="{41534167-904F-B4A5-0011-61A3FF8303E5}"/>
                </a:ext>
              </a:extLst>
            </p:cNvPr>
            <p:cNvSpPr/>
            <p:nvPr/>
          </p:nvSpPr>
          <p:spPr>
            <a:xfrm>
              <a:off x="3411258" y="3721903"/>
              <a:ext cx="105" cy="10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2246;p46">
              <a:extLst>
                <a:ext uri="{FF2B5EF4-FFF2-40B4-BE49-F238E27FC236}">
                  <a16:creationId xmlns:a16="http://schemas.microsoft.com/office/drawing/2014/main" id="{A737303B-1987-F20B-F617-2D5949D333C0}"/>
                </a:ext>
              </a:extLst>
            </p:cNvPr>
            <p:cNvSpPr/>
            <p:nvPr/>
          </p:nvSpPr>
          <p:spPr>
            <a:xfrm>
              <a:off x="3408110" y="3721903"/>
              <a:ext cx="105" cy="10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2247;p46">
              <a:extLst>
                <a:ext uri="{FF2B5EF4-FFF2-40B4-BE49-F238E27FC236}">
                  <a16:creationId xmlns:a16="http://schemas.microsoft.com/office/drawing/2014/main" id="{5C0FBB5A-E0A1-6965-0838-CE5555B4E3DC}"/>
                </a:ext>
              </a:extLst>
            </p:cNvPr>
            <p:cNvSpPr/>
            <p:nvPr/>
          </p:nvSpPr>
          <p:spPr>
            <a:xfrm>
              <a:off x="3408110" y="3718650"/>
              <a:ext cx="105" cy="3358"/>
            </a:xfrm>
            <a:custGeom>
              <a:avLst/>
              <a:gdLst/>
              <a:ahLst/>
              <a:cxnLst/>
              <a:rect l="l" t="t" r="r" b="b"/>
              <a:pathLst>
                <a:path w="1" h="32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31"/>
                  </a:lnTo>
                  <a:lnTo>
                    <a:pt x="0" y="3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2248;p46">
              <a:extLst>
                <a:ext uri="{FF2B5EF4-FFF2-40B4-BE49-F238E27FC236}">
                  <a16:creationId xmlns:a16="http://schemas.microsoft.com/office/drawing/2014/main" id="{832387E6-DAC5-B911-8E59-CDA6793AFD56}"/>
                </a:ext>
              </a:extLst>
            </p:cNvPr>
            <p:cNvSpPr/>
            <p:nvPr/>
          </p:nvSpPr>
          <p:spPr>
            <a:xfrm>
              <a:off x="3404857" y="3718650"/>
              <a:ext cx="3358" cy="105"/>
            </a:xfrm>
            <a:custGeom>
              <a:avLst/>
              <a:gdLst/>
              <a:ahLst/>
              <a:cxnLst/>
              <a:rect l="l" t="t" r="r" b="b"/>
              <a:pathLst>
                <a:path w="32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31" y="1"/>
                  </a:lnTo>
                  <a:lnTo>
                    <a:pt x="31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2249;p46">
              <a:extLst>
                <a:ext uri="{FF2B5EF4-FFF2-40B4-BE49-F238E27FC236}">
                  <a16:creationId xmlns:a16="http://schemas.microsoft.com/office/drawing/2014/main" id="{6BC37056-0CF8-5824-1920-2C2146615185}"/>
                </a:ext>
              </a:extLst>
            </p:cNvPr>
            <p:cNvSpPr/>
            <p:nvPr/>
          </p:nvSpPr>
          <p:spPr>
            <a:xfrm>
              <a:off x="3404857" y="3718650"/>
              <a:ext cx="105" cy="10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2250;p46">
              <a:extLst>
                <a:ext uri="{FF2B5EF4-FFF2-40B4-BE49-F238E27FC236}">
                  <a16:creationId xmlns:a16="http://schemas.microsoft.com/office/drawing/2014/main" id="{4D3F7B6D-AED2-F191-BC79-C124B98CF1F8}"/>
                </a:ext>
              </a:extLst>
            </p:cNvPr>
            <p:cNvSpPr/>
            <p:nvPr/>
          </p:nvSpPr>
          <p:spPr>
            <a:xfrm>
              <a:off x="3482188" y="3670280"/>
              <a:ext cx="154869" cy="61381"/>
            </a:xfrm>
            <a:custGeom>
              <a:avLst/>
              <a:gdLst/>
              <a:ahLst/>
              <a:cxnLst/>
              <a:rect l="l" t="t" r="r" b="b"/>
              <a:pathLst>
                <a:path w="1476" h="585" fill="none" extrusionOk="0">
                  <a:moveTo>
                    <a:pt x="1476" y="1"/>
                  </a:moveTo>
                  <a:lnTo>
                    <a:pt x="1476" y="1"/>
                  </a:lnTo>
                  <a:lnTo>
                    <a:pt x="1476" y="1"/>
                  </a:lnTo>
                  <a:lnTo>
                    <a:pt x="1168" y="247"/>
                  </a:lnTo>
                  <a:lnTo>
                    <a:pt x="984" y="339"/>
                  </a:lnTo>
                  <a:lnTo>
                    <a:pt x="800" y="431"/>
                  </a:lnTo>
                  <a:lnTo>
                    <a:pt x="615" y="492"/>
                  </a:lnTo>
                  <a:lnTo>
                    <a:pt x="400" y="554"/>
                  </a:lnTo>
                  <a:lnTo>
                    <a:pt x="216" y="585"/>
                  </a:lnTo>
                  <a:lnTo>
                    <a:pt x="1" y="585"/>
                  </a:lnTo>
                  <a:lnTo>
                    <a:pt x="1" y="585"/>
                  </a:lnTo>
                  <a:lnTo>
                    <a:pt x="1" y="585"/>
                  </a:lnTo>
                  <a:lnTo>
                    <a:pt x="1" y="585"/>
                  </a:lnTo>
                  <a:lnTo>
                    <a:pt x="216" y="585"/>
                  </a:lnTo>
                  <a:lnTo>
                    <a:pt x="400" y="554"/>
                  </a:lnTo>
                  <a:lnTo>
                    <a:pt x="615" y="492"/>
                  </a:lnTo>
                  <a:lnTo>
                    <a:pt x="800" y="431"/>
                  </a:lnTo>
                  <a:lnTo>
                    <a:pt x="984" y="339"/>
                  </a:lnTo>
                  <a:lnTo>
                    <a:pt x="1168" y="247"/>
                  </a:lnTo>
                  <a:lnTo>
                    <a:pt x="1476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2251;p46">
              <a:extLst>
                <a:ext uri="{FF2B5EF4-FFF2-40B4-BE49-F238E27FC236}">
                  <a16:creationId xmlns:a16="http://schemas.microsoft.com/office/drawing/2014/main" id="{39CA7324-CF64-3E7E-2D0B-E14B49E5A367}"/>
                </a:ext>
              </a:extLst>
            </p:cNvPr>
            <p:cNvSpPr/>
            <p:nvPr/>
          </p:nvSpPr>
          <p:spPr>
            <a:xfrm>
              <a:off x="3391951" y="3360856"/>
              <a:ext cx="316034" cy="370805"/>
            </a:xfrm>
            <a:custGeom>
              <a:avLst/>
              <a:gdLst/>
              <a:ahLst/>
              <a:cxnLst/>
              <a:rect l="l" t="t" r="r" b="b"/>
              <a:pathLst>
                <a:path w="3012" h="3534" extrusionOk="0">
                  <a:moveTo>
                    <a:pt x="2028" y="0"/>
                  </a:moveTo>
                  <a:lnTo>
                    <a:pt x="2243" y="307"/>
                  </a:lnTo>
                  <a:lnTo>
                    <a:pt x="2397" y="645"/>
                  </a:lnTo>
                  <a:lnTo>
                    <a:pt x="2520" y="983"/>
                  </a:lnTo>
                  <a:lnTo>
                    <a:pt x="2551" y="1383"/>
                  </a:lnTo>
                  <a:lnTo>
                    <a:pt x="2520" y="1598"/>
                  </a:lnTo>
                  <a:lnTo>
                    <a:pt x="2489" y="1782"/>
                  </a:lnTo>
                  <a:lnTo>
                    <a:pt x="2459" y="1997"/>
                  </a:lnTo>
                  <a:lnTo>
                    <a:pt x="2397" y="2182"/>
                  </a:lnTo>
                  <a:lnTo>
                    <a:pt x="2305" y="2366"/>
                  </a:lnTo>
                  <a:lnTo>
                    <a:pt x="2182" y="2520"/>
                  </a:lnTo>
                  <a:lnTo>
                    <a:pt x="2090" y="2673"/>
                  </a:lnTo>
                  <a:lnTo>
                    <a:pt x="1936" y="2827"/>
                  </a:lnTo>
                  <a:lnTo>
                    <a:pt x="1813" y="2950"/>
                  </a:lnTo>
                  <a:lnTo>
                    <a:pt x="1629" y="3073"/>
                  </a:lnTo>
                  <a:lnTo>
                    <a:pt x="1475" y="3196"/>
                  </a:lnTo>
                  <a:lnTo>
                    <a:pt x="1291" y="3257"/>
                  </a:lnTo>
                  <a:lnTo>
                    <a:pt x="1107" y="3349"/>
                  </a:lnTo>
                  <a:lnTo>
                    <a:pt x="922" y="3380"/>
                  </a:lnTo>
                  <a:lnTo>
                    <a:pt x="707" y="3411"/>
                  </a:lnTo>
                  <a:lnTo>
                    <a:pt x="492" y="3441"/>
                  </a:lnTo>
                  <a:lnTo>
                    <a:pt x="246" y="3411"/>
                  </a:lnTo>
                  <a:lnTo>
                    <a:pt x="0" y="3380"/>
                  </a:lnTo>
                  <a:lnTo>
                    <a:pt x="0" y="3380"/>
                  </a:lnTo>
                  <a:lnTo>
                    <a:pt x="123" y="3411"/>
                  </a:lnTo>
                  <a:lnTo>
                    <a:pt x="154" y="3411"/>
                  </a:lnTo>
                  <a:lnTo>
                    <a:pt x="154" y="3441"/>
                  </a:lnTo>
                  <a:lnTo>
                    <a:pt x="216" y="3441"/>
                  </a:lnTo>
                  <a:lnTo>
                    <a:pt x="431" y="3503"/>
                  </a:lnTo>
                  <a:lnTo>
                    <a:pt x="646" y="3534"/>
                  </a:lnTo>
                  <a:lnTo>
                    <a:pt x="1076" y="3534"/>
                  </a:lnTo>
                  <a:lnTo>
                    <a:pt x="1260" y="3503"/>
                  </a:lnTo>
                  <a:lnTo>
                    <a:pt x="1475" y="3441"/>
                  </a:lnTo>
                  <a:lnTo>
                    <a:pt x="1660" y="3380"/>
                  </a:lnTo>
                  <a:lnTo>
                    <a:pt x="1844" y="3288"/>
                  </a:lnTo>
                  <a:lnTo>
                    <a:pt x="2028" y="3196"/>
                  </a:lnTo>
                  <a:lnTo>
                    <a:pt x="2336" y="2950"/>
                  </a:lnTo>
                  <a:lnTo>
                    <a:pt x="2551" y="2735"/>
                  </a:lnTo>
                  <a:lnTo>
                    <a:pt x="2704" y="2458"/>
                  </a:lnTo>
                  <a:lnTo>
                    <a:pt x="2858" y="2182"/>
                  </a:lnTo>
                  <a:lnTo>
                    <a:pt x="2950" y="1844"/>
                  </a:lnTo>
                  <a:lnTo>
                    <a:pt x="2981" y="1629"/>
                  </a:lnTo>
                  <a:lnTo>
                    <a:pt x="3012" y="1383"/>
                  </a:lnTo>
                  <a:lnTo>
                    <a:pt x="3012" y="1352"/>
                  </a:lnTo>
                  <a:lnTo>
                    <a:pt x="2858" y="953"/>
                  </a:lnTo>
                  <a:lnTo>
                    <a:pt x="2704" y="707"/>
                  </a:lnTo>
                  <a:lnTo>
                    <a:pt x="2520" y="461"/>
                  </a:lnTo>
                  <a:lnTo>
                    <a:pt x="2274" y="215"/>
                  </a:lnTo>
                  <a:lnTo>
                    <a:pt x="2028" y="0"/>
                  </a:lnTo>
                  <a:close/>
                </a:path>
              </a:pathLst>
            </a:custGeom>
            <a:solidFill>
              <a:srgbClr val="1F21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2252;p46">
              <a:extLst>
                <a:ext uri="{FF2B5EF4-FFF2-40B4-BE49-F238E27FC236}">
                  <a16:creationId xmlns:a16="http://schemas.microsoft.com/office/drawing/2014/main" id="{5B8943FA-A6A8-1E49-438C-721A8026883C}"/>
                </a:ext>
              </a:extLst>
            </p:cNvPr>
            <p:cNvSpPr/>
            <p:nvPr/>
          </p:nvSpPr>
          <p:spPr>
            <a:xfrm>
              <a:off x="3391951" y="3360856"/>
              <a:ext cx="316034" cy="370805"/>
            </a:xfrm>
            <a:custGeom>
              <a:avLst/>
              <a:gdLst/>
              <a:ahLst/>
              <a:cxnLst/>
              <a:rect l="l" t="t" r="r" b="b"/>
              <a:pathLst>
                <a:path w="3012" h="3534" fill="none" extrusionOk="0">
                  <a:moveTo>
                    <a:pt x="2028" y="0"/>
                  </a:moveTo>
                  <a:lnTo>
                    <a:pt x="2028" y="0"/>
                  </a:lnTo>
                  <a:lnTo>
                    <a:pt x="2243" y="307"/>
                  </a:lnTo>
                  <a:lnTo>
                    <a:pt x="2397" y="645"/>
                  </a:lnTo>
                  <a:lnTo>
                    <a:pt x="2520" y="983"/>
                  </a:lnTo>
                  <a:lnTo>
                    <a:pt x="2551" y="1383"/>
                  </a:lnTo>
                  <a:lnTo>
                    <a:pt x="2551" y="1383"/>
                  </a:lnTo>
                  <a:lnTo>
                    <a:pt x="2520" y="1598"/>
                  </a:lnTo>
                  <a:lnTo>
                    <a:pt x="2489" y="1782"/>
                  </a:lnTo>
                  <a:lnTo>
                    <a:pt x="2459" y="1997"/>
                  </a:lnTo>
                  <a:lnTo>
                    <a:pt x="2397" y="2182"/>
                  </a:lnTo>
                  <a:lnTo>
                    <a:pt x="2305" y="2366"/>
                  </a:lnTo>
                  <a:lnTo>
                    <a:pt x="2182" y="2520"/>
                  </a:lnTo>
                  <a:lnTo>
                    <a:pt x="2090" y="2673"/>
                  </a:lnTo>
                  <a:lnTo>
                    <a:pt x="1936" y="2827"/>
                  </a:lnTo>
                  <a:lnTo>
                    <a:pt x="1813" y="2950"/>
                  </a:lnTo>
                  <a:lnTo>
                    <a:pt x="1629" y="3073"/>
                  </a:lnTo>
                  <a:lnTo>
                    <a:pt x="1475" y="3196"/>
                  </a:lnTo>
                  <a:lnTo>
                    <a:pt x="1291" y="3257"/>
                  </a:lnTo>
                  <a:lnTo>
                    <a:pt x="1107" y="3349"/>
                  </a:lnTo>
                  <a:lnTo>
                    <a:pt x="922" y="3380"/>
                  </a:lnTo>
                  <a:lnTo>
                    <a:pt x="707" y="3411"/>
                  </a:lnTo>
                  <a:lnTo>
                    <a:pt x="492" y="3441"/>
                  </a:lnTo>
                  <a:lnTo>
                    <a:pt x="492" y="3441"/>
                  </a:lnTo>
                  <a:lnTo>
                    <a:pt x="246" y="3411"/>
                  </a:lnTo>
                  <a:lnTo>
                    <a:pt x="0" y="3380"/>
                  </a:lnTo>
                  <a:lnTo>
                    <a:pt x="0" y="3380"/>
                  </a:lnTo>
                  <a:lnTo>
                    <a:pt x="123" y="3411"/>
                  </a:lnTo>
                  <a:lnTo>
                    <a:pt x="123" y="3411"/>
                  </a:lnTo>
                  <a:lnTo>
                    <a:pt x="123" y="3411"/>
                  </a:lnTo>
                  <a:lnTo>
                    <a:pt x="123" y="3411"/>
                  </a:lnTo>
                  <a:lnTo>
                    <a:pt x="123" y="3411"/>
                  </a:lnTo>
                  <a:lnTo>
                    <a:pt x="123" y="3411"/>
                  </a:lnTo>
                  <a:lnTo>
                    <a:pt x="154" y="3411"/>
                  </a:lnTo>
                  <a:lnTo>
                    <a:pt x="154" y="3411"/>
                  </a:lnTo>
                  <a:lnTo>
                    <a:pt x="154" y="3411"/>
                  </a:lnTo>
                  <a:lnTo>
                    <a:pt x="154" y="3411"/>
                  </a:lnTo>
                  <a:lnTo>
                    <a:pt x="154" y="3441"/>
                  </a:lnTo>
                  <a:lnTo>
                    <a:pt x="154" y="3441"/>
                  </a:lnTo>
                  <a:lnTo>
                    <a:pt x="154" y="3441"/>
                  </a:lnTo>
                  <a:lnTo>
                    <a:pt x="154" y="3441"/>
                  </a:lnTo>
                  <a:lnTo>
                    <a:pt x="154" y="3441"/>
                  </a:lnTo>
                  <a:lnTo>
                    <a:pt x="154" y="3441"/>
                  </a:lnTo>
                  <a:lnTo>
                    <a:pt x="185" y="3441"/>
                  </a:lnTo>
                  <a:lnTo>
                    <a:pt x="185" y="3441"/>
                  </a:lnTo>
                  <a:lnTo>
                    <a:pt x="185" y="3441"/>
                  </a:lnTo>
                  <a:lnTo>
                    <a:pt x="185" y="3441"/>
                  </a:lnTo>
                  <a:lnTo>
                    <a:pt x="185" y="3441"/>
                  </a:lnTo>
                  <a:lnTo>
                    <a:pt x="185" y="3441"/>
                  </a:lnTo>
                  <a:lnTo>
                    <a:pt x="185" y="3441"/>
                  </a:lnTo>
                  <a:lnTo>
                    <a:pt x="185" y="3441"/>
                  </a:lnTo>
                  <a:lnTo>
                    <a:pt x="185" y="3441"/>
                  </a:lnTo>
                  <a:lnTo>
                    <a:pt x="185" y="3441"/>
                  </a:lnTo>
                  <a:lnTo>
                    <a:pt x="216" y="3441"/>
                  </a:lnTo>
                  <a:lnTo>
                    <a:pt x="216" y="3441"/>
                  </a:lnTo>
                  <a:lnTo>
                    <a:pt x="216" y="3441"/>
                  </a:lnTo>
                  <a:lnTo>
                    <a:pt x="216" y="3441"/>
                  </a:lnTo>
                  <a:lnTo>
                    <a:pt x="431" y="3503"/>
                  </a:lnTo>
                  <a:lnTo>
                    <a:pt x="646" y="3534"/>
                  </a:lnTo>
                  <a:lnTo>
                    <a:pt x="646" y="3534"/>
                  </a:lnTo>
                  <a:lnTo>
                    <a:pt x="646" y="3534"/>
                  </a:lnTo>
                  <a:lnTo>
                    <a:pt x="646" y="3534"/>
                  </a:lnTo>
                  <a:lnTo>
                    <a:pt x="646" y="3534"/>
                  </a:lnTo>
                  <a:lnTo>
                    <a:pt x="646" y="3534"/>
                  </a:lnTo>
                  <a:lnTo>
                    <a:pt x="646" y="3534"/>
                  </a:lnTo>
                  <a:lnTo>
                    <a:pt x="646" y="3534"/>
                  </a:lnTo>
                  <a:lnTo>
                    <a:pt x="676" y="3534"/>
                  </a:lnTo>
                  <a:lnTo>
                    <a:pt x="676" y="3534"/>
                  </a:lnTo>
                  <a:lnTo>
                    <a:pt x="676" y="3534"/>
                  </a:lnTo>
                  <a:lnTo>
                    <a:pt x="676" y="3534"/>
                  </a:lnTo>
                  <a:lnTo>
                    <a:pt x="676" y="3534"/>
                  </a:lnTo>
                  <a:lnTo>
                    <a:pt x="676" y="3534"/>
                  </a:lnTo>
                  <a:lnTo>
                    <a:pt x="676" y="3534"/>
                  </a:lnTo>
                  <a:lnTo>
                    <a:pt x="676" y="3534"/>
                  </a:lnTo>
                  <a:lnTo>
                    <a:pt x="707" y="3534"/>
                  </a:lnTo>
                  <a:lnTo>
                    <a:pt x="707" y="3534"/>
                  </a:lnTo>
                  <a:lnTo>
                    <a:pt x="707" y="3534"/>
                  </a:lnTo>
                  <a:lnTo>
                    <a:pt x="707" y="3534"/>
                  </a:lnTo>
                  <a:lnTo>
                    <a:pt x="707" y="3534"/>
                  </a:lnTo>
                  <a:lnTo>
                    <a:pt x="707" y="3534"/>
                  </a:lnTo>
                  <a:lnTo>
                    <a:pt x="707" y="3534"/>
                  </a:lnTo>
                  <a:lnTo>
                    <a:pt x="707" y="3534"/>
                  </a:lnTo>
                  <a:lnTo>
                    <a:pt x="738" y="3534"/>
                  </a:lnTo>
                  <a:lnTo>
                    <a:pt x="738" y="3534"/>
                  </a:lnTo>
                  <a:lnTo>
                    <a:pt x="738" y="3534"/>
                  </a:lnTo>
                  <a:lnTo>
                    <a:pt x="738" y="3534"/>
                  </a:lnTo>
                  <a:lnTo>
                    <a:pt x="738" y="3534"/>
                  </a:lnTo>
                  <a:lnTo>
                    <a:pt x="738" y="3534"/>
                  </a:lnTo>
                  <a:lnTo>
                    <a:pt x="861" y="3534"/>
                  </a:lnTo>
                  <a:lnTo>
                    <a:pt x="861" y="3534"/>
                  </a:lnTo>
                  <a:lnTo>
                    <a:pt x="1076" y="3534"/>
                  </a:lnTo>
                  <a:lnTo>
                    <a:pt x="1260" y="3503"/>
                  </a:lnTo>
                  <a:lnTo>
                    <a:pt x="1475" y="3441"/>
                  </a:lnTo>
                  <a:lnTo>
                    <a:pt x="1660" y="3380"/>
                  </a:lnTo>
                  <a:lnTo>
                    <a:pt x="1844" y="3288"/>
                  </a:lnTo>
                  <a:lnTo>
                    <a:pt x="2028" y="3196"/>
                  </a:lnTo>
                  <a:lnTo>
                    <a:pt x="2336" y="2950"/>
                  </a:lnTo>
                  <a:lnTo>
                    <a:pt x="2336" y="2950"/>
                  </a:lnTo>
                  <a:lnTo>
                    <a:pt x="2551" y="2735"/>
                  </a:lnTo>
                  <a:lnTo>
                    <a:pt x="2704" y="2458"/>
                  </a:lnTo>
                  <a:lnTo>
                    <a:pt x="2704" y="2458"/>
                  </a:lnTo>
                  <a:lnTo>
                    <a:pt x="2858" y="2182"/>
                  </a:lnTo>
                  <a:lnTo>
                    <a:pt x="2950" y="1844"/>
                  </a:lnTo>
                  <a:lnTo>
                    <a:pt x="2950" y="1844"/>
                  </a:lnTo>
                  <a:lnTo>
                    <a:pt x="2981" y="1629"/>
                  </a:lnTo>
                  <a:lnTo>
                    <a:pt x="3012" y="1383"/>
                  </a:lnTo>
                  <a:lnTo>
                    <a:pt x="3012" y="1383"/>
                  </a:lnTo>
                  <a:lnTo>
                    <a:pt x="3012" y="1352"/>
                  </a:lnTo>
                  <a:lnTo>
                    <a:pt x="3012" y="1352"/>
                  </a:lnTo>
                  <a:lnTo>
                    <a:pt x="2858" y="953"/>
                  </a:lnTo>
                  <a:lnTo>
                    <a:pt x="2858" y="953"/>
                  </a:lnTo>
                  <a:lnTo>
                    <a:pt x="2858" y="953"/>
                  </a:lnTo>
                  <a:lnTo>
                    <a:pt x="2858" y="953"/>
                  </a:lnTo>
                  <a:lnTo>
                    <a:pt x="2704" y="707"/>
                  </a:lnTo>
                  <a:lnTo>
                    <a:pt x="2520" y="461"/>
                  </a:lnTo>
                  <a:lnTo>
                    <a:pt x="2274" y="215"/>
                  </a:lnTo>
                  <a:lnTo>
                    <a:pt x="2028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2253;p46">
              <a:extLst>
                <a:ext uri="{FF2B5EF4-FFF2-40B4-BE49-F238E27FC236}">
                  <a16:creationId xmlns:a16="http://schemas.microsoft.com/office/drawing/2014/main" id="{3B43FF38-1894-058C-0A53-F3F5B8919A59}"/>
                </a:ext>
              </a:extLst>
            </p:cNvPr>
            <p:cNvSpPr/>
            <p:nvPr/>
          </p:nvSpPr>
          <p:spPr>
            <a:xfrm>
              <a:off x="3337180" y="3364004"/>
              <a:ext cx="286970" cy="283822"/>
            </a:xfrm>
            <a:custGeom>
              <a:avLst/>
              <a:gdLst/>
              <a:ahLst/>
              <a:cxnLst/>
              <a:rect l="l" t="t" r="r" b="b"/>
              <a:pathLst>
                <a:path w="2735" h="2705" extrusionOk="0">
                  <a:moveTo>
                    <a:pt x="1383" y="216"/>
                  </a:moveTo>
                  <a:lnTo>
                    <a:pt x="1598" y="247"/>
                  </a:lnTo>
                  <a:lnTo>
                    <a:pt x="1813" y="308"/>
                  </a:lnTo>
                  <a:lnTo>
                    <a:pt x="1997" y="431"/>
                  </a:lnTo>
                  <a:lnTo>
                    <a:pt x="2151" y="554"/>
                  </a:lnTo>
                  <a:lnTo>
                    <a:pt x="2305" y="738"/>
                  </a:lnTo>
                  <a:lnTo>
                    <a:pt x="2397" y="923"/>
                  </a:lnTo>
                  <a:lnTo>
                    <a:pt x="2458" y="1138"/>
                  </a:lnTo>
                  <a:lnTo>
                    <a:pt x="2489" y="1353"/>
                  </a:lnTo>
                  <a:lnTo>
                    <a:pt x="2458" y="1568"/>
                  </a:lnTo>
                  <a:lnTo>
                    <a:pt x="2397" y="1783"/>
                  </a:lnTo>
                  <a:lnTo>
                    <a:pt x="2305" y="1967"/>
                  </a:lnTo>
                  <a:lnTo>
                    <a:pt x="2151" y="2152"/>
                  </a:lnTo>
                  <a:lnTo>
                    <a:pt x="1997" y="2274"/>
                  </a:lnTo>
                  <a:lnTo>
                    <a:pt x="1813" y="2397"/>
                  </a:lnTo>
                  <a:lnTo>
                    <a:pt x="1598" y="2459"/>
                  </a:lnTo>
                  <a:lnTo>
                    <a:pt x="1137" y="2459"/>
                  </a:lnTo>
                  <a:lnTo>
                    <a:pt x="922" y="2397"/>
                  </a:lnTo>
                  <a:lnTo>
                    <a:pt x="738" y="2274"/>
                  </a:lnTo>
                  <a:lnTo>
                    <a:pt x="584" y="2152"/>
                  </a:lnTo>
                  <a:lnTo>
                    <a:pt x="430" y="1967"/>
                  </a:lnTo>
                  <a:lnTo>
                    <a:pt x="338" y="1783"/>
                  </a:lnTo>
                  <a:lnTo>
                    <a:pt x="277" y="1568"/>
                  </a:lnTo>
                  <a:lnTo>
                    <a:pt x="246" y="1353"/>
                  </a:lnTo>
                  <a:lnTo>
                    <a:pt x="277" y="1138"/>
                  </a:lnTo>
                  <a:lnTo>
                    <a:pt x="338" y="923"/>
                  </a:lnTo>
                  <a:lnTo>
                    <a:pt x="430" y="738"/>
                  </a:lnTo>
                  <a:lnTo>
                    <a:pt x="584" y="554"/>
                  </a:lnTo>
                  <a:lnTo>
                    <a:pt x="738" y="431"/>
                  </a:lnTo>
                  <a:lnTo>
                    <a:pt x="922" y="308"/>
                  </a:lnTo>
                  <a:lnTo>
                    <a:pt x="1137" y="247"/>
                  </a:lnTo>
                  <a:lnTo>
                    <a:pt x="1383" y="216"/>
                  </a:lnTo>
                  <a:close/>
                  <a:moveTo>
                    <a:pt x="1383" y="1"/>
                  </a:moveTo>
                  <a:lnTo>
                    <a:pt x="1106" y="31"/>
                  </a:lnTo>
                  <a:lnTo>
                    <a:pt x="830" y="93"/>
                  </a:lnTo>
                  <a:lnTo>
                    <a:pt x="615" y="216"/>
                  </a:lnTo>
                  <a:lnTo>
                    <a:pt x="400" y="400"/>
                  </a:lnTo>
                  <a:lnTo>
                    <a:pt x="246" y="585"/>
                  </a:lnTo>
                  <a:lnTo>
                    <a:pt x="123" y="830"/>
                  </a:lnTo>
                  <a:lnTo>
                    <a:pt x="31" y="1076"/>
                  </a:lnTo>
                  <a:lnTo>
                    <a:pt x="0" y="1353"/>
                  </a:lnTo>
                  <a:lnTo>
                    <a:pt x="31" y="1629"/>
                  </a:lnTo>
                  <a:lnTo>
                    <a:pt x="123" y="1875"/>
                  </a:lnTo>
                  <a:lnTo>
                    <a:pt x="246" y="2121"/>
                  </a:lnTo>
                  <a:lnTo>
                    <a:pt x="400" y="2305"/>
                  </a:lnTo>
                  <a:lnTo>
                    <a:pt x="615" y="2490"/>
                  </a:lnTo>
                  <a:lnTo>
                    <a:pt x="830" y="2612"/>
                  </a:lnTo>
                  <a:lnTo>
                    <a:pt x="1106" y="2674"/>
                  </a:lnTo>
                  <a:lnTo>
                    <a:pt x="1383" y="2705"/>
                  </a:lnTo>
                  <a:lnTo>
                    <a:pt x="1659" y="2674"/>
                  </a:lnTo>
                  <a:lnTo>
                    <a:pt x="1905" y="2612"/>
                  </a:lnTo>
                  <a:lnTo>
                    <a:pt x="2120" y="2490"/>
                  </a:lnTo>
                  <a:lnTo>
                    <a:pt x="2335" y="2305"/>
                  </a:lnTo>
                  <a:lnTo>
                    <a:pt x="2489" y="2121"/>
                  </a:lnTo>
                  <a:lnTo>
                    <a:pt x="2612" y="1875"/>
                  </a:lnTo>
                  <a:lnTo>
                    <a:pt x="2704" y="1629"/>
                  </a:lnTo>
                  <a:lnTo>
                    <a:pt x="2735" y="1353"/>
                  </a:lnTo>
                  <a:lnTo>
                    <a:pt x="2704" y="1076"/>
                  </a:lnTo>
                  <a:lnTo>
                    <a:pt x="2612" y="830"/>
                  </a:lnTo>
                  <a:lnTo>
                    <a:pt x="2489" y="585"/>
                  </a:lnTo>
                  <a:lnTo>
                    <a:pt x="2335" y="400"/>
                  </a:lnTo>
                  <a:lnTo>
                    <a:pt x="2120" y="216"/>
                  </a:lnTo>
                  <a:lnTo>
                    <a:pt x="1905" y="93"/>
                  </a:lnTo>
                  <a:lnTo>
                    <a:pt x="1659" y="31"/>
                  </a:lnTo>
                  <a:lnTo>
                    <a:pt x="1383" y="1"/>
                  </a:lnTo>
                  <a:close/>
                </a:path>
              </a:pathLst>
            </a:custGeom>
            <a:solidFill>
              <a:srgbClr val="9099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2254;p46">
              <a:extLst>
                <a:ext uri="{FF2B5EF4-FFF2-40B4-BE49-F238E27FC236}">
                  <a16:creationId xmlns:a16="http://schemas.microsoft.com/office/drawing/2014/main" id="{DEC7025F-F8E5-FDD1-F8D0-18970AD5100C}"/>
                </a:ext>
              </a:extLst>
            </p:cNvPr>
            <p:cNvSpPr/>
            <p:nvPr/>
          </p:nvSpPr>
          <p:spPr>
            <a:xfrm>
              <a:off x="3337180" y="3364004"/>
              <a:ext cx="286970" cy="283822"/>
            </a:xfrm>
            <a:custGeom>
              <a:avLst/>
              <a:gdLst/>
              <a:ahLst/>
              <a:cxnLst/>
              <a:rect l="l" t="t" r="r" b="b"/>
              <a:pathLst>
                <a:path w="2735" h="2705" fill="none" extrusionOk="0">
                  <a:moveTo>
                    <a:pt x="2612" y="1353"/>
                  </a:moveTo>
                  <a:lnTo>
                    <a:pt x="2489" y="1353"/>
                  </a:lnTo>
                  <a:lnTo>
                    <a:pt x="2489" y="1353"/>
                  </a:lnTo>
                  <a:lnTo>
                    <a:pt x="2458" y="1568"/>
                  </a:lnTo>
                  <a:lnTo>
                    <a:pt x="2397" y="1783"/>
                  </a:lnTo>
                  <a:lnTo>
                    <a:pt x="2305" y="1967"/>
                  </a:lnTo>
                  <a:lnTo>
                    <a:pt x="2151" y="2152"/>
                  </a:lnTo>
                  <a:lnTo>
                    <a:pt x="2151" y="2152"/>
                  </a:lnTo>
                  <a:lnTo>
                    <a:pt x="1997" y="2274"/>
                  </a:lnTo>
                  <a:lnTo>
                    <a:pt x="1813" y="2397"/>
                  </a:lnTo>
                  <a:lnTo>
                    <a:pt x="1598" y="2459"/>
                  </a:lnTo>
                  <a:lnTo>
                    <a:pt x="1383" y="2459"/>
                  </a:lnTo>
                  <a:lnTo>
                    <a:pt x="1383" y="2459"/>
                  </a:lnTo>
                  <a:lnTo>
                    <a:pt x="1137" y="2459"/>
                  </a:lnTo>
                  <a:lnTo>
                    <a:pt x="922" y="2397"/>
                  </a:lnTo>
                  <a:lnTo>
                    <a:pt x="738" y="2274"/>
                  </a:lnTo>
                  <a:lnTo>
                    <a:pt x="584" y="2152"/>
                  </a:lnTo>
                  <a:lnTo>
                    <a:pt x="584" y="2152"/>
                  </a:lnTo>
                  <a:lnTo>
                    <a:pt x="430" y="1967"/>
                  </a:lnTo>
                  <a:lnTo>
                    <a:pt x="338" y="1783"/>
                  </a:lnTo>
                  <a:lnTo>
                    <a:pt x="277" y="1568"/>
                  </a:lnTo>
                  <a:lnTo>
                    <a:pt x="246" y="1353"/>
                  </a:lnTo>
                  <a:lnTo>
                    <a:pt x="246" y="1353"/>
                  </a:lnTo>
                  <a:lnTo>
                    <a:pt x="277" y="1138"/>
                  </a:lnTo>
                  <a:lnTo>
                    <a:pt x="338" y="923"/>
                  </a:lnTo>
                  <a:lnTo>
                    <a:pt x="430" y="738"/>
                  </a:lnTo>
                  <a:lnTo>
                    <a:pt x="584" y="554"/>
                  </a:lnTo>
                  <a:lnTo>
                    <a:pt x="584" y="554"/>
                  </a:lnTo>
                  <a:lnTo>
                    <a:pt x="738" y="431"/>
                  </a:lnTo>
                  <a:lnTo>
                    <a:pt x="922" y="308"/>
                  </a:lnTo>
                  <a:lnTo>
                    <a:pt x="1137" y="247"/>
                  </a:lnTo>
                  <a:lnTo>
                    <a:pt x="1383" y="216"/>
                  </a:lnTo>
                  <a:lnTo>
                    <a:pt x="1383" y="216"/>
                  </a:lnTo>
                  <a:lnTo>
                    <a:pt x="1598" y="247"/>
                  </a:lnTo>
                  <a:lnTo>
                    <a:pt x="1813" y="308"/>
                  </a:lnTo>
                  <a:lnTo>
                    <a:pt x="1997" y="431"/>
                  </a:lnTo>
                  <a:lnTo>
                    <a:pt x="2151" y="554"/>
                  </a:lnTo>
                  <a:lnTo>
                    <a:pt x="2151" y="554"/>
                  </a:lnTo>
                  <a:lnTo>
                    <a:pt x="2305" y="738"/>
                  </a:lnTo>
                  <a:lnTo>
                    <a:pt x="2397" y="923"/>
                  </a:lnTo>
                  <a:lnTo>
                    <a:pt x="2458" y="1138"/>
                  </a:lnTo>
                  <a:lnTo>
                    <a:pt x="2489" y="1353"/>
                  </a:lnTo>
                  <a:lnTo>
                    <a:pt x="2612" y="1353"/>
                  </a:lnTo>
                  <a:lnTo>
                    <a:pt x="2735" y="1353"/>
                  </a:lnTo>
                  <a:lnTo>
                    <a:pt x="2735" y="1353"/>
                  </a:lnTo>
                  <a:lnTo>
                    <a:pt x="2704" y="1076"/>
                  </a:lnTo>
                  <a:lnTo>
                    <a:pt x="2612" y="830"/>
                  </a:lnTo>
                  <a:lnTo>
                    <a:pt x="2489" y="585"/>
                  </a:lnTo>
                  <a:lnTo>
                    <a:pt x="2335" y="400"/>
                  </a:lnTo>
                  <a:lnTo>
                    <a:pt x="2120" y="216"/>
                  </a:lnTo>
                  <a:lnTo>
                    <a:pt x="1905" y="93"/>
                  </a:lnTo>
                  <a:lnTo>
                    <a:pt x="1659" y="31"/>
                  </a:lnTo>
                  <a:lnTo>
                    <a:pt x="1383" y="1"/>
                  </a:lnTo>
                  <a:lnTo>
                    <a:pt x="1383" y="1"/>
                  </a:lnTo>
                  <a:lnTo>
                    <a:pt x="1106" y="31"/>
                  </a:lnTo>
                  <a:lnTo>
                    <a:pt x="830" y="93"/>
                  </a:lnTo>
                  <a:lnTo>
                    <a:pt x="615" y="216"/>
                  </a:lnTo>
                  <a:lnTo>
                    <a:pt x="400" y="400"/>
                  </a:lnTo>
                  <a:lnTo>
                    <a:pt x="246" y="585"/>
                  </a:lnTo>
                  <a:lnTo>
                    <a:pt x="123" y="830"/>
                  </a:lnTo>
                  <a:lnTo>
                    <a:pt x="31" y="1076"/>
                  </a:lnTo>
                  <a:lnTo>
                    <a:pt x="0" y="1353"/>
                  </a:lnTo>
                  <a:lnTo>
                    <a:pt x="0" y="1353"/>
                  </a:lnTo>
                  <a:lnTo>
                    <a:pt x="31" y="1629"/>
                  </a:lnTo>
                  <a:lnTo>
                    <a:pt x="123" y="1875"/>
                  </a:lnTo>
                  <a:lnTo>
                    <a:pt x="246" y="2121"/>
                  </a:lnTo>
                  <a:lnTo>
                    <a:pt x="400" y="2305"/>
                  </a:lnTo>
                  <a:lnTo>
                    <a:pt x="615" y="2490"/>
                  </a:lnTo>
                  <a:lnTo>
                    <a:pt x="830" y="2612"/>
                  </a:lnTo>
                  <a:lnTo>
                    <a:pt x="1106" y="2674"/>
                  </a:lnTo>
                  <a:lnTo>
                    <a:pt x="1383" y="2705"/>
                  </a:lnTo>
                  <a:lnTo>
                    <a:pt x="1383" y="2705"/>
                  </a:lnTo>
                  <a:lnTo>
                    <a:pt x="1659" y="2674"/>
                  </a:lnTo>
                  <a:lnTo>
                    <a:pt x="1905" y="2612"/>
                  </a:lnTo>
                  <a:lnTo>
                    <a:pt x="2120" y="2490"/>
                  </a:lnTo>
                  <a:lnTo>
                    <a:pt x="2335" y="2305"/>
                  </a:lnTo>
                  <a:lnTo>
                    <a:pt x="2489" y="2121"/>
                  </a:lnTo>
                  <a:lnTo>
                    <a:pt x="2612" y="1875"/>
                  </a:lnTo>
                  <a:lnTo>
                    <a:pt x="2704" y="1629"/>
                  </a:lnTo>
                  <a:lnTo>
                    <a:pt x="2735" y="1353"/>
                  </a:lnTo>
                  <a:lnTo>
                    <a:pt x="2612" y="135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2255;p46">
              <a:extLst>
                <a:ext uri="{FF2B5EF4-FFF2-40B4-BE49-F238E27FC236}">
                  <a16:creationId xmlns:a16="http://schemas.microsoft.com/office/drawing/2014/main" id="{600BD812-B622-5C2B-EE01-1E5D22DC48AE}"/>
                </a:ext>
              </a:extLst>
            </p:cNvPr>
            <p:cNvSpPr/>
            <p:nvPr/>
          </p:nvSpPr>
          <p:spPr>
            <a:xfrm>
              <a:off x="3414510" y="3438186"/>
              <a:ext cx="135563" cy="135458"/>
            </a:xfrm>
            <a:custGeom>
              <a:avLst/>
              <a:gdLst/>
              <a:ahLst/>
              <a:cxnLst/>
              <a:rect l="l" t="t" r="r" b="b"/>
              <a:pathLst>
                <a:path w="1292" h="1291" extrusionOk="0">
                  <a:moveTo>
                    <a:pt x="492" y="0"/>
                  </a:moveTo>
                  <a:lnTo>
                    <a:pt x="369" y="62"/>
                  </a:lnTo>
                  <a:lnTo>
                    <a:pt x="277" y="123"/>
                  </a:lnTo>
                  <a:lnTo>
                    <a:pt x="185" y="185"/>
                  </a:lnTo>
                  <a:lnTo>
                    <a:pt x="93" y="277"/>
                  </a:lnTo>
                  <a:lnTo>
                    <a:pt x="31" y="400"/>
                  </a:lnTo>
                  <a:lnTo>
                    <a:pt x="1" y="523"/>
                  </a:lnTo>
                  <a:lnTo>
                    <a:pt x="1" y="646"/>
                  </a:lnTo>
                  <a:lnTo>
                    <a:pt x="1" y="769"/>
                  </a:lnTo>
                  <a:lnTo>
                    <a:pt x="31" y="892"/>
                  </a:lnTo>
                  <a:lnTo>
                    <a:pt x="93" y="1014"/>
                  </a:lnTo>
                  <a:lnTo>
                    <a:pt x="185" y="1107"/>
                  </a:lnTo>
                  <a:lnTo>
                    <a:pt x="277" y="1168"/>
                  </a:lnTo>
                  <a:lnTo>
                    <a:pt x="369" y="1229"/>
                  </a:lnTo>
                  <a:lnTo>
                    <a:pt x="492" y="1260"/>
                  </a:lnTo>
                  <a:lnTo>
                    <a:pt x="646" y="1291"/>
                  </a:lnTo>
                  <a:lnTo>
                    <a:pt x="769" y="1260"/>
                  </a:lnTo>
                  <a:lnTo>
                    <a:pt x="892" y="1229"/>
                  </a:lnTo>
                  <a:lnTo>
                    <a:pt x="984" y="1168"/>
                  </a:lnTo>
                  <a:lnTo>
                    <a:pt x="1076" y="1107"/>
                  </a:lnTo>
                  <a:lnTo>
                    <a:pt x="1168" y="1014"/>
                  </a:lnTo>
                  <a:lnTo>
                    <a:pt x="1230" y="892"/>
                  </a:lnTo>
                  <a:lnTo>
                    <a:pt x="1260" y="769"/>
                  </a:lnTo>
                  <a:lnTo>
                    <a:pt x="1291" y="646"/>
                  </a:lnTo>
                  <a:lnTo>
                    <a:pt x="1260" y="523"/>
                  </a:lnTo>
                  <a:lnTo>
                    <a:pt x="1230" y="400"/>
                  </a:lnTo>
                  <a:lnTo>
                    <a:pt x="1168" y="277"/>
                  </a:lnTo>
                  <a:lnTo>
                    <a:pt x="1076" y="185"/>
                  </a:lnTo>
                  <a:lnTo>
                    <a:pt x="984" y="123"/>
                  </a:lnTo>
                  <a:lnTo>
                    <a:pt x="892" y="62"/>
                  </a:lnTo>
                  <a:lnTo>
                    <a:pt x="769" y="0"/>
                  </a:lnTo>
                  <a:close/>
                </a:path>
              </a:pathLst>
            </a:custGeom>
            <a:solidFill>
              <a:srgbClr val="9099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2256;p46">
              <a:extLst>
                <a:ext uri="{FF2B5EF4-FFF2-40B4-BE49-F238E27FC236}">
                  <a16:creationId xmlns:a16="http://schemas.microsoft.com/office/drawing/2014/main" id="{CDFF5059-1C15-B7FA-636C-1FCC38F25E42}"/>
                </a:ext>
              </a:extLst>
            </p:cNvPr>
            <p:cNvSpPr/>
            <p:nvPr/>
          </p:nvSpPr>
          <p:spPr>
            <a:xfrm>
              <a:off x="3469282" y="3376909"/>
              <a:ext cx="22664" cy="258011"/>
            </a:xfrm>
            <a:custGeom>
              <a:avLst/>
              <a:gdLst/>
              <a:ahLst/>
              <a:cxnLst/>
              <a:rect l="l" t="t" r="r" b="b"/>
              <a:pathLst>
                <a:path w="216" h="2459" extrusionOk="0">
                  <a:moveTo>
                    <a:pt x="1" y="1"/>
                  </a:moveTo>
                  <a:lnTo>
                    <a:pt x="1" y="2459"/>
                  </a:lnTo>
                  <a:lnTo>
                    <a:pt x="216" y="2459"/>
                  </a:lnTo>
                  <a:lnTo>
                    <a:pt x="216" y="1"/>
                  </a:lnTo>
                  <a:close/>
                </a:path>
              </a:pathLst>
            </a:custGeom>
            <a:solidFill>
              <a:srgbClr val="9099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2257;p46">
              <a:extLst>
                <a:ext uri="{FF2B5EF4-FFF2-40B4-BE49-F238E27FC236}">
                  <a16:creationId xmlns:a16="http://schemas.microsoft.com/office/drawing/2014/main" id="{D0CF2963-0D7D-A1E9-AEC2-2951F0C8936E}"/>
                </a:ext>
              </a:extLst>
            </p:cNvPr>
            <p:cNvSpPr/>
            <p:nvPr/>
          </p:nvSpPr>
          <p:spPr>
            <a:xfrm>
              <a:off x="3469282" y="3376909"/>
              <a:ext cx="22664" cy="258011"/>
            </a:xfrm>
            <a:custGeom>
              <a:avLst/>
              <a:gdLst/>
              <a:ahLst/>
              <a:cxnLst/>
              <a:rect l="l" t="t" r="r" b="b"/>
              <a:pathLst>
                <a:path w="216" h="2459" fill="none" extrusionOk="0">
                  <a:moveTo>
                    <a:pt x="1" y="1"/>
                  </a:moveTo>
                  <a:lnTo>
                    <a:pt x="1" y="2459"/>
                  </a:lnTo>
                  <a:lnTo>
                    <a:pt x="216" y="2459"/>
                  </a:lnTo>
                  <a:lnTo>
                    <a:pt x="216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2258;p46">
              <a:extLst>
                <a:ext uri="{FF2B5EF4-FFF2-40B4-BE49-F238E27FC236}">
                  <a16:creationId xmlns:a16="http://schemas.microsoft.com/office/drawing/2014/main" id="{745B6553-A608-605A-EE52-5E7FA6CCFCE3}"/>
                </a:ext>
              </a:extLst>
            </p:cNvPr>
            <p:cNvSpPr/>
            <p:nvPr/>
          </p:nvSpPr>
          <p:spPr>
            <a:xfrm>
              <a:off x="3350086" y="3492957"/>
              <a:ext cx="261158" cy="25916"/>
            </a:xfrm>
            <a:custGeom>
              <a:avLst/>
              <a:gdLst/>
              <a:ahLst/>
              <a:cxnLst/>
              <a:rect l="l" t="t" r="r" b="b"/>
              <a:pathLst>
                <a:path w="2489" h="247" extrusionOk="0">
                  <a:moveTo>
                    <a:pt x="0" y="1"/>
                  </a:moveTo>
                  <a:lnTo>
                    <a:pt x="0" y="247"/>
                  </a:lnTo>
                  <a:lnTo>
                    <a:pt x="2489" y="247"/>
                  </a:lnTo>
                  <a:lnTo>
                    <a:pt x="2489" y="1"/>
                  </a:lnTo>
                  <a:close/>
                </a:path>
              </a:pathLst>
            </a:custGeom>
            <a:solidFill>
              <a:srgbClr val="9099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2259;p46">
              <a:extLst>
                <a:ext uri="{FF2B5EF4-FFF2-40B4-BE49-F238E27FC236}">
                  <a16:creationId xmlns:a16="http://schemas.microsoft.com/office/drawing/2014/main" id="{F87F6A4E-BD0E-477A-2C3A-6938375EF242}"/>
                </a:ext>
              </a:extLst>
            </p:cNvPr>
            <p:cNvSpPr/>
            <p:nvPr/>
          </p:nvSpPr>
          <p:spPr>
            <a:xfrm>
              <a:off x="3350086" y="3492957"/>
              <a:ext cx="261158" cy="25916"/>
            </a:xfrm>
            <a:custGeom>
              <a:avLst/>
              <a:gdLst/>
              <a:ahLst/>
              <a:cxnLst/>
              <a:rect l="l" t="t" r="r" b="b"/>
              <a:pathLst>
                <a:path w="2489" h="247" fill="none" extrusionOk="0">
                  <a:moveTo>
                    <a:pt x="0" y="247"/>
                  </a:moveTo>
                  <a:lnTo>
                    <a:pt x="2489" y="247"/>
                  </a:lnTo>
                  <a:lnTo>
                    <a:pt x="2489" y="1"/>
                  </a:lnTo>
                  <a:lnTo>
                    <a:pt x="0" y="1"/>
                  </a:lnTo>
                  <a:lnTo>
                    <a:pt x="0" y="24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2260;p46">
              <a:extLst>
                <a:ext uri="{FF2B5EF4-FFF2-40B4-BE49-F238E27FC236}">
                  <a16:creationId xmlns:a16="http://schemas.microsoft.com/office/drawing/2014/main" id="{30626298-B96A-06B6-A539-BBEC6544FB4B}"/>
                </a:ext>
              </a:extLst>
            </p:cNvPr>
            <p:cNvSpPr/>
            <p:nvPr/>
          </p:nvSpPr>
          <p:spPr>
            <a:xfrm>
              <a:off x="3379046" y="3402721"/>
              <a:ext cx="199987" cy="203240"/>
            </a:xfrm>
            <a:custGeom>
              <a:avLst/>
              <a:gdLst/>
              <a:ahLst/>
              <a:cxnLst/>
              <a:rect l="l" t="t" r="r" b="b"/>
              <a:pathLst>
                <a:path w="1906" h="1937" extrusionOk="0">
                  <a:moveTo>
                    <a:pt x="1752" y="0"/>
                  </a:moveTo>
                  <a:lnTo>
                    <a:pt x="1" y="1752"/>
                  </a:lnTo>
                  <a:lnTo>
                    <a:pt x="154" y="1936"/>
                  </a:lnTo>
                  <a:lnTo>
                    <a:pt x="1906" y="185"/>
                  </a:lnTo>
                  <a:lnTo>
                    <a:pt x="1752" y="0"/>
                  </a:lnTo>
                  <a:close/>
                </a:path>
              </a:pathLst>
            </a:custGeom>
            <a:solidFill>
              <a:srgbClr val="9099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2261;p46">
              <a:extLst>
                <a:ext uri="{FF2B5EF4-FFF2-40B4-BE49-F238E27FC236}">
                  <a16:creationId xmlns:a16="http://schemas.microsoft.com/office/drawing/2014/main" id="{05C0C052-C400-254C-92A6-4FE8251DDEA3}"/>
                </a:ext>
              </a:extLst>
            </p:cNvPr>
            <p:cNvSpPr/>
            <p:nvPr/>
          </p:nvSpPr>
          <p:spPr>
            <a:xfrm>
              <a:off x="3379046" y="3402721"/>
              <a:ext cx="199987" cy="203240"/>
            </a:xfrm>
            <a:custGeom>
              <a:avLst/>
              <a:gdLst/>
              <a:ahLst/>
              <a:cxnLst/>
              <a:rect l="l" t="t" r="r" b="b"/>
              <a:pathLst>
                <a:path w="1906" h="1937" fill="none" extrusionOk="0">
                  <a:moveTo>
                    <a:pt x="154" y="1936"/>
                  </a:moveTo>
                  <a:lnTo>
                    <a:pt x="1906" y="185"/>
                  </a:lnTo>
                  <a:lnTo>
                    <a:pt x="1752" y="0"/>
                  </a:lnTo>
                  <a:lnTo>
                    <a:pt x="1" y="1752"/>
                  </a:lnTo>
                  <a:lnTo>
                    <a:pt x="154" y="1936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2262;p46">
              <a:extLst>
                <a:ext uri="{FF2B5EF4-FFF2-40B4-BE49-F238E27FC236}">
                  <a16:creationId xmlns:a16="http://schemas.microsoft.com/office/drawing/2014/main" id="{0ACA3371-357B-745A-B438-895146810889}"/>
                </a:ext>
              </a:extLst>
            </p:cNvPr>
            <p:cNvSpPr/>
            <p:nvPr/>
          </p:nvSpPr>
          <p:spPr>
            <a:xfrm>
              <a:off x="3379046" y="3405974"/>
              <a:ext cx="203240" cy="199987"/>
            </a:xfrm>
            <a:custGeom>
              <a:avLst/>
              <a:gdLst/>
              <a:ahLst/>
              <a:cxnLst/>
              <a:rect l="l" t="t" r="r" b="b"/>
              <a:pathLst>
                <a:path w="1937" h="1906" extrusionOk="0">
                  <a:moveTo>
                    <a:pt x="185" y="0"/>
                  </a:moveTo>
                  <a:lnTo>
                    <a:pt x="1" y="154"/>
                  </a:lnTo>
                  <a:lnTo>
                    <a:pt x="1752" y="1905"/>
                  </a:lnTo>
                  <a:lnTo>
                    <a:pt x="1936" y="1752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rgbClr val="9099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2263;p46">
              <a:extLst>
                <a:ext uri="{FF2B5EF4-FFF2-40B4-BE49-F238E27FC236}">
                  <a16:creationId xmlns:a16="http://schemas.microsoft.com/office/drawing/2014/main" id="{161BC352-07CF-195F-0B4C-ABC90F03884E}"/>
                </a:ext>
              </a:extLst>
            </p:cNvPr>
            <p:cNvSpPr/>
            <p:nvPr/>
          </p:nvSpPr>
          <p:spPr>
            <a:xfrm>
              <a:off x="3379046" y="3405974"/>
              <a:ext cx="203240" cy="199987"/>
            </a:xfrm>
            <a:custGeom>
              <a:avLst/>
              <a:gdLst/>
              <a:ahLst/>
              <a:cxnLst/>
              <a:rect l="l" t="t" r="r" b="b"/>
              <a:pathLst>
                <a:path w="1937" h="1906" fill="none" extrusionOk="0">
                  <a:moveTo>
                    <a:pt x="1" y="154"/>
                  </a:moveTo>
                  <a:lnTo>
                    <a:pt x="1752" y="1905"/>
                  </a:lnTo>
                  <a:lnTo>
                    <a:pt x="1936" y="1752"/>
                  </a:lnTo>
                  <a:lnTo>
                    <a:pt x="185" y="0"/>
                  </a:lnTo>
                  <a:lnTo>
                    <a:pt x="1" y="15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2264;p46">
              <a:extLst>
                <a:ext uri="{FF2B5EF4-FFF2-40B4-BE49-F238E27FC236}">
                  <a16:creationId xmlns:a16="http://schemas.microsoft.com/office/drawing/2014/main" id="{0EE695BF-3B7D-4BF4-8D6F-FBA8E0FDB442}"/>
                </a:ext>
              </a:extLst>
            </p:cNvPr>
            <p:cNvSpPr/>
            <p:nvPr/>
          </p:nvSpPr>
          <p:spPr>
            <a:xfrm>
              <a:off x="3366140" y="3405974"/>
              <a:ext cx="258011" cy="241852"/>
            </a:xfrm>
            <a:custGeom>
              <a:avLst/>
              <a:gdLst/>
              <a:ahLst/>
              <a:cxnLst/>
              <a:rect l="l" t="t" r="r" b="b"/>
              <a:pathLst>
                <a:path w="2459" h="2305" extrusionOk="0">
                  <a:moveTo>
                    <a:pt x="2059" y="0"/>
                  </a:moveTo>
                  <a:lnTo>
                    <a:pt x="2182" y="185"/>
                  </a:lnTo>
                  <a:lnTo>
                    <a:pt x="2244" y="369"/>
                  </a:lnTo>
                  <a:lnTo>
                    <a:pt x="2305" y="584"/>
                  </a:lnTo>
                  <a:lnTo>
                    <a:pt x="2336" y="799"/>
                  </a:lnTo>
                  <a:lnTo>
                    <a:pt x="2336" y="830"/>
                  </a:lnTo>
                  <a:lnTo>
                    <a:pt x="2336" y="953"/>
                  </a:lnTo>
                  <a:lnTo>
                    <a:pt x="2336" y="1076"/>
                  </a:lnTo>
                  <a:lnTo>
                    <a:pt x="2305" y="1076"/>
                  </a:lnTo>
                  <a:lnTo>
                    <a:pt x="2244" y="1229"/>
                  </a:lnTo>
                  <a:lnTo>
                    <a:pt x="2182" y="1414"/>
                  </a:lnTo>
                  <a:lnTo>
                    <a:pt x="2090" y="1567"/>
                  </a:lnTo>
                  <a:lnTo>
                    <a:pt x="1998" y="1690"/>
                  </a:lnTo>
                  <a:lnTo>
                    <a:pt x="2059" y="1752"/>
                  </a:lnTo>
                  <a:lnTo>
                    <a:pt x="1875" y="1905"/>
                  </a:lnTo>
                  <a:lnTo>
                    <a:pt x="1813" y="1844"/>
                  </a:lnTo>
                  <a:lnTo>
                    <a:pt x="1691" y="1967"/>
                  </a:lnTo>
                  <a:lnTo>
                    <a:pt x="1537" y="2028"/>
                  </a:lnTo>
                  <a:lnTo>
                    <a:pt x="1383" y="2090"/>
                  </a:lnTo>
                  <a:lnTo>
                    <a:pt x="1199" y="2151"/>
                  </a:lnTo>
                  <a:lnTo>
                    <a:pt x="1199" y="2182"/>
                  </a:lnTo>
                  <a:lnTo>
                    <a:pt x="984" y="2182"/>
                  </a:lnTo>
                  <a:lnTo>
                    <a:pt x="984" y="2151"/>
                  </a:lnTo>
                  <a:lnTo>
                    <a:pt x="677" y="2120"/>
                  </a:lnTo>
                  <a:lnTo>
                    <a:pt x="431" y="2059"/>
                  </a:lnTo>
                  <a:lnTo>
                    <a:pt x="185" y="1905"/>
                  </a:lnTo>
                  <a:lnTo>
                    <a:pt x="1" y="1752"/>
                  </a:lnTo>
                  <a:lnTo>
                    <a:pt x="216" y="1967"/>
                  </a:lnTo>
                  <a:lnTo>
                    <a:pt x="462" y="2151"/>
                  </a:lnTo>
                  <a:lnTo>
                    <a:pt x="615" y="2212"/>
                  </a:lnTo>
                  <a:lnTo>
                    <a:pt x="769" y="2274"/>
                  </a:lnTo>
                  <a:lnTo>
                    <a:pt x="922" y="2305"/>
                  </a:lnTo>
                  <a:lnTo>
                    <a:pt x="1107" y="2305"/>
                  </a:lnTo>
                  <a:lnTo>
                    <a:pt x="1353" y="2274"/>
                  </a:lnTo>
                  <a:lnTo>
                    <a:pt x="1629" y="2212"/>
                  </a:lnTo>
                  <a:lnTo>
                    <a:pt x="1844" y="2059"/>
                  </a:lnTo>
                  <a:lnTo>
                    <a:pt x="2059" y="1905"/>
                  </a:lnTo>
                  <a:lnTo>
                    <a:pt x="2213" y="1721"/>
                  </a:lnTo>
                  <a:lnTo>
                    <a:pt x="2336" y="1475"/>
                  </a:lnTo>
                  <a:lnTo>
                    <a:pt x="2428" y="1229"/>
                  </a:lnTo>
                  <a:lnTo>
                    <a:pt x="2459" y="953"/>
                  </a:lnTo>
                  <a:lnTo>
                    <a:pt x="2428" y="676"/>
                  </a:lnTo>
                  <a:lnTo>
                    <a:pt x="2336" y="430"/>
                  </a:lnTo>
                  <a:lnTo>
                    <a:pt x="2213" y="215"/>
                  </a:lnTo>
                  <a:lnTo>
                    <a:pt x="2059" y="0"/>
                  </a:lnTo>
                  <a:close/>
                </a:path>
              </a:pathLst>
            </a:custGeom>
            <a:solidFill>
              <a:srgbClr val="515C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2265;p46">
              <a:extLst>
                <a:ext uri="{FF2B5EF4-FFF2-40B4-BE49-F238E27FC236}">
                  <a16:creationId xmlns:a16="http://schemas.microsoft.com/office/drawing/2014/main" id="{9C178CE6-46F3-762D-45C8-A32074ABC5FB}"/>
                </a:ext>
              </a:extLst>
            </p:cNvPr>
            <p:cNvSpPr/>
            <p:nvPr/>
          </p:nvSpPr>
          <p:spPr>
            <a:xfrm>
              <a:off x="3366140" y="3505862"/>
              <a:ext cx="258011" cy="141964"/>
            </a:xfrm>
            <a:custGeom>
              <a:avLst/>
              <a:gdLst/>
              <a:ahLst/>
              <a:cxnLst/>
              <a:rect l="l" t="t" r="r" b="b"/>
              <a:pathLst>
                <a:path w="2459" h="1353" fill="none" extrusionOk="0">
                  <a:moveTo>
                    <a:pt x="2459" y="1"/>
                  </a:moveTo>
                  <a:lnTo>
                    <a:pt x="2336" y="1"/>
                  </a:lnTo>
                  <a:lnTo>
                    <a:pt x="2336" y="124"/>
                  </a:lnTo>
                  <a:lnTo>
                    <a:pt x="2305" y="124"/>
                  </a:lnTo>
                  <a:lnTo>
                    <a:pt x="2305" y="124"/>
                  </a:lnTo>
                  <a:lnTo>
                    <a:pt x="2244" y="277"/>
                  </a:lnTo>
                  <a:lnTo>
                    <a:pt x="2182" y="462"/>
                  </a:lnTo>
                  <a:lnTo>
                    <a:pt x="2090" y="615"/>
                  </a:lnTo>
                  <a:lnTo>
                    <a:pt x="1998" y="738"/>
                  </a:lnTo>
                  <a:lnTo>
                    <a:pt x="2059" y="800"/>
                  </a:lnTo>
                  <a:lnTo>
                    <a:pt x="1875" y="953"/>
                  </a:lnTo>
                  <a:lnTo>
                    <a:pt x="1813" y="892"/>
                  </a:lnTo>
                  <a:lnTo>
                    <a:pt x="1813" y="892"/>
                  </a:lnTo>
                  <a:lnTo>
                    <a:pt x="1691" y="1015"/>
                  </a:lnTo>
                  <a:lnTo>
                    <a:pt x="1537" y="1076"/>
                  </a:lnTo>
                  <a:lnTo>
                    <a:pt x="1383" y="1138"/>
                  </a:lnTo>
                  <a:lnTo>
                    <a:pt x="1199" y="1199"/>
                  </a:lnTo>
                  <a:lnTo>
                    <a:pt x="1199" y="1230"/>
                  </a:lnTo>
                  <a:lnTo>
                    <a:pt x="984" y="1230"/>
                  </a:lnTo>
                  <a:lnTo>
                    <a:pt x="984" y="1199"/>
                  </a:lnTo>
                  <a:lnTo>
                    <a:pt x="984" y="1199"/>
                  </a:lnTo>
                  <a:lnTo>
                    <a:pt x="984" y="1199"/>
                  </a:lnTo>
                  <a:lnTo>
                    <a:pt x="984" y="1199"/>
                  </a:lnTo>
                  <a:lnTo>
                    <a:pt x="677" y="1168"/>
                  </a:lnTo>
                  <a:lnTo>
                    <a:pt x="431" y="1107"/>
                  </a:lnTo>
                  <a:lnTo>
                    <a:pt x="185" y="953"/>
                  </a:lnTo>
                  <a:lnTo>
                    <a:pt x="1" y="800"/>
                  </a:lnTo>
                  <a:lnTo>
                    <a:pt x="1" y="800"/>
                  </a:lnTo>
                  <a:lnTo>
                    <a:pt x="216" y="1015"/>
                  </a:lnTo>
                  <a:lnTo>
                    <a:pt x="462" y="1199"/>
                  </a:lnTo>
                  <a:lnTo>
                    <a:pt x="615" y="1260"/>
                  </a:lnTo>
                  <a:lnTo>
                    <a:pt x="769" y="1322"/>
                  </a:lnTo>
                  <a:lnTo>
                    <a:pt x="922" y="1353"/>
                  </a:lnTo>
                  <a:lnTo>
                    <a:pt x="1107" y="1353"/>
                  </a:lnTo>
                  <a:lnTo>
                    <a:pt x="1107" y="1353"/>
                  </a:lnTo>
                  <a:lnTo>
                    <a:pt x="1353" y="1322"/>
                  </a:lnTo>
                  <a:lnTo>
                    <a:pt x="1629" y="1260"/>
                  </a:lnTo>
                  <a:lnTo>
                    <a:pt x="1844" y="1107"/>
                  </a:lnTo>
                  <a:lnTo>
                    <a:pt x="2059" y="953"/>
                  </a:lnTo>
                  <a:lnTo>
                    <a:pt x="2213" y="769"/>
                  </a:lnTo>
                  <a:lnTo>
                    <a:pt x="2336" y="523"/>
                  </a:lnTo>
                  <a:lnTo>
                    <a:pt x="2428" y="277"/>
                  </a:lnTo>
                  <a:lnTo>
                    <a:pt x="245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2266;p46">
              <a:extLst>
                <a:ext uri="{FF2B5EF4-FFF2-40B4-BE49-F238E27FC236}">
                  <a16:creationId xmlns:a16="http://schemas.microsoft.com/office/drawing/2014/main" id="{957CCD81-8080-AC4D-E0CF-96E5E65B8912}"/>
                </a:ext>
              </a:extLst>
            </p:cNvPr>
            <p:cNvSpPr/>
            <p:nvPr/>
          </p:nvSpPr>
          <p:spPr>
            <a:xfrm>
              <a:off x="3582182" y="3405974"/>
              <a:ext cx="41970" cy="99994"/>
            </a:xfrm>
            <a:custGeom>
              <a:avLst/>
              <a:gdLst/>
              <a:ahLst/>
              <a:cxnLst/>
              <a:rect l="l" t="t" r="r" b="b"/>
              <a:pathLst>
                <a:path w="400" h="953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123" y="185"/>
                  </a:lnTo>
                  <a:lnTo>
                    <a:pt x="185" y="369"/>
                  </a:lnTo>
                  <a:lnTo>
                    <a:pt x="246" y="584"/>
                  </a:lnTo>
                  <a:lnTo>
                    <a:pt x="277" y="799"/>
                  </a:lnTo>
                  <a:lnTo>
                    <a:pt x="277" y="799"/>
                  </a:lnTo>
                  <a:lnTo>
                    <a:pt x="277" y="830"/>
                  </a:lnTo>
                  <a:lnTo>
                    <a:pt x="277" y="830"/>
                  </a:lnTo>
                  <a:lnTo>
                    <a:pt x="277" y="953"/>
                  </a:lnTo>
                  <a:lnTo>
                    <a:pt x="400" y="953"/>
                  </a:lnTo>
                  <a:lnTo>
                    <a:pt x="400" y="953"/>
                  </a:lnTo>
                  <a:lnTo>
                    <a:pt x="400" y="953"/>
                  </a:lnTo>
                  <a:lnTo>
                    <a:pt x="400" y="953"/>
                  </a:lnTo>
                  <a:lnTo>
                    <a:pt x="369" y="676"/>
                  </a:lnTo>
                  <a:lnTo>
                    <a:pt x="277" y="430"/>
                  </a:lnTo>
                  <a:lnTo>
                    <a:pt x="154" y="215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2267;p46">
              <a:extLst>
                <a:ext uri="{FF2B5EF4-FFF2-40B4-BE49-F238E27FC236}">
                  <a16:creationId xmlns:a16="http://schemas.microsoft.com/office/drawing/2014/main" id="{A8B7BA4E-6E6B-69A1-4185-0B106FC414E4}"/>
                </a:ext>
              </a:extLst>
            </p:cNvPr>
            <p:cNvSpPr/>
            <p:nvPr/>
          </p:nvSpPr>
          <p:spPr>
            <a:xfrm>
              <a:off x="3469282" y="3631667"/>
              <a:ext cx="22664" cy="3253"/>
            </a:xfrm>
            <a:custGeom>
              <a:avLst/>
              <a:gdLst/>
              <a:ahLst/>
              <a:cxnLst/>
              <a:rect l="l" t="t" r="r" b="b"/>
              <a:pathLst>
                <a:path w="216" h="31" extrusionOk="0">
                  <a:moveTo>
                    <a:pt x="1" y="0"/>
                  </a:moveTo>
                  <a:lnTo>
                    <a:pt x="1" y="31"/>
                  </a:lnTo>
                  <a:lnTo>
                    <a:pt x="216" y="31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515C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2268;p46">
              <a:extLst>
                <a:ext uri="{FF2B5EF4-FFF2-40B4-BE49-F238E27FC236}">
                  <a16:creationId xmlns:a16="http://schemas.microsoft.com/office/drawing/2014/main" id="{A16AAB7B-FAAB-3F5A-5E45-48A7BA524027}"/>
                </a:ext>
              </a:extLst>
            </p:cNvPr>
            <p:cNvSpPr/>
            <p:nvPr/>
          </p:nvSpPr>
          <p:spPr>
            <a:xfrm>
              <a:off x="3469282" y="3631667"/>
              <a:ext cx="22664" cy="3253"/>
            </a:xfrm>
            <a:custGeom>
              <a:avLst/>
              <a:gdLst/>
              <a:ahLst/>
              <a:cxnLst/>
              <a:rect l="l" t="t" r="r" b="b"/>
              <a:pathLst>
                <a:path w="216" h="31" fill="none" extrusionOk="0">
                  <a:moveTo>
                    <a:pt x="216" y="0"/>
                  </a:moveTo>
                  <a:lnTo>
                    <a:pt x="216" y="0"/>
                  </a:lnTo>
                  <a:lnTo>
                    <a:pt x="1" y="0"/>
                  </a:lnTo>
                  <a:lnTo>
                    <a:pt x="1" y="31"/>
                  </a:lnTo>
                  <a:lnTo>
                    <a:pt x="216" y="31"/>
                  </a:lnTo>
                  <a:lnTo>
                    <a:pt x="216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2269;p46">
              <a:extLst>
                <a:ext uri="{FF2B5EF4-FFF2-40B4-BE49-F238E27FC236}">
                  <a16:creationId xmlns:a16="http://schemas.microsoft.com/office/drawing/2014/main" id="{1D362F87-FB46-9990-2D90-5C28CC7A1F79}"/>
                </a:ext>
              </a:extLst>
            </p:cNvPr>
            <p:cNvSpPr/>
            <p:nvPr/>
          </p:nvSpPr>
          <p:spPr>
            <a:xfrm>
              <a:off x="3607994" y="3492957"/>
              <a:ext cx="3253" cy="25916"/>
            </a:xfrm>
            <a:custGeom>
              <a:avLst/>
              <a:gdLst/>
              <a:ahLst/>
              <a:cxnLst/>
              <a:rect l="l" t="t" r="r" b="b"/>
              <a:pathLst>
                <a:path w="31" h="247" extrusionOk="0">
                  <a:moveTo>
                    <a:pt x="31" y="1"/>
                  </a:moveTo>
                  <a:lnTo>
                    <a:pt x="0" y="247"/>
                  </a:lnTo>
                  <a:lnTo>
                    <a:pt x="31" y="247"/>
                  </a:lnTo>
                  <a:lnTo>
                    <a:pt x="31" y="124"/>
                  </a:lnTo>
                  <a:lnTo>
                    <a:pt x="31" y="1"/>
                  </a:lnTo>
                  <a:close/>
                </a:path>
              </a:pathLst>
            </a:custGeom>
            <a:solidFill>
              <a:srgbClr val="515C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270;p46">
              <a:extLst>
                <a:ext uri="{FF2B5EF4-FFF2-40B4-BE49-F238E27FC236}">
                  <a16:creationId xmlns:a16="http://schemas.microsoft.com/office/drawing/2014/main" id="{34515C6E-125A-F05D-8203-5B4537036C3D}"/>
                </a:ext>
              </a:extLst>
            </p:cNvPr>
            <p:cNvSpPr/>
            <p:nvPr/>
          </p:nvSpPr>
          <p:spPr>
            <a:xfrm>
              <a:off x="3607994" y="3492957"/>
              <a:ext cx="3253" cy="25916"/>
            </a:xfrm>
            <a:custGeom>
              <a:avLst/>
              <a:gdLst/>
              <a:ahLst/>
              <a:cxnLst/>
              <a:rect l="l" t="t" r="r" b="b"/>
              <a:pathLst>
                <a:path w="31" h="247" fill="none" extrusionOk="0">
                  <a:moveTo>
                    <a:pt x="31" y="1"/>
                  </a:moveTo>
                  <a:lnTo>
                    <a:pt x="31" y="1"/>
                  </a:lnTo>
                  <a:lnTo>
                    <a:pt x="31" y="1"/>
                  </a:lnTo>
                  <a:lnTo>
                    <a:pt x="0" y="247"/>
                  </a:lnTo>
                  <a:lnTo>
                    <a:pt x="31" y="247"/>
                  </a:lnTo>
                  <a:lnTo>
                    <a:pt x="31" y="124"/>
                  </a:lnTo>
                  <a:lnTo>
                    <a:pt x="3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271;p46">
              <a:extLst>
                <a:ext uri="{FF2B5EF4-FFF2-40B4-BE49-F238E27FC236}">
                  <a16:creationId xmlns:a16="http://schemas.microsoft.com/office/drawing/2014/main" id="{3BA8771A-0583-2536-8C08-EEDB240DEF63}"/>
                </a:ext>
              </a:extLst>
            </p:cNvPr>
            <p:cNvSpPr/>
            <p:nvPr/>
          </p:nvSpPr>
          <p:spPr>
            <a:xfrm>
              <a:off x="3556370" y="3583297"/>
              <a:ext cx="25916" cy="22664"/>
            </a:xfrm>
            <a:custGeom>
              <a:avLst/>
              <a:gdLst/>
              <a:ahLst/>
              <a:cxnLst/>
              <a:rect l="l" t="t" r="r" b="b"/>
              <a:pathLst>
                <a:path w="247" h="216" extrusionOk="0">
                  <a:moveTo>
                    <a:pt x="185" y="0"/>
                  </a:moveTo>
                  <a:lnTo>
                    <a:pt x="0" y="154"/>
                  </a:lnTo>
                  <a:lnTo>
                    <a:pt x="62" y="215"/>
                  </a:lnTo>
                  <a:lnTo>
                    <a:pt x="246" y="62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rgbClr val="515C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272;p46">
              <a:extLst>
                <a:ext uri="{FF2B5EF4-FFF2-40B4-BE49-F238E27FC236}">
                  <a16:creationId xmlns:a16="http://schemas.microsoft.com/office/drawing/2014/main" id="{132F5115-0A2B-0035-CCB4-0DAF2D97BC6E}"/>
                </a:ext>
              </a:extLst>
            </p:cNvPr>
            <p:cNvSpPr/>
            <p:nvPr/>
          </p:nvSpPr>
          <p:spPr>
            <a:xfrm>
              <a:off x="3556370" y="3583297"/>
              <a:ext cx="25916" cy="22664"/>
            </a:xfrm>
            <a:custGeom>
              <a:avLst/>
              <a:gdLst/>
              <a:ahLst/>
              <a:cxnLst/>
              <a:rect l="l" t="t" r="r" b="b"/>
              <a:pathLst>
                <a:path w="247" h="216" fill="none" extrusionOk="0">
                  <a:moveTo>
                    <a:pt x="185" y="0"/>
                  </a:moveTo>
                  <a:lnTo>
                    <a:pt x="185" y="0"/>
                  </a:lnTo>
                  <a:lnTo>
                    <a:pt x="0" y="154"/>
                  </a:lnTo>
                  <a:lnTo>
                    <a:pt x="62" y="215"/>
                  </a:lnTo>
                  <a:lnTo>
                    <a:pt x="246" y="62"/>
                  </a:lnTo>
                  <a:lnTo>
                    <a:pt x="185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273;p46">
              <a:extLst>
                <a:ext uri="{FF2B5EF4-FFF2-40B4-BE49-F238E27FC236}">
                  <a16:creationId xmlns:a16="http://schemas.microsoft.com/office/drawing/2014/main" id="{F1225851-0EC4-36C2-35F6-735A146FB46E}"/>
                </a:ext>
              </a:extLst>
            </p:cNvPr>
            <p:cNvSpPr/>
            <p:nvPr/>
          </p:nvSpPr>
          <p:spPr>
            <a:xfrm>
              <a:off x="3269398" y="3325391"/>
              <a:ext cx="116257" cy="209640"/>
            </a:xfrm>
            <a:custGeom>
              <a:avLst/>
              <a:gdLst/>
              <a:ahLst/>
              <a:cxnLst/>
              <a:rect l="l" t="t" r="r" b="b"/>
              <a:pathLst>
                <a:path w="1108" h="1998" extrusionOk="0">
                  <a:moveTo>
                    <a:pt x="1107" y="0"/>
                  </a:moveTo>
                  <a:lnTo>
                    <a:pt x="830" y="154"/>
                  </a:lnTo>
                  <a:lnTo>
                    <a:pt x="585" y="338"/>
                  </a:lnTo>
                  <a:lnTo>
                    <a:pt x="400" y="553"/>
                  </a:lnTo>
                  <a:lnTo>
                    <a:pt x="216" y="799"/>
                  </a:lnTo>
                  <a:lnTo>
                    <a:pt x="93" y="1106"/>
                  </a:lnTo>
                  <a:lnTo>
                    <a:pt x="62" y="1229"/>
                  </a:lnTo>
                  <a:lnTo>
                    <a:pt x="32" y="1383"/>
                  </a:lnTo>
                  <a:lnTo>
                    <a:pt x="1" y="1690"/>
                  </a:lnTo>
                  <a:lnTo>
                    <a:pt x="32" y="1997"/>
                  </a:lnTo>
                  <a:lnTo>
                    <a:pt x="62" y="1690"/>
                  </a:lnTo>
                  <a:lnTo>
                    <a:pt x="124" y="1413"/>
                  </a:lnTo>
                  <a:lnTo>
                    <a:pt x="216" y="1137"/>
                  </a:lnTo>
                  <a:lnTo>
                    <a:pt x="339" y="891"/>
                  </a:lnTo>
                  <a:lnTo>
                    <a:pt x="493" y="645"/>
                  </a:lnTo>
                  <a:lnTo>
                    <a:pt x="677" y="399"/>
                  </a:lnTo>
                  <a:lnTo>
                    <a:pt x="892" y="215"/>
                  </a:lnTo>
                  <a:lnTo>
                    <a:pt x="1107" y="0"/>
                  </a:lnTo>
                  <a:close/>
                </a:path>
              </a:pathLst>
            </a:custGeom>
            <a:solidFill>
              <a:srgbClr val="9899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274;p46">
              <a:extLst>
                <a:ext uri="{FF2B5EF4-FFF2-40B4-BE49-F238E27FC236}">
                  <a16:creationId xmlns:a16="http://schemas.microsoft.com/office/drawing/2014/main" id="{530B90B6-2E05-CE48-A2ED-367EE8F2F243}"/>
                </a:ext>
              </a:extLst>
            </p:cNvPr>
            <p:cNvSpPr/>
            <p:nvPr/>
          </p:nvSpPr>
          <p:spPr>
            <a:xfrm>
              <a:off x="3269398" y="3325391"/>
              <a:ext cx="116257" cy="209640"/>
            </a:xfrm>
            <a:custGeom>
              <a:avLst/>
              <a:gdLst/>
              <a:ahLst/>
              <a:cxnLst/>
              <a:rect l="l" t="t" r="r" b="b"/>
              <a:pathLst>
                <a:path w="1108" h="1998" fill="none" extrusionOk="0">
                  <a:moveTo>
                    <a:pt x="1107" y="0"/>
                  </a:moveTo>
                  <a:lnTo>
                    <a:pt x="1107" y="0"/>
                  </a:lnTo>
                  <a:lnTo>
                    <a:pt x="830" y="154"/>
                  </a:lnTo>
                  <a:lnTo>
                    <a:pt x="585" y="338"/>
                  </a:lnTo>
                  <a:lnTo>
                    <a:pt x="585" y="338"/>
                  </a:lnTo>
                  <a:lnTo>
                    <a:pt x="400" y="553"/>
                  </a:lnTo>
                  <a:lnTo>
                    <a:pt x="216" y="799"/>
                  </a:lnTo>
                  <a:lnTo>
                    <a:pt x="216" y="799"/>
                  </a:lnTo>
                  <a:lnTo>
                    <a:pt x="93" y="1106"/>
                  </a:lnTo>
                  <a:lnTo>
                    <a:pt x="93" y="1106"/>
                  </a:lnTo>
                  <a:lnTo>
                    <a:pt x="62" y="1229"/>
                  </a:lnTo>
                  <a:lnTo>
                    <a:pt x="32" y="1383"/>
                  </a:lnTo>
                  <a:lnTo>
                    <a:pt x="32" y="1383"/>
                  </a:lnTo>
                  <a:lnTo>
                    <a:pt x="1" y="1690"/>
                  </a:lnTo>
                  <a:lnTo>
                    <a:pt x="32" y="1997"/>
                  </a:lnTo>
                  <a:lnTo>
                    <a:pt x="32" y="1997"/>
                  </a:lnTo>
                  <a:lnTo>
                    <a:pt x="62" y="1690"/>
                  </a:lnTo>
                  <a:lnTo>
                    <a:pt x="124" y="1413"/>
                  </a:lnTo>
                  <a:lnTo>
                    <a:pt x="124" y="1413"/>
                  </a:lnTo>
                  <a:lnTo>
                    <a:pt x="216" y="1137"/>
                  </a:lnTo>
                  <a:lnTo>
                    <a:pt x="339" y="891"/>
                  </a:lnTo>
                  <a:lnTo>
                    <a:pt x="339" y="891"/>
                  </a:lnTo>
                  <a:lnTo>
                    <a:pt x="493" y="645"/>
                  </a:lnTo>
                  <a:lnTo>
                    <a:pt x="677" y="399"/>
                  </a:lnTo>
                  <a:lnTo>
                    <a:pt x="892" y="215"/>
                  </a:lnTo>
                  <a:lnTo>
                    <a:pt x="1107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275;p46">
              <a:extLst>
                <a:ext uri="{FF2B5EF4-FFF2-40B4-BE49-F238E27FC236}">
                  <a16:creationId xmlns:a16="http://schemas.microsoft.com/office/drawing/2014/main" id="{376B4039-9244-4482-DE57-F68084876D3F}"/>
                </a:ext>
              </a:extLst>
            </p:cNvPr>
            <p:cNvSpPr/>
            <p:nvPr/>
          </p:nvSpPr>
          <p:spPr>
            <a:xfrm>
              <a:off x="4604160" y="3280169"/>
              <a:ext cx="454640" cy="451492"/>
            </a:xfrm>
            <a:custGeom>
              <a:avLst/>
              <a:gdLst/>
              <a:ahLst/>
              <a:cxnLst/>
              <a:rect l="l" t="t" r="r" b="b"/>
              <a:pathLst>
                <a:path w="4333" h="4303" extrusionOk="0">
                  <a:moveTo>
                    <a:pt x="1967" y="1"/>
                  </a:moveTo>
                  <a:lnTo>
                    <a:pt x="1752" y="32"/>
                  </a:lnTo>
                  <a:lnTo>
                    <a:pt x="1537" y="93"/>
                  </a:lnTo>
                  <a:lnTo>
                    <a:pt x="1322" y="155"/>
                  </a:lnTo>
                  <a:lnTo>
                    <a:pt x="1137" y="247"/>
                  </a:lnTo>
                  <a:lnTo>
                    <a:pt x="953" y="370"/>
                  </a:lnTo>
                  <a:lnTo>
                    <a:pt x="799" y="493"/>
                  </a:lnTo>
                  <a:lnTo>
                    <a:pt x="646" y="615"/>
                  </a:lnTo>
                  <a:lnTo>
                    <a:pt x="492" y="769"/>
                  </a:lnTo>
                  <a:lnTo>
                    <a:pt x="369" y="953"/>
                  </a:lnTo>
                  <a:lnTo>
                    <a:pt x="277" y="1107"/>
                  </a:lnTo>
                  <a:lnTo>
                    <a:pt x="185" y="1322"/>
                  </a:lnTo>
                  <a:lnTo>
                    <a:pt x="123" y="1506"/>
                  </a:lnTo>
                  <a:lnTo>
                    <a:pt x="62" y="1722"/>
                  </a:lnTo>
                  <a:lnTo>
                    <a:pt x="31" y="1937"/>
                  </a:lnTo>
                  <a:lnTo>
                    <a:pt x="0" y="2152"/>
                  </a:lnTo>
                  <a:lnTo>
                    <a:pt x="31" y="2367"/>
                  </a:lnTo>
                  <a:lnTo>
                    <a:pt x="62" y="2582"/>
                  </a:lnTo>
                  <a:lnTo>
                    <a:pt x="123" y="2797"/>
                  </a:lnTo>
                  <a:lnTo>
                    <a:pt x="185" y="2981"/>
                  </a:lnTo>
                  <a:lnTo>
                    <a:pt x="277" y="3166"/>
                  </a:lnTo>
                  <a:lnTo>
                    <a:pt x="369" y="3350"/>
                  </a:lnTo>
                  <a:lnTo>
                    <a:pt x="492" y="3534"/>
                  </a:lnTo>
                  <a:lnTo>
                    <a:pt x="646" y="3688"/>
                  </a:lnTo>
                  <a:lnTo>
                    <a:pt x="799" y="3811"/>
                  </a:lnTo>
                  <a:lnTo>
                    <a:pt x="953" y="3934"/>
                  </a:lnTo>
                  <a:lnTo>
                    <a:pt x="1137" y="4057"/>
                  </a:lnTo>
                  <a:lnTo>
                    <a:pt x="1322" y="4149"/>
                  </a:lnTo>
                  <a:lnTo>
                    <a:pt x="1537" y="4210"/>
                  </a:lnTo>
                  <a:lnTo>
                    <a:pt x="1752" y="4272"/>
                  </a:lnTo>
                  <a:lnTo>
                    <a:pt x="1967" y="4303"/>
                  </a:lnTo>
                  <a:lnTo>
                    <a:pt x="2397" y="4303"/>
                  </a:lnTo>
                  <a:lnTo>
                    <a:pt x="2612" y="4272"/>
                  </a:lnTo>
                  <a:lnTo>
                    <a:pt x="2827" y="4210"/>
                  </a:lnTo>
                  <a:lnTo>
                    <a:pt x="3011" y="4149"/>
                  </a:lnTo>
                  <a:lnTo>
                    <a:pt x="3196" y="4057"/>
                  </a:lnTo>
                  <a:lnTo>
                    <a:pt x="3380" y="3934"/>
                  </a:lnTo>
                  <a:lnTo>
                    <a:pt x="3534" y="3811"/>
                  </a:lnTo>
                  <a:lnTo>
                    <a:pt x="3687" y="3688"/>
                  </a:lnTo>
                  <a:lnTo>
                    <a:pt x="3841" y="3534"/>
                  </a:lnTo>
                  <a:lnTo>
                    <a:pt x="3964" y="3350"/>
                  </a:lnTo>
                  <a:lnTo>
                    <a:pt x="4087" y="3166"/>
                  </a:lnTo>
                  <a:lnTo>
                    <a:pt x="4179" y="2981"/>
                  </a:lnTo>
                  <a:lnTo>
                    <a:pt x="4241" y="2797"/>
                  </a:lnTo>
                  <a:lnTo>
                    <a:pt x="4302" y="2582"/>
                  </a:lnTo>
                  <a:lnTo>
                    <a:pt x="4333" y="2367"/>
                  </a:lnTo>
                  <a:lnTo>
                    <a:pt x="4333" y="2152"/>
                  </a:lnTo>
                  <a:lnTo>
                    <a:pt x="4333" y="1937"/>
                  </a:lnTo>
                  <a:lnTo>
                    <a:pt x="4302" y="1722"/>
                  </a:lnTo>
                  <a:lnTo>
                    <a:pt x="4241" y="1506"/>
                  </a:lnTo>
                  <a:lnTo>
                    <a:pt x="4179" y="1322"/>
                  </a:lnTo>
                  <a:lnTo>
                    <a:pt x="4087" y="1107"/>
                  </a:lnTo>
                  <a:lnTo>
                    <a:pt x="3964" y="953"/>
                  </a:lnTo>
                  <a:lnTo>
                    <a:pt x="3841" y="769"/>
                  </a:lnTo>
                  <a:lnTo>
                    <a:pt x="3687" y="615"/>
                  </a:lnTo>
                  <a:lnTo>
                    <a:pt x="3534" y="493"/>
                  </a:lnTo>
                  <a:lnTo>
                    <a:pt x="3380" y="370"/>
                  </a:lnTo>
                  <a:lnTo>
                    <a:pt x="3196" y="247"/>
                  </a:lnTo>
                  <a:lnTo>
                    <a:pt x="3011" y="155"/>
                  </a:lnTo>
                  <a:lnTo>
                    <a:pt x="2827" y="93"/>
                  </a:lnTo>
                  <a:lnTo>
                    <a:pt x="2612" y="32"/>
                  </a:lnTo>
                  <a:lnTo>
                    <a:pt x="2397" y="1"/>
                  </a:lnTo>
                  <a:close/>
                </a:path>
              </a:pathLst>
            </a:custGeom>
            <a:solidFill>
              <a:srgbClr val="3437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276;p46">
              <a:extLst>
                <a:ext uri="{FF2B5EF4-FFF2-40B4-BE49-F238E27FC236}">
                  <a16:creationId xmlns:a16="http://schemas.microsoft.com/office/drawing/2014/main" id="{9EC9BB8C-1370-EBDC-2D36-167D5F1EDFF6}"/>
                </a:ext>
              </a:extLst>
            </p:cNvPr>
            <p:cNvSpPr/>
            <p:nvPr/>
          </p:nvSpPr>
          <p:spPr>
            <a:xfrm>
              <a:off x="4604160" y="3280169"/>
              <a:ext cx="454640" cy="451492"/>
            </a:xfrm>
            <a:custGeom>
              <a:avLst/>
              <a:gdLst/>
              <a:ahLst/>
              <a:cxnLst/>
              <a:rect l="l" t="t" r="r" b="b"/>
              <a:pathLst>
                <a:path w="4333" h="4303" fill="none" extrusionOk="0">
                  <a:moveTo>
                    <a:pt x="4333" y="2152"/>
                  </a:moveTo>
                  <a:lnTo>
                    <a:pt x="4333" y="2152"/>
                  </a:lnTo>
                  <a:lnTo>
                    <a:pt x="4333" y="2367"/>
                  </a:lnTo>
                  <a:lnTo>
                    <a:pt x="4302" y="2582"/>
                  </a:lnTo>
                  <a:lnTo>
                    <a:pt x="4241" y="2797"/>
                  </a:lnTo>
                  <a:lnTo>
                    <a:pt x="4179" y="2981"/>
                  </a:lnTo>
                  <a:lnTo>
                    <a:pt x="4087" y="3166"/>
                  </a:lnTo>
                  <a:lnTo>
                    <a:pt x="3964" y="3350"/>
                  </a:lnTo>
                  <a:lnTo>
                    <a:pt x="3841" y="3534"/>
                  </a:lnTo>
                  <a:lnTo>
                    <a:pt x="3687" y="3688"/>
                  </a:lnTo>
                  <a:lnTo>
                    <a:pt x="3534" y="3811"/>
                  </a:lnTo>
                  <a:lnTo>
                    <a:pt x="3380" y="3934"/>
                  </a:lnTo>
                  <a:lnTo>
                    <a:pt x="3196" y="4057"/>
                  </a:lnTo>
                  <a:lnTo>
                    <a:pt x="3011" y="4149"/>
                  </a:lnTo>
                  <a:lnTo>
                    <a:pt x="2827" y="4210"/>
                  </a:lnTo>
                  <a:lnTo>
                    <a:pt x="2612" y="4272"/>
                  </a:lnTo>
                  <a:lnTo>
                    <a:pt x="2397" y="4303"/>
                  </a:lnTo>
                  <a:lnTo>
                    <a:pt x="2182" y="4303"/>
                  </a:lnTo>
                  <a:lnTo>
                    <a:pt x="2182" y="4303"/>
                  </a:lnTo>
                  <a:lnTo>
                    <a:pt x="1967" y="4303"/>
                  </a:lnTo>
                  <a:lnTo>
                    <a:pt x="1752" y="4272"/>
                  </a:lnTo>
                  <a:lnTo>
                    <a:pt x="1537" y="4210"/>
                  </a:lnTo>
                  <a:lnTo>
                    <a:pt x="1322" y="4149"/>
                  </a:lnTo>
                  <a:lnTo>
                    <a:pt x="1137" y="4057"/>
                  </a:lnTo>
                  <a:lnTo>
                    <a:pt x="953" y="3934"/>
                  </a:lnTo>
                  <a:lnTo>
                    <a:pt x="799" y="3811"/>
                  </a:lnTo>
                  <a:lnTo>
                    <a:pt x="646" y="3688"/>
                  </a:lnTo>
                  <a:lnTo>
                    <a:pt x="492" y="3534"/>
                  </a:lnTo>
                  <a:lnTo>
                    <a:pt x="369" y="3350"/>
                  </a:lnTo>
                  <a:lnTo>
                    <a:pt x="277" y="3166"/>
                  </a:lnTo>
                  <a:lnTo>
                    <a:pt x="185" y="2981"/>
                  </a:lnTo>
                  <a:lnTo>
                    <a:pt x="123" y="2797"/>
                  </a:lnTo>
                  <a:lnTo>
                    <a:pt x="62" y="2582"/>
                  </a:lnTo>
                  <a:lnTo>
                    <a:pt x="31" y="2367"/>
                  </a:lnTo>
                  <a:lnTo>
                    <a:pt x="0" y="2152"/>
                  </a:lnTo>
                  <a:lnTo>
                    <a:pt x="0" y="2152"/>
                  </a:lnTo>
                  <a:lnTo>
                    <a:pt x="31" y="1937"/>
                  </a:lnTo>
                  <a:lnTo>
                    <a:pt x="62" y="1722"/>
                  </a:lnTo>
                  <a:lnTo>
                    <a:pt x="123" y="1506"/>
                  </a:lnTo>
                  <a:lnTo>
                    <a:pt x="185" y="1322"/>
                  </a:lnTo>
                  <a:lnTo>
                    <a:pt x="277" y="1107"/>
                  </a:lnTo>
                  <a:lnTo>
                    <a:pt x="369" y="953"/>
                  </a:lnTo>
                  <a:lnTo>
                    <a:pt x="492" y="769"/>
                  </a:lnTo>
                  <a:lnTo>
                    <a:pt x="646" y="615"/>
                  </a:lnTo>
                  <a:lnTo>
                    <a:pt x="799" y="493"/>
                  </a:lnTo>
                  <a:lnTo>
                    <a:pt x="953" y="370"/>
                  </a:lnTo>
                  <a:lnTo>
                    <a:pt x="1137" y="247"/>
                  </a:lnTo>
                  <a:lnTo>
                    <a:pt x="1322" y="155"/>
                  </a:lnTo>
                  <a:lnTo>
                    <a:pt x="1537" y="93"/>
                  </a:lnTo>
                  <a:lnTo>
                    <a:pt x="1752" y="32"/>
                  </a:lnTo>
                  <a:lnTo>
                    <a:pt x="1967" y="1"/>
                  </a:lnTo>
                  <a:lnTo>
                    <a:pt x="2182" y="1"/>
                  </a:lnTo>
                  <a:lnTo>
                    <a:pt x="2182" y="1"/>
                  </a:lnTo>
                  <a:lnTo>
                    <a:pt x="2397" y="1"/>
                  </a:lnTo>
                  <a:lnTo>
                    <a:pt x="2612" y="32"/>
                  </a:lnTo>
                  <a:lnTo>
                    <a:pt x="2827" y="93"/>
                  </a:lnTo>
                  <a:lnTo>
                    <a:pt x="3011" y="155"/>
                  </a:lnTo>
                  <a:lnTo>
                    <a:pt x="3196" y="247"/>
                  </a:lnTo>
                  <a:lnTo>
                    <a:pt x="3380" y="370"/>
                  </a:lnTo>
                  <a:lnTo>
                    <a:pt x="3534" y="493"/>
                  </a:lnTo>
                  <a:lnTo>
                    <a:pt x="3687" y="615"/>
                  </a:lnTo>
                  <a:lnTo>
                    <a:pt x="3841" y="769"/>
                  </a:lnTo>
                  <a:lnTo>
                    <a:pt x="3964" y="953"/>
                  </a:lnTo>
                  <a:lnTo>
                    <a:pt x="4087" y="1107"/>
                  </a:lnTo>
                  <a:lnTo>
                    <a:pt x="4179" y="1322"/>
                  </a:lnTo>
                  <a:lnTo>
                    <a:pt x="4241" y="1506"/>
                  </a:lnTo>
                  <a:lnTo>
                    <a:pt x="4302" y="1722"/>
                  </a:lnTo>
                  <a:lnTo>
                    <a:pt x="4333" y="1937"/>
                  </a:lnTo>
                  <a:lnTo>
                    <a:pt x="4333" y="2152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277;p46">
              <a:extLst>
                <a:ext uri="{FF2B5EF4-FFF2-40B4-BE49-F238E27FC236}">
                  <a16:creationId xmlns:a16="http://schemas.microsoft.com/office/drawing/2014/main" id="{EB9416A8-1837-B501-CDFC-4BA580CB03F4}"/>
                </a:ext>
              </a:extLst>
            </p:cNvPr>
            <p:cNvSpPr/>
            <p:nvPr/>
          </p:nvSpPr>
          <p:spPr>
            <a:xfrm>
              <a:off x="4742767" y="3715397"/>
              <a:ext cx="87193" cy="16263"/>
            </a:xfrm>
            <a:custGeom>
              <a:avLst/>
              <a:gdLst/>
              <a:ahLst/>
              <a:cxnLst/>
              <a:rect l="l" t="t" r="r" b="b"/>
              <a:pathLst>
                <a:path w="831" h="155" extrusionOk="0">
                  <a:moveTo>
                    <a:pt x="799" y="155"/>
                  </a:moveTo>
                  <a:lnTo>
                    <a:pt x="799" y="155"/>
                  </a:lnTo>
                  <a:lnTo>
                    <a:pt x="830" y="155"/>
                  </a:lnTo>
                  <a:lnTo>
                    <a:pt x="830" y="155"/>
                  </a:lnTo>
                  <a:lnTo>
                    <a:pt x="799" y="155"/>
                  </a:lnTo>
                  <a:close/>
                  <a:moveTo>
                    <a:pt x="799" y="155"/>
                  </a:moveTo>
                  <a:lnTo>
                    <a:pt x="799" y="155"/>
                  </a:lnTo>
                  <a:lnTo>
                    <a:pt x="799" y="155"/>
                  </a:lnTo>
                  <a:lnTo>
                    <a:pt x="799" y="155"/>
                  </a:lnTo>
                  <a:lnTo>
                    <a:pt x="799" y="155"/>
                  </a:lnTo>
                  <a:close/>
                  <a:moveTo>
                    <a:pt x="769" y="155"/>
                  </a:moveTo>
                  <a:lnTo>
                    <a:pt x="769" y="155"/>
                  </a:lnTo>
                  <a:lnTo>
                    <a:pt x="799" y="155"/>
                  </a:lnTo>
                  <a:lnTo>
                    <a:pt x="799" y="155"/>
                  </a:lnTo>
                  <a:lnTo>
                    <a:pt x="769" y="155"/>
                  </a:lnTo>
                  <a:close/>
                  <a:moveTo>
                    <a:pt x="769" y="155"/>
                  </a:moveTo>
                  <a:lnTo>
                    <a:pt x="769" y="155"/>
                  </a:lnTo>
                  <a:lnTo>
                    <a:pt x="769" y="155"/>
                  </a:lnTo>
                  <a:lnTo>
                    <a:pt x="769" y="155"/>
                  </a:lnTo>
                  <a:lnTo>
                    <a:pt x="769" y="155"/>
                  </a:lnTo>
                  <a:close/>
                  <a:moveTo>
                    <a:pt x="1" y="1"/>
                  </a:moveTo>
                  <a:lnTo>
                    <a:pt x="1" y="1"/>
                  </a:lnTo>
                  <a:lnTo>
                    <a:pt x="369" y="124"/>
                  </a:lnTo>
                  <a:lnTo>
                    <a:pt x="584" y="155"/>
                  </a:lnTo>
                  <a:lnTo>
                    <a:pt x="769" y="155"/>
                  </a:lnTo>
                  <a:lnTo>
                    <a:pt x="769" y="155"/>
                  </a:lnTo>
                  <a:lnTo>
                    <a:pt x="584" y="155"/>
                  </a:lnTo>
                  <a:lnTo>
                    <a:pt x="369" y="124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B72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278;p46">
              <a:extLst>
                <a:ext uri="{FF2B5EF4-FFF2-40B4-BE49-F238E27FC236}">
                  <a16:creationId xmlns:a16="http://schemas.microsoft.com/office/drawing/2014/main" id="{F67E947F-4B3D-9EFC-DB87-3FEAC4090072}"/>
                </a:ext>
              </a:extLst>
            </p:cNvPr>
            <p:cNvSpPr/>
            <p:nvPr/>
          </p:nvSpPr>
          <p:spPr>
            <a:xfrm>
              <a:off x="4826603" y="3731556"/>
              <a:ext cx="3358" cy="105"/>
            </a:xfrm>
            <a:custGeom>
              <a:avLst/>
              <a:gdLst/>
              <a:ahLst/>
              <a:cxnLst/>
              <a:rect l="l" t="t" r="r" b="b"/>
              <a:pathLst>
                <a:path w="32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31" y="1"/>
                  </a:lnTo>
                  <a:lnTo>
                    <a:pt x="31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279;p46">
              <a:extLst>
                <a:ext uri="{FF2B5EF4-FFF2-40B4-BE49-F238E27FC236}">
                  <a16:creationId xmlns:a16="http://schemas.microsoft.com/office/drawing/2014/main" id="{BC4EB5BE-B693-2C54-DFE2-02A50C0B8D7A}"/>
                </a:ext>
              </a:extLst>
            </p:cNvPr>
            <p:cNvSpPr/>
            <p:nvPr/>
          </p:nvSpPr>
          <p:spPr>
            <a:xfrm>
              <a:off x="4826603" y="3731556"/>
              <a:ext cx="105" cy="10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Google Shape;2280;p46">
              <a:extLst>
                <a:ext uri="{FF2B5EF4-FFF2-40B4-BE49-F238E27FC236}">
                  <a16:creationId xmlns:a16="http://schemas.microsoft.com/office/drawing/2014/main" id="{5C789BB7-A947-4D68-036E-B2DA2E646583}"/>
                </a:ext>
              </a:extLst>
            </p:cNvPr>
            <p:cNvSpPr/>
            <p:nvPr/>
          </p:nvSpPr>
          <p:spPr>
            <a:xfrm>
              <a:off x="4823350" y="3731556"/>
              <a:ext cx="3358" cy="105"/>
            </a:xfrm>
            <a:custGeom>
              <a:avLst/>
              <a:gdLst/>
              <a:ahLst/>
              <a:cxnLst/>
              <a:rect l="l" t="t" r="r" b="b"/>
              <a:pathLst>
                <a:path w="32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31" y="1"/>
                  </a:lnTo>
                  <a:lnTo>
                    <a:pt x="3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Google Shape;2281;p46">
              <a:extLst>
                <a:ext uri="{FF2B5EF4-FFF2-40B4-BE49-F238E27FC236}">
                  <a16:creationId xmlns:a16="http://schemas.microsoft.com/office/drawing/2014/main" id="{B3EE3905-1C06-AD09-5A37-6A4B15F001F5}"/>
                </a:ext>
              </a:extLst>
            </p:cNvPr>
            <p:cNvSpPr/>
            <p:nvPr/>
          </p:nvSpPr>
          <p:spPr>
            <a:xfrm>
              <a:off x="4823350" y="3731556"/>
              <a:ext cx="105" cy="10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Google Shape;2282;p46">
              <a:extLst>
                <a:ext uri="{FF2B5EF4-FFF2-40B4-BE49-F238E27FC236}">
                  <a16:creationId xmlns:a16="http://schemas.microsoft.com/office/drawing/2014/main" id="{93B6A3D6-59AF-0E1B-0F63-13CBAF6EF92D}"/>
                </a:ext>
              </a:extLst>
            </p:cNvPr>
            <p:cNvSpPr/>
            <p:nvPr/>
          </p:nvSpPr>
          <p:spPr>
            <a:xfrm>
              <a:off x="4742767" y="3715397"/>
              <a:ext cx="80687" cy="16263"/>
            </a:xfrm>
            <a:custGeom>
              <a:avLst/>
              <a:gdLst/>
              <a:ahLst/>
              <a:cxnLst/>
              <a:rect l="l" t="t" r="r" b="b"/>
              <a:pathLst>
                <a:path w="769" h="155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369" y="124"/>
                  </a:lnTo>
                  <a:lnTo>
                    <a:pt x="584" y="155"/>
                  </a:lnTo>
                  <a:lnTo>
                    <a:pt x="769" y="155"/>
                  </a:lnTo>
                  <a:lnTo>
                    <a:pt x="769" y="155"/>
                  </a:lnTo>
                  <a:lnTo>
                    <a:pt x="584" y="155"/>
                  </a:lnTo>
                  <a:lnTo>
                    <a:pt x="369" y="124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Google Shape;2283;p46">
              <a:extLst>
                <a:ext uri="{FF2B5EF4-FFF2-40B4-BE49-F238E27FC236}">
                  <a16:creationId xmlns:a16="http://schemas.microsoft.com/office/drawing/2014/main" id="{9CEEA1BD-DD29-68F4-E5C1-2FB6AAEABF68}"/>
                </a:ext>
              </a:extLst>
            </p:cNvPr>
            <p:cNvSpPr/>
            <p:nvPr/>
          </p:nvSpPr>
          <p:spPr>
            <a:xfrm>
              <a:off x="4742767" y="3299580"/>
              <a:ext cx="316034" cy="432081"/>
            </a:xfrm>
            <a:custGeom>
              <a:avLst/>
              <a:gdLst/>
              <a:ahLst/>
              <a:cxnLst/>
              <a:rect l="l" t="t" r="r" b="b"/>
              <a:pathLst>
                <a:path w="3012" h="4118" extrusionOk="0">
                  <a:moveTo>
                    <a:pt x="1137" y="0"/>
                  </a:moveTo>
                  <a:lnTo>
                    <a:pt x="1414" y="123"/>
                  </a:lnTo>
                  <a:lnTo>
                    <a:pt x="1690" y="308"/>
                  </a:lnTo>
                  <a:lnTo>
                    <a:pt x="1936" y="492"/>
                  </a:lnTo>
                  <a:lnTo>
                    <a:pt x="2151" y="738"/>
                  </a:lnTo>
                  <a:lnTo>
                    <a:pt x="2305" y="1014"/>
                  </a:lnTo>
                  <a:lnTo>
                    <a:pt x="2428" y="1321"/>
                  </a:lnTo>
                  <a:lnTo>
                    <a:pt x="2520" y="1629"/>
                  </a:lnTo>
                  <a:lnTo>
                    <a:pt x="2551" y="1967"/>
                  </a:lnTo>
                  <a:lnTo>
                    <a:pt x="2551" y="2182"/>
                  </a:lnTo>
                  <a:lnTo>
                    <a:pt x="2520" y="2366"/>
                  </a:lnTo>
                  <a:lnTo>
                    <a:pt x="2459" y="2581"/>
                  </a:lnTo>
                  <a:lnTo>
                    <a:pt x="2397" y="2766"/>
                  </a:lnTo>
                  <a:lnTo>
                    <a:pt x="2305" y="2950"/>
                  </a:lnTo>
                  <a:lnTo>
                    <a:pt x="2213" y="3104"/>
                  </a:lnTo>
                  <a:lnTo>
                    <a:pt x="2090" y="3257"/>
                  </a:lnTo>
                  <a:lnTo>
                    <a:pt x="1936" y="3411"/>
                  </a:lnTo>
                  <a:lnTo>
                    <a:pt x="1813" y="3534"/>
                  </a:lnTo>
                  <a:lnTo>
                    <a:pt x="1660" y="3657"/>
                  </a:lnTo>
                  <a:lnTo>
                    <a:pt x="1475" y="3780"/>
                  </a:lnTo>
                  <a:lnTo>
                    <a:pt x="1291" y="3841"/>
                  </a:lnTo>
                  <a:lnTo>
                    <a:pt x="1107" y="3933"/>
                  </a:lnTo>
                  <a:lnTo>
                    <a:pt x="922" y="3964"/>
                  </a:lnTo>
                  <a:lnTo>
                    <a:pt x="707" y="3995"/>
                  </a:lnTo>
                  <a:lnTo>
                    <a:pt x="492" y="4025"/>
                  </a:lnTo>
                  <a:lnTo>
                    <a:pt x="246" y="3995"/>
                  </a:lnTo>
                  <a:lnTo>
                    <a:pt x="1" y="3964"/>
                  </a:lnTo>
                  <a:lnTo>
                    <a:pt x="369" y="4087"/>
                  </a:lnTo>
                  <a:lnTo>
                    <a:pt x="584" y="4118"/>
                  </a:lnTo>
                  <a:lnTo>
                    <a:pt x="1076" y="4118"/>
                  </a:lnTo>
                  <a:lnTo>
                    <a:pt x="1291" y="4087"/>
                  </a:lnTo>
                  <a:lnTo>
                    <a:pt x="1506" y="4025"/>
                  </a:lnTo>
                  <a:lnTo>
                    <a:pt x="1690" y="3964"/>
                  </a:lnTo>
                  <a:lnTo>
                    <a:pt x="1875" y="3872"/>
                  </a:lnTo>
                  <a:lnTo>
                    <a:pt x="2059" y="3749"/>
                  </a:lnTo>
                  <a:lnTo>
                    <a:pt x="2213" y="3626"/>
                  </a:lnTo>
                  <a:lnTo>
                    <a:pt x="2366" y="3503"/>
                  </a:lnTo>
                  <a:lnTo>
                    <a:pt x="2520" y="3349"/>
                  </a:lnTo>
                  <a:lnTo>
                    <a:pt x="2643" y="3165"/>
                  </a:lnTo>
                  <a:lnTo>
                    <a:pt x="2766" y="2981"/>
                  </a:lnTo>
                  <a:lnTo>
                    <a:pt x="2858" y="2796"/>
                  </a:lnTo>
                  <a:lnTo>
                    <a:pt x="2920" y="2612"/>
                  </a:lnTo>
                  <a:lnTo>
                    <a:pt x="2981" y="2397"/>
                  </a:lnTo>
                  <a:lnTo>
                    <a:pt x="3012" y="2182"/>
                  </a:lnTo>
                  <a:lnTo>
                    <a:pt x="3012" y="1967"/>
                  </a:lnTo>
                  <a:lnTo>
                    <a:pt x="2981" y="1598"/>
                  </a:lnTo>
                  <a:lnTo>
                    <a:pt x="2889" y="1291"/>
                  </a:lnTo>
                  <a:lnTo>
                    <a:pt x="2766" y="983"/>
                  </a:lnTo>
                  <a:lnTo>
                    <a:pt x="2612" y="707"/>
                  </a:lnTo>
                  <a:lnTo>
                    <a:pt x="2397" y="461"/>
                  </a:lnTo>
                  <a:lnTo>
                    <a:pt x="2213" y="308"/>
                  </a:lnTo>
                  <a:lnTo>
                    <a:pt x="1906" y="185"/>
                  </a:lnTo>
                  <a:lnTo>
                    <a:pt x="1568" y="62"/>
                  </a:lnTo>
                  <a:lnTo>
                    <a:pt x="1352" y="31"/>
                  </a:lnTo>
                  <a:lnTo>
                    <a:pt x="1137" y="0"/>
                  </a:lnTo>
                  <a:close/>
                </a:path>
              </a:pathLst>
            </a:custGeom>
            <a:solidFill>
              <a:srgbClr val="1F212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Google Shape;2284;p46">
              <a:extLst>
                <a:ext uri="{FF2B5EF4-FFF2-40B4-BE49-F238E27FC236}">
                  <a16:creationId xmlns:a16="http://schemas.microsoft.com/office/drawing/2014/main" id="{AFFAAF53-8AD3-0E41-CF05-7A2678CE2370}"/>
                </a:ext>
              </a:extLst>
            </p:cNvPr>
            <p:cNvSpPr/>
            <p:nvPr/>
          </p:nvSpPr>
          <p:spPr>
            <a:xfrm>
              <a:off x="4742767" y="3299580"/>
              <a:ext cx="316034" cy="432081"/>
            </a:xfrm>
            <a:custGeom>
              <a:avLst/>
              <a:gdLst/>
              <a:ahLst/>
              <a:cxnLst/>
              <a:rect l="l" t="t" r="r" b="b"/>
              <a:pathLst>
                <a:path w="3012" h="4118" fill="none" extrusionOk="0">
                  <a:moveTo>
                    <a:pt x="1137" y="0"/>
                  </a:moveTo>
                  <a:lnTo>
                    <a:pt x="1137" y="0"/>
                  </a:lnTo>
                  <a:lnTo>
                    <a:pt x="1414" y="123"/>
                  </a:lnTo>
                  <a:lnTo>
                    <a:pt x="1690" y="308"/>
                  </a:lnTo>
                  <a:lnTo>
                    <a:pt x="1936" y="492"/>
                  </a:lnTo>
                  <a:lnTo>
                    <a:pt x="2151" y="738"/>
                  </a:lnTo>
                  <a:lnTo>
                    <a:pt x="2305" y="1014"/>
                  </a:lnTo>
                  <a:lnTo>
                    <a:pt x="2428" y="1321"/>
                  </a:lnTo>
                  <a:lnTo>
                    <a:pt x="2520" y="1629"/>
                  </a:lnTo>
                  <a:lnTo>
                    <a:pt x="2551" y="1967"/>
                  </a:lnTo>
                  <a:lnTo>
                    <a:pt x="2551" y="1967"/>
                  </a:lnTo>
                  <a:lnTo>
                    <a:pt x="2551" y="2182"/>
                  </a:lnTo>
                  <a:lnTo>
                    <a:pt x="2520" y="2366"/>
                  </a:lnTo>
                  <a:lnTo>
                    <a:pt x="2459" y="2581"/>
                  </a:lnTo>
                  <a:lnTo>
                    <a:pt x="2397" y="2766"/>
                  </a:lnTo>
                  <a:lnTo>
                    <a:pt x="2305" y="2950"/>
                  </a:lnTo>
                  <a:lnTo>
                    <a:pt x="2213" y="3104"/>
                  </a:lnTo>
                  <a:lnTo>
                    <a:pt x="2090" y="3257"/>
                  </a:lnTo>
                  <a:lnTo>
                    <a:pt x="1936" y="3411"/>
                  </a:lnTo>
                  <a:lnTo>
                    <a:pt x="1813" y="3534"/>
                  </a:lnTo>
                  <a:lnTo>
                    <a:pt x="1660" y="3657"/>
                  </a:lnTo>
                  <a:lnTo>
                    <a:pt x="1475" y="3780"/>
                  </a:lnTo>
                  <a:lnTo>
                    <a:pt x="1291" y="3841"/>
                  </a:lnTo>
                  <a:lnTo>
                    <a:pt x="1107" y="3933"/>
                  </a:lnTo>
                  <a:lnTo>
                    <a:pt x="922" y="3964"/>
                  </a:lnTo>
                  <a:lnTo>
                    <a:pt x="707" y="3995"/>
                  </a:lnTo>
                  <a:lnTo>
                    <a:pt x="492" y="4025"/>
                  </a:lnTo>
                  <a:lnTo>
                    <a:pt x="492" y="4025"/>
                  </a:lnTo>
                  <a:lnTo>
                    <a:pt x="246" y="3995"/>
                  </a:lnTo>
                  <a:lnTo>
                    <a:pt x="1" y="3964"/>
                  </a:lnTo>
                  <a:lnTo>
                    <a:pt x="1" y="3964"/>
                  </a:lnTo>
                  <a:lnTo>
                    <a:pt x="369" y="4087"/>
                  </a:lnTo>
                  <a:lnTo>
                    <a:pt x="584" y="4118"/>
                  </a:lnTo>
                  <a:lnTo>
                    <a:pt x="769" y="4118"/>
                  </a:lnTo>
                  <a:lnTo>
                    <a:pt x="769" y="4118"/>
                  </a:lnTo>
                  <a:lnTo>
                    <a:pt x="769" y="4118"/>
                  </a:lnTo>
                  <a:lnTo>
                    <a:pt x="769" y="4118"/>
                  </a:lnTo>
                  <a:lnTo>
                    <a:pt x="769" y="4118"/>
                  </a:lnTo>
                  <a:lnTo>
                    <a:pt x="769" y="4118"/>
                  </a:lnTo>
                  <a:lnTo>
                    <a:pt x="769" y="4118"/>
                  </a:lnTo>
                  <a:lnTo>
                    <a:pt x="769" y="4118"/>
                  </a:lnTo>
                  <a:lnTo>
                    <a:pt x="799" y="4118"/>
                  </a:lnTo>
                  <a:lnTo>
                    <a:pt x="799" y="4118"/>
                  </a:lnTo>
                  <a:lnTo>
                    <a:pt x="799" y="4118"/>
                  </a:lnTo>
                  <a:lnTo>
                    <a:pt x="799" y="4118"/>
                  </a:lnTo>
                  <a:lnTo>
                    <a:pt x="799" y="4118"/>
                  </a:lnTo>
                  <a:lnTo>
                    <a:pt x="799" y="4118"/>
                  </a:lnTo>
                  <a:lnTo>
                    <a:pt x="799" y="4118"/>
                  </a:lnTo>
                  <a:lnTo>
                    <a:pt x="799" y="4118"/>
                  </a:lnTo>
                  <a:lnTo>
                    <a:pt x="830" y="4118"/>
                  </a:lnTo>
                  <a:lnTo>
                    <a:pt x="830" y="4118"/>
                  </a:lnTo>
                  <a:lnTo>
                    <a:pt x="861" y="4118"/>
                  </a:lnTo>
                  <a:lnTo>
                    <a:pt x="861" y="4118"/>
                  </a:lnTo>
                  <a:lnTo>
                    <a:pt x="1076" y="4118"/>
                  </a:lnTo>
                  <a:lnTo>
                    <a:pt x="1291" y="4087"/>
                  </a:lnTo>
                  <a:lnTo>
                    <a:pt x="1506" y="4025"/>
                  </a:lnTo>
                  <a:lnTo>
                    <a:pt x="1690" y="3964"/>
                  </a:lnTo>
                  <a:lnTo>
                    <a:pt x="1875" y="3872"/>
                  </a:lnTo>
                  <a:lnTo>
                    <a:pt x="2059" y="3749"/>
                  </a:lnTo>
                  <a:lnTo>
                    <a:pt x="2213" y="3626"/>
                  </a:lnTo>
                  <a:lnTo>
                    <a:pt x="2366" y="3503"/>
                  </a:lnTo>
                  <a:lnTo>
                    <a:pt x="2520" y="3349"/>
                  </a:lnTo>
                  <a:lnTo>
                    <a:pt x="2643" y="3165"/>
                  </a:lnTo>
                  <a:lnTo>
                    <a:pt x="2766" y="2981"/>
                  </a:lnTo>
                  <a:lnTo>
                    <a:pt x="2858" y="2796"/>
                  </a:lnTo>
                  <a:lnTo>
                    <a:pt x="2920" y="2612"/>
                  </a:lnTo>
                  <a:lnTo>
                    <a:pt x="2981" y="2397"/>
                  </a:lnTo>
                  <a:lnTo>
                    <a:pt x="3012" y="2182"/>
                  </a:lnTo>
                  <a:lnTo>
                    <a:pt x="3012" y="1967"/>
                  </a:lnTo>
                  <a:lnTo>
                    <a:pt x="3012" y="1967"/>
                  </a:lnTo>
                  <a:lnTo>
                    <a:pt x="2981" y="1598"/>
                  </a:lnTo>
                  <a:lnTo>
                    <a:pt x="2981" y="1598"/>
                  </a:lnTo>
                  <a:lnTo>
                    <a:pt x="2889" y="1291"/>
                  </a:lnTo>
                  <a:lnTo>
                    <a:pt x="2766" y="983"/>
                  </a:lnTo>
                  <a:lnTo>
                    <a:pt x="2612" y="707"/>
                  </a:lnTo>
                  <a:lnTo>
                    <a:pt x="2397" y="461"/>
                  </a:lnTo>
                  <a:lnTo>
                    <a:pt x="2397" y="461"/>
                  </a:lnTo>
                  <a:lnTo>
                    <a:pt x="2213" y="308"/>
                  </a:lnTo>
                  <a:lnTo>
                    <a:pt x="1906" y="185"/>
                  </a:lnTo>
                  <a:lnTo>
                    <a:pt x="1568" y="62"/>
                  </a:lnTo>
                  <a:lnTo>
                    <a:pt x="1352" y="31"/>
                  </a:lnTo>
                  <a:lnTo>
                    <a:pt x="1137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285;p46">
              <a:extLst>
                <a:ext uri="{FF2B5EF4-FFF2-40B4-BE49-F238E27FC236}">
                  <a16:creationId xmlns:a16="http://schemas.microsoft.com/office/drawing/2014/main" id="{CEC099CE-F608-E17F-E7A0-8FDA3093F497}"/>
                </a:ext>
              </a:extLst>
            </p:cNvPr>
            <p:cNvSpPr/>
            <p:nvPr/>
          </p:nvSpPr>
          <p:spPr>
            <a:xfrm>
              <a:off x="4691144" y="3364004"/>
              <a:ext cx="283822" cy="283822"/>
            </a:xfrm>
            <a:custGeom>
              <a:avLst/>
              <a:gdLst/>
              <a:ahLst/>
              <a:cxnLst/>
              <a:rect l="l" t="t" r="r" b="b"/>
              <a:pathLst>
                <a:path w="2705" h="2705" extrusionOk="0">
                  <a:moveTo>
                    <a:pt x="1353" y="216"/>
                  </a:moveTo>
                  <a:lnTo>
                    <a:pt x="1568" y="247"/>
                  </a:lnTo>
                  <a:lnTo>
                    <a:pt x="1783" y="308"/>
                  </a:lnTo>
                  <a:lnTo>
                    <a:pt x="1967" y="431"/>
                  </a:lnTo>
                  <a:lnTo>
                    <a:pt x="2152" y="554"/>
                  </a:lnTo>
                  <a:lnTo>
                    <a:pt x="2275" y="738"/>
                  </a:lnTo>
                  <a:lnTo>
                    <a:pt x="2367" y="923"/>
                  </a:lnTo>
                  <a:lnTo>
                    <a:pt x="2428" y="1138"/>
                  </a:lnTo>
                  <a:lnTo>
                    <a:pt x="2459" y="1353"/>
                  </a:lnTo>
                  <a:lnTo>
                    <a:pt x="2428" y="1568"/>
                  </a:lnTo>
                  <a:lnTo>
                    <a:pt x="2367" y="1783"/>
                  </a:lnTo>
                  <a:lnTo>
                    <a:pt x="2275" y="1967"/>
                  </a:lnTo>
                  <a:lnTo>
                    <a:pt x="2152" y="2152"/>
                  </a:lnTo>
                  <a:lnTo>
                    <a:pt x="1967" y="2274"/>
                  </a:lnTo>
                  <a:lnTo>
                    <a:pt x="1783" y="2397"/>
                  </a:lnTo>
                  <a:lnTo>
                    <a:pt x="1568" y="2459"/>
                  </a:lnTo>
                  <a:lnTo>
                    <a:pt x="1107" y="2459"/>
                  </a:lnTo>
                  <a:lnTo>
                    <a:pt x="923" y="2397"/>
                  </a:lnTo>
                  <a:lnTo>
                    <a:pt x="708" y="2274"/>
                  </a:lnTo>
                  <a:lnTo>
                    <a:pt x="554" y="2152"/>
                  </a:lnTo>
                  <a:lnTo>
                    <a:pt x="431" y="1967"/>
                  </a:lnTo>
                  <a:lnTo>
                    <a:pt x="308" y="1783"/>
                  </a:lnTo>
                  <a:lnTo>
                    <a:pt x="247" y="1568"/>
                  </a:lnTo>
                  <a:lnTo>
                    <a:pt x="216" y="1353"/>
                  </a:lnTo>
                  <a:lnTo>
                    <a:pt x="247" y="1138"/>
                  </a:lnTo>
                  <a:lnTo>
                    <a:pt x="308" y="923"/>
                  </a:lnTo>
                  <a:lnTo>
                    <a:pt x="431" y="738"/>
                  </a:lnTo>
                  <a:lnTo>
                    <a:pt x="554" y="554"/>
                  </a:lnTo>
                  <a:lnTo>
                    <a:pt x="708" y="431"/>
                  </a:lnTo>
                  <a:lnTo>
                    <a:pt x="923" y="308"/>
                  </a:lnTo>
                  <a:lnTo>
                    <a:pt x="1107" y="247"/>
                  </a:lnTo>
                  <a:lnTo>
                    <a:pt x="1353" y="216"/>
                  </a:lnTo>
                  <a:close/>
                  <a:moveTo>
                    <a:pt x="1353" y="1"/>
                  </a:moveTo>
                  <a:lnTo>
                    <a:pt x="1076" y="31"/>
                  </a:lnTo>
                  <a:lnTo>
                    <a:pt x="831" y="93"/>
                  </a:lnTo>
                  <a:lnTo>
                    <a:pt x="585" y="216"/>
                  </a:lnTo>
                  <a:lnTo>
                    <a:pt x="400" y="400"/>
                  </a:lnTo>
                  <a:lnTo>
                    <a:pt x="216" y="585"/>
                  </a:lnTo>
                  <a:lnTo>
                    <a:pt x="93" y="830"/>
                  </a:lnTo>
                  <a:lnTo>
                    <a:pt x="1" y="1076"/>
                  </a:lnTo>
                  <a:lnTo>
                    <a:pt x="1" y="1353"/>
                  </a:lnTo>
                  <a:lnTo>
                    <a:pt x="1" y="1629"/>
                  </a:lnTo>
                  <a:lnTo>
                    <a:pt x="93" y="1875"/>
                  </a:lnTo>
                  <a:lnTo>
                    <a:pt x="216" y="2121"/>
                  </a:lnTo>
                  <a:lnTo>
                    <a:pt x="400" y="2305"/>
                  </a:lnTo>
                  <a:lnTo>
                    <a:pt x="585" y="2490"/>
                  </a:lnTo>
                  <a:lnTo>
                    <a:pt x="831" y="2612"/>
                  </a:lnTo>
                  <a:lnTo>
                    <a:pt x="1076" y="2674"/>
                  </a:lnTo>
                  <a:lnTo>
                    <a:pt x="1353" y="2705"/>
                  </a:lnTo>
                  <a:lnTo>
                    <a:pt x="1629" y="2674"/>
                  </a:lnTo>
                  <a:lnTo>
                    <a:pt x="1875" y="2612"/>
                  </a:lnTo>
                  <a:lnTo>
                    <a:pt x="2090" y="2490"/>
                  </a:lnTo>
                  <a:lnTo>
                    <a:pt x="2305" y="2305"/>
                  </a:lnTo>
                  <a:lnTo>
                    <a:pt x="2459" y="2121"/>
                  </a:lnTo>
                  <a:lnTo>
                    <a:pt x="2582" y="1875"/>
                  </a:lnTo>
                  <a:lnTo>
                    <a:pt x="2674" y="1629"/>
                  </a:lnTo>
                  <a:lnTo>
                    <a:pt x="2705" y="1353"/>
                  </a:lnTo>
                  <a:lnTo>
                    <a:pt x="2674" y="1076"/>
                  </a:lnTo>
                  <a:lnTo>
                    <a:pt x="2582" y="830"/>
                  </a:lnTo>
                  <a:lnTo>
                    <a:pt x="2459" y="585"/>
                  </a:lnTo>
                  <a:lnTo>
                    <a:pt x="2305" y="400"/>
                  </a:lnTo>
                  <a:lnTo>
                    <a:pt x="2090" y="216"/>
                  </a:lnTo>
                  <a:lnTo>
                    <a:pt x="1875" y="93"/>
                  </a:lnTo>
                  <a:lnTo>
                    <a:pt x="1629" y="31"/>
                  </a:lnTo>
                  <a:lnTo>
                    <a:pt x="1353" y="1"/>
                  </a:lnTo>
                  <a:close/>
                </a:path>
              </a:pathLst>
            </a:custGeom>
            <a:solidFill>
              <a:srgbClr val="9099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286;p46">
              <a:extLst>
                <a:ext uri="{FF2B5EF4-FFF2-40B4-BE49-F238E27FC236}">
                  <a16:creationId xmlns:a16="http://schemas.microsoft.com/office/drawing/2014/main" id="{3CD04060-577C-F598-BD55-1851A0235724}"/>
                </a:ext>
              </a:extLst>
            </p:cNvPr>
            <p:cNvSpPr/>
            <p:nvPr/>
          </p:nvSpPr>
          <p:spPr>
            <a:xfrm>
              <a:off x="4691144" y="3364004"/>
              <a:ext cx="283822" cy="283822"/>
            </a:xfrm>
            <a:custGeom>
              <a:avLst/>
              <a:gdLst/>
              <a:ahLst/>
              <a:cxnLst/>
              <a:rect l="l" t="t" r="r" b="b"/>
              <a:pathLst>
                <a:path w="2705" h="2705" fill="none" extrusionOk="0">
                  <a:moveTo>
                    <a:pt x="2582" y="1353"/>
                  </a:moveTo>
                  <a:lnTo>
                    <a:pt x="2459" y="1353"/>
                  </a:lnTo>
                  <a:lnTo>
                    <a:pt x="2459" y="1353"/>
                  </a:lnTo>
                  <a:lnTo>
                    <a:pt x="2428" y="1568"/>
                  </a:lnTo>
                  <a:lnTo>
                    <a:pt x="2367" y="1783"/>
                  </a:lnTo>
                  <a:lnTo>
                    <a:pt x="2275" y="1967"/>
                  </a:lnTo>
                  <a:lnTo>
                    <a:pt x="2152" y="2152"/>
                  </a:lnTo>
                  <a:lnTo>
                    <a:pt x="2152" y="2152"/>
                  </a:lnTo>
                  <a:lnTo>
                    <a:pt x="1967" y="2274"/>
                  </a:lnTo>
                  <a:lnTo>
                    <a:pt x="1783" y="2397"/>
                  </a:lnTo>
                  <a:lnTo>
                    <a:pt x="1568" y="2459"/>
                  </a:lnTo>
                  <a:lnTo>
                    <a:pt x="1353" y="2459"/>
                  </a:lnTo>
                  <a:lnTo>
                    <a:pt x="1353" y="2459"/>
                  </a:lnTo>
                  <a:lnTo>
                    <a:pt x="1107" y="2459"/>
                  </a:lnTo>
                  <a:lnTo>
                    <a:pt x="923" y="2397"/>
                  </a:lnTo>
                  <a:lnTo>
                    <a:pt x="708" y="2274"/>
                  </a:lnTo>
                  <a:lnTo>
                    <a:pt x="554" y="2152"/>
                  </a:lnTo>
                  <a:lnTo>
                    <a:pt x="554" y="2152"/>
                  </a:lnTo>
                  <a:lnTo>
                    <a:pt x="431" y="1967"/>
                  </a:lnTo>
                  <a:lnTo>
                    <a:pt x="308" y="1783"/>
                  </a:lnTo>
                  <a:lnTo>
                    <a:pt x="247" y="1568"/>
                  </a:lnTo>
                  <a:lnTo>
                    <a:pt x="216" y="1353"/>
                  </a:lnTo>
                  <a:lnTo>
                    <a:pt x="216" y="1353"/>
                  </a:lnTo>
                  <a:lnTo>
                    <a:pt x="247" y="1138"/>
                  </a:lnTo>
                  <a:lnTo>
                    <a:pt x="308" y="923"/>
                  </a:lnTo>
                  <a:lnTo>
                    <a:pt x="431" y="738"/>
                  </a:lnTo>
                  <a:lnTo>
                    <a:pt x="554" y="554"/>
                  </a:lnTo>
                  <a:lnTo>
                    <a:pt x="554" y="554"/>
                  </a:lnTo>
                  <a:lnTo>
                    <a:pt x="708" y="431"/>
                  </a:lnTo>
                  <a:lnTo>
                    <a:pt x="923" y="308"/>
                  </a:lnTo>
                  <a:lnTo>
                    <a:pt x="1107" y="247"/>
                  </a:lnTo>
                  <a:lnTo>
                    <a:pt x="1353" y="216"/>
                  </a:lnTo>
                  <a:lnTo>
                    <a:pt x="1353" y="216"/>
                  </a:lnTo>
                  <a:lnTo>
                    <a:pt x="1568" y="247"/>
                  </a:lnTo>
                  <a:lnTo>
                    <a:pt x="1783" y="308"/>
                  </a:lnTo>
                  <a:lnTo>
                    <a:pt x="1967" y="431"/>
                  </a:lnTo>
                  <a:lnTo>
                    <a:pt x="2152" y="554"/>
                  </a:lnTo>
                  <a:lnTo>
                    <a:pt x="2152" y="554"/>
                  </a:lnTo>
                  <a:lnTo>
                    <a:pt x="2275" y="738"/>
                  </a:lnTo>
                  <a:lnTo>
                    <a:pt x="2367" y="923"/>
                  </a:lnTo>
                  <a:lnTo>
                    <a:pt x="2428" y="1138"/>
                  </a:lnTo>
                  <a:lnTo>
                    <a:pt x="2459" y="1353"/>
                  </a:lnTo>
                  <a:lnTo>
                    <a:pt x="2582" y="1353"/>
                  </a:lnTo>
                  <a:lnTo>
                    <a:pt x="2705" y="1353"/>
                  </a:lnTo>
                  <a:lnTo>
                    <a:pt x="2705" y="1353"/>
                  </a:lnTo>
                  <a:lnTo>
                    <a:pt x="2674" y="1076"/>
                  </a:lnTo>
                  <a:lnTo>
                    <a:pt x="2582" y="830"/>
                  </a:lnTo>
                  <a:lnTo>
                    <a:pt x="2459" y="585"/>
                  </a:lnTo>
                  <a:lnTo>
                    <a:pt x="2305" y="400"/>
                  </a:lnTo>
                  <a:lnTo>
                    <a:pt x="2090" y="216"/>
                  </a:lnTo>
                  <a:lnTo>
                    <a:pt x="1875" y="93"/>
                  </a:lnTo>
                  <a:lnTo>
                    <a:pt x="1629" y="31"/>
                  </a:lnTo>
                  <a:lnTo>
                    <a:pt x="1353" y="1"/>
                  </a:lnTo>
                  <a:lnTo>
                    <a:pt x="1353" y="1"/>
                  </a:lnTo>
                  <a:lnTo>
                    <a:pt x="1076" y="31"/>
                  </a:lnTo>
                  <a:lnTo>
                    <a:pt x="831" y="93"/>
                  </a:lnTo>
                  <a:lnTo>
                    <a:pt x="585" y="216"/>
                  </a:lnTo>
                  <a:lnTo>
                    <a:pt x="400" y="400"/>
                  </a:lnTo>
                  <a:lnTo>
                    <a:pt x="216" y="585"/>
                  </a:lnTo>
                  <a:lnTo>
                    <a:pt x="93" y="830"/>
                  </a:lnTo>
                  <a:lnTo>
                    <a:pt x="1" y="1076"/>
                  </a:lnTo>
                  <a:lnTo>
                    <a:pt x="1" y="1353"/>
                  </a:lnTo>
                  <a:lnTo>
                    <a:pt x="1" y="1353"/>
                  </a:lnTo>
                  <a:lnTo>
                    <a:pt x="1" y="1629"/>
                  </a:lnTo>
                  <a:lnTo>
                    <a:pt x="93" y="1875"/>
                  </a:lnTo>
                  <a:lnTo>
                    <a:pt x="216" y="2121"/>
                  </a:lnTo>
                  <a:lnTo>
                    <a:pt x="400" y="2305"/>
                  </a:lnTo>
                  <a:lnTo>
                    <a:pt x="585" y="2490"/>
                  </a:lnTo>
                  <a:lnTo>
                    <a:pt x="831" y="2612"/>
                  </a:lnTo>
                  <a:lnTo>
                    <a:pt x="1076" y="2674"/>
                  </a:lnTo>
                  <a:lnTo>
                    <a:pt x="1353" y="2705"/>
                  </a:lnTo>
                  <a:lnTo>
                    <a:pt x="1353" y="2705"/>
                  </a:lnTo>
                  <a:lnTo>
                    <a:pt x="1629" y="2674"/>
                  </a:lnTo>
                  <a:lnTo>
                    <a:pt x="1875" y="2612"/>
                  </a:lnTo>
                  <a:lnTo>
                    <a:pt x="2090" y="2490"/>
                  </a:lnTo>
                  <a:lnTo>
                    <a:pt x="2305" y="2305"/>
                  </a:lnTo>
                  <a:lnTo>
                    <a:pt x="2459" y="2121"/>
                  </a:lnTo>
                  <a:lnTo>
                    <a:pt x="2582" y="1875"/>
                  </a:lnTo>
                  <a:lnTo>
                    <a:pt x="2674" y="1629"/>
                  </a:lnTo>
                  <a:lnTo>
                    <a:pt x="2705" y="1353"/>
                  </a:lnTo>
                  <a:lnTo>
                    <a:pt x="2582" y="135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287;p46">
              <a:extLst>
                <a:ext uri="{FF2B5EF4-FFF2-40B4-BE49-F238E27FC236}">
                  <a16:creationId xmlns:a16="http://schemas.microsoft.com/office/drawing/2014/main" id="{C0D39156-7084-BB8C-2588-580D7531D260}"/>
                </a:ext>
              </a:extLst>
            </p:cNvPr>
            <p:cNvSpPr/>
            <p:nvPr/>
          </p:nvSpPr>
          <p:spPr>
            <a:xfrm>
              <a:off x="4765326" y="3438186"/>
              <a:ext cx="135563" cy="135458"/>
            </a:xfrm>
            <a:custGeom>
              <a:avLst/>
              <a:gdLst/>
              <a:ahLst/>
              <a:cxnLst/>
              <a:rect l="l" t="t" r="r" b="b"/>
              <a:pathLst>
                <a:path w="1292" h="1291" extrusionOk="0">
                  <a:moveTo>
                    <a:pt x="523" y="0"/>
                  </a:moveTo>
                  <a:lnTo>
                    <a:pt x="400" y="62"/>
                  </a:lnTo>
                  <a:lnTo>
                    <a:pt x="277" y="123"/>
                  </a:lnTo>
                  <a:lnTo>
                    <a:pt x="185" y="185"/>
                  </a:lnTo>
                  <a:lnTo>
                    <a:pt x="93" y="277"/>
                  </a:lnTo>
                  <a:lnTo>
                    <a:pt x="31" y="400"/>
                  </a:lnTo>
                  <a:lnTo>
                    <a:pt x="1" y="523"/>
                  </a:lnTo>
                  <a:lnTo>
                    <a:pt x="1" y="646"/>
                  </a:lnTo>
                  <a:lnTo>
                    <a:pt x="1" y="769"/>
                  </a:lnTo>
                  <a:lnTo>
                    <a:pt x="31" y="892"/>
                  </a:lnTo>
                  <a:lnTo>
                    <a:pt x="93" y="1014"/>
                  </a:lnTo>
                  <a:lnTo>
                    <a:pt x="185" y="1107"/>
                  </a:lnTo>
                  <a:lnTo>
                    <a:pt x="277" y="1168"/>
                  </a:lnTo>
                  <a:lnTo>
                    <a:pt x="400" y="1229"/>
                  </a:lnTo>
                  <a:lnTo>
                    <a:pt x="523" y="1260"/>
                  </a:lnTo>
                  <a:lnTo>
                    <a:pt x="646" y="1291"/>
                  </a:lnTo>
                  <a:lnTo>
                    <a:pt x="769" y="1260"/>
                  </a:lnTo>
                  <a:lnTo>
                    <a:pt x="892" y="1229"/>
                  </a:lnTo>
                  <a:lnTo>
                    <a:pt x="984" y="1168"/>
                  </a:lnTo>
                  <a:lnTo>
                    <a:pt x="1107" y="1107"/>
                  </a:lnTo>
                  <a:lnTo>
                    <a:pt x="1168" y="1014"/>
                  </a:lnTo>
                  <a:lnTo>
                    <a:pt x="1230" y="892"/>
                  </a:lnTo>
                  <a:lnTo>
                    <a:pt x="1260" y="769"/>
                  </a:lnTo>
                  <a:lnTo>
                    <a:pt x="1291" y="646"/>
                  </a:lnTo>
                  <a:lnTo>
                    <a:pt x="1260" y="523"/>
                  </a:lnTo>
                  <a:lnTo>
                    <a:pt x="1230" y="400"/>
                  </a:lnTo>
                  <a:lnTo>
                    <a:pt x="1168" y="277"/>
                  </a:lnTo>
                  <a:lnTo>
                    <a:pt x="1107" y="185"/>
                  </a:lnTo>
                  <a:lnTo>
                    <a:pt x="984" y="123"/>
                  </a:lnTo>
                  <a:lnTo>
                    <a:pt x="892" y="62"/>
                  </a:lnTo>
                  <a:lnTo>
                    <a:pt x="769" y="0"/>
                  </a:lnTo>
                  <a:close/>
                </a:path>
              </a:pathLst>
            </a:custGeom>
            <a:solidFill>
              <a:srgbClr val="9099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288;p46">
              <a:extLst>
                <a:ext uri="{FF2B5EF4-FFF2-40B4-BE49-F238E27FC236}">
                  <a16:creationId xmlns:a16="http://schemas.microsoft.com/office/drawing/2014/main" id="{8713856B-55EA-B1D5-8424-3593A48CE1E6}"/>
                </a:ext>
              </a:extLst>
            </p:cNvPr>
            <p:cNvSpPr/>
            <p:nvPr/>
          </p:nvSpPr>
          <p:spPr>
            <a:xfrm>
              <a:off x="4820098" y="3376909"/>
              <a:ext cx="25916" cy="258011"/>
            </a:xfrm>
            <a:custGeom>
              <a:avLst/>
              <a:gdLst/>
              <a:ahLst/>
              <a:cxnLst/>
              <a:rect l="l" t="t" r="r" b="b"/>
              <a:pathLst>
                <a:path w="247" h="2459" extrusionOk="0">
                  <a:moveTo>
                    <a:pt x="1" y="1"/>
                  </a:moveTo>
                  <a:lnTo>
                    <a:pt x="1" y="2459"/>
                  </a:lnTo>
                  <a:lnTo>
                    <a:pt x="247" y="2459"/>
                  </a:lnTo>
                  <a:lnTo>
                    <a:pt x="247" y="1"/>
                  </a:lnTo>
                  <a:close/>
                </a:path>
              </a:pathLst>
            </a:custGeom>
            <a:solidFill>
              <a:srgbClr val="9099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289;p46">
              <a:extLst>
                <a:ext uri="{FF2B5EF4-FFF2-40B4-BE49-F238E27FC236}">
                  <a16:creationId xmlns:a16="http://schemas.microsoft.com/office/drawing/2014/main" id="{DAC7421E-1948-45E4-D94D-C308CE280B9D}"/>
                </a:ext>
              </a:extLst>
            </p:cNvPr>
            <p:cNvSpPr/>
            <p:nvPr/>
          </p:nvSpPr>
          <p:spPr>
            <a:xfrm>
              <a:off x="4820098" y="3376909"/>
              <a:ext cx="25916" cy="258011"/>
            </a:xfrm>
            <a:custGeom>
              <a:avLst/>
              <a:gdLst/>
              <a:ahLst/>
              <a:cxnLst/>
              <a:rect l="l" t="t" r="r" b="b"/>
              <a:pathLst>
                <a:path w="247" h="2459" fill="none" extrusionOk="0">
                  <a:moveTo>
                    <a:pt x="1" y="1"/>
                  </a:moveTo>
                  <a:lnTo>
                    <a:pt x="1" y="2459"/>
                  </a:lnTo>
                  <a:lnTo>
                    <a:pt x="247" y="2459"/>
                  </a:lnTo>
                  <a:lnTo>
                    <a:pt x="247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90;p46">
              <a:extLst>
                <a:ext uri="{FF2B5EF4-FFF2-40B4-BE49-F238E27FC236}">
                  <a16:creationId xmlns:a16="http://schemas.microsoft.com/office/drawing/2014/main" id="{86FB8E10-373E-95EE-405D-47B71DADD3EA}"/>
                </a:ext>
              </a:extLst>
            </p:cNvPr>
            <p:cNvSpPr/>
            <p:nvPr/>
          </p:nvSpPr>
          <p:spPr>
            <a:xfrm>
              <a:off x="4700902" y="3492957"/>
              <a:ext cx="261158" cy="25916"/>
            </a:xfrm>
            <a:custGeom>
              <a:avLst/>
              <a:gdLst/>
              <a:ahLst/>
              <a:cxnLst/>
              <a:rect l="l" t="t" r="r" b="b"/>
              <a:pathLst>
                <a:path w="2489" h="247" extrusionOk="0">
                  <a:moveTo>
                    <a:pt x="0" y="1"/>
                  </a:moveTo>
                  <a:lnTo>
                    <a:pt x="0" y="247"/>
                  </a:lnTo>
                  <a:lnTo>
                    <a:pt x="2489" y="247"/>
                  </a:lnTo>
                  <a:lnTo>
                    <a:pt x="2489" y="1"/>
                  </a:lnTo>
                  <a:close/>
                </a:path>
              </a:pathLst>
            </a:custGeom>
            <a:solidFill>
              <a:srgbClr val="9099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91;p46">
              <a:extLst>
                <a:ext uri="{FF2B5EF4-FFF2-40B4-BE49-F238E27FC236}">
                  <a16:creationId xmlns:a16="http://schemas.microsoft.com/office/drawing/2014/main" id="{049A7205-A141-9A59-6B35-5A01F4E1E908}"/>
                </a:ext>
              </a:extLst>
            </p:cNvPr>
            <p:cNvSpPr/>
            <p:nvPr/>
          </p:nvSpPr>
          <p:spPr>
            <a:xfrm>
              <a:off x="4700902" y="3492957"/>
              <a:ext cx="261158" cy="25916"/>
            </a:xfrm>
            <a:custGeom>
              <a:avLst/>
              <a:gdLst/>
              <a:ahLst/>
              <a:cxnLst/>
              <a:rect l="l" t="t" r="r" b="b"/>
              <a:pathLst>
                <a:path w="2489" h="247" fill="none" extrusionOk="0">
                  <a:moveTo>
                    <a:pt x="0" y="247"/>
                  </a:moveTo>
                  <a:lnTo>
                    <a:pt x="2489" y="247"/>
                  </a:lnTo>
                  <a:lnTo>
                    <a:pt x="2489" y="1"/>
                  </a:lnTo>
                  <a:lnTo>
                    <a:pt x="0" y="1"/>
                  </a:lnTo>
                  <a:lnTo>
                    <a:pt x="0" y="24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92;p46">
              <a:extLst>
                <a:ext uri="{FF2B5EF4-FFF2-40B4-BE49-F238E27FC236}">
                  <a16:creationId xmlns:a16="http://schemas.microsoft.com/office/drawing/2014/main" id="{A2F2C60D-FCC4-3718-8FA4-808607215FA4}"/>
                </a:ext>
              </a:extLst>
            </p:cNvPr>
            <p:cNvSpPr/>
            <p:nvPr/>
          </p:nvSpPr>
          <p:spPr>
            <a:xfrm>
              <a:off x="4729861" y="3402721"/>
              <a:ext cx="199987" cy="203240"/>
            </a:xfrm>
            <a:custGeom>
              <a:avLst/>
              <a:gdLst/>
              <a:ahLst/>
              <a:cxnLst/>
              <a:rect l="l" t="t" r="r" b="b"/>
              <a:pathLst>
                <a:path w="1906" h="1937" extrusionOk="0">
                  <a:moveTo>
                    <a:pt x="1752" y="0"/>
                  </a:moveTo>
                  <a:lnTo>
                    <a:pt x="1" y="1752"/>
                  </a:lnTo>
                  <a:lnTo>
                    <a:pt x="154" y="1936"/>
                  </a:lnTo>
                  <a:lnTo>
                    <a:pt x="1906" y="185"/>
                  </a:lnTo>
                  <a:lnTo>
                    <a:pt x="1752" y="0"/>
                  </a:lnTo>
                  <a:close/>
                </a:path>
              </a:pathLst>
            </a:custGeom>
            <a:solidFill>
              <a:srgbClr val="9099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93;p46">
              <a:extLst>
                <a:ext uri="{FF2B5EF4-FFF2-40B4-BE49-F238E27FC236}">
                  <a16:creationId xmlns:a16="http://schemas.microsoft.com/office/drawing/2014/main" id="{A6A74365-27F9-4A77-C61F-8996D561C5D5}"/>
                </a:ext>
              </a:extLst>
            </p:cNvPr>
            <p:cNvSpPr/>
            <p:nvPr/>
          </p:nvSpPr>
          <p:spPr>
            <a:xfrm>
              <a:off x="4729861" y="3402721"/>
              <a:ext cx="199987" cy="203240"/>
            </a:xfrm>
            <a:custGeom>
              <a:avLst/>
              <a:gdLst/>
              <a:ahLst/>
              <a:cxnLst/>
              <a:rect l="l" t="t" r="r" b="b"/>
              <a:pathLst>
                <a:path w="1906" h="1937" fill="none" extrusionOk="0">
                  <a:moveTo>
                    <a:pt x="154" y="1936"/>
                  </a:moveTo>
                  <a:lnTo>
                    <a:pt x="1906" y="185"/>
                  </a:lnTo>
                  <a:lnTo>
                    <a:pt x="1752" y="0"/>
                  </a:lnTo>
                  <a:lnTo>
                    <a:pt x="1" y="1752"/>
                  </a:lnTo>
                  <a:lnTo>
                    <a:pt x="154" y="1936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94;p46">
              <a:extLst>
                <a:ext uri="{FF2B5EF4-FFF2-40B4-BE49-F238E27FC236}">
                  <a16:creationId xmlns:a16="http://schemas.microsoft.com/office/drawing/2014/main" id="{89231D65-DC3E-06A5-95EF-28138EFC1814}"/>
                </a:ext>
              </a:extLst>
            </p:cNvPr>
            <p:cNvSpPr/>
            <p:nvPr/>
          </p:nvSpPr>
          <p:spPr>
            <a:xfrm>
              <a:off x="4729861" y="3405974"/>
              <a:ext cx="203240" cy="199987"/>
            </a:xfrm>
            <a:custGeom>
              <a:avLst/>
              <a:gdLst/>
              <a:ahLst/>
              <a:cxnLst/>
              <a:rect l="l" t="t" r="r" b="b"/>
              <a:pathLst>
                <a:path w="1937" h="1906" extrusionOk="0">
                  <a:moveTo>
                    <a:pt x="185" y="0"/>
                  </a:moveTo>
                  <a:lnTo>
                    <a:pt x="1" y="154"/>
                  </a:lnTo>
                  <a:lnTo>
                    <a:pt x="1752" y="1905"/>
                  </a:lnTo>
                  <a:lnTo>
                    <a:pt x="1936" y="1752"/>
                  </a:lnTo>
                  <a:lnTo>
                    <a:pt x="185" y="0"/>
                  </a:lnTo>
                  <a:close/>
                </a:path>
              </a:pathLst>
            </a:custGeom>
            <a:solidFill>
              <a:srgbClr val="9099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95;p46">
              <a:extLst>
                <a:ext uri="{FF2B5EF4-FFF2-40B4-BE49-F238E27FC236}">
                  <a16:creationId xmlns:a16="http://schemas.microsoft.com/office/drawing/2014/main" id="{987A20BF-338B-1D58-73E1-F915BFDC7DF5}"/>
                </a:ext>
              </a:extLst>
            </p:cNvPr>
            <p:cNvSpPr/>
            <p:nvPr/>
          </p:nvSpPr>
          <p:spPr>
            <a:xfrm>
              <a:off x="4729861" y="3405974"/>
              <a:ext cx="203240" cy="199987"/>
            </a:xfrm>
            <a:custGeom>
              <a:avLst/>
              <a:gdLst/>
              <a:ahLst/>
              <a:cxnLst/>
              <a:rect l="l" t="t" r="r" b="b"/>
              <a:pathLst>
                <a:path w="1937" h="1906" fill="none" extrusionOk="0">
                  <a:moveTo>
                    <a:pt x="1" y="154"/>
                  </a:moveTo>
                  <a:lnTo>
                    <a:pt x="1752" y="1905"/>
                  </a:lnTo>
                  <a:lnTo>
                    <a:pt x="1936" y="1752"/>
                  </a:lnTo>
                  <a:lnTo>
                    <a:pt x="185" y="0"/>
                  </a:lnTo>
                  <a:lnTo>
                    <a:pt x="1" y="15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96;p46">
              <a:extLst>
                <a:ext uri="{FF2B5EF4-FFF2-40B4-BE49-F238E27FC236}">
                  <a16:creationId xmlns:a16="http://schemas.microsoft.com/office/drawing/2014/main" id="{EBBEC832-7EB3-EE69-C60C-0C657A684728}"/>
                </a:ext>
              </a:extLst>
            </p:cNvPr>
            <p:cNvSpPr/>
            <p:nvPr/>
          </p:nvSpPr>
          <p:spPr>
            <a:xfrm>
              <a:off x="4716956" y="3405974"/>
              <a:ext cx="258011" cy="241852"/>
            </a:xfrm>
            <a:custGeom>
              <a:avLst/>
              <a:gdLst/>
              <a:ahLst/>
              <a:cxnLst/>
              <a:rect l="l" t="t" r="r" b="b"/>
              <a:pathLst>
                <a:path w="2459" h="2305" extrusionOk="0">
                  <a:moveTo>
                    <a:pt x="2059" y="0"/>
                  </a:moveTo>
                  <a:lnTo>
                    <a:pt x="2182" y="185"/>
                  </a:lnTo>
                  <a:lnTo>
                    <a:pt x="2274" y="369"/>
                  </a:lnTo>
                  <a:lnTo>
                    <a:pt x="2305" y="584"/>
                  </a:lnTo>
                  <a:lnTo>
                    <a:pt x="2336" y="799"/>
                  </a:lnTo>
                  <a:lnTo>
                    <a:pt x="2336" y="830"/>
                  </a:lnTo>
                  <a:lnTo>
                    <a:pt x="2336" y="953"/>
                  </a:lnTo>
                  <a:lnTo>
                    <a:pt x="2336" y="1076"/>
                  </a:lnTo>
                  <a:lnTo>
                    <a:pt x="2305" y="1076"/>
                  </a:lnTo>
                  <a:lnTo>
                    <a:pt x="2274" y="1229"/>
                  </a:lnTo>
                  <a:lnTo>
                    <a:pt x="2182" y="1414"/>
                  </a:lnTo>
                  <a:lnTo>
                    <a:pt x="2121" y="1567"/>
                  </a:lnTo>
                  <a:lnTo>
                    <a:pt x="1998" y="1690"/>
                  </a:lnTo>
                  <a:lnTo>
                    <a:pt x="2059" y="1752"/>
                  </a:lnTo>
                  <a:lnTo>
                    <a:pt x="1875" y="1905"/>
                  </a:lnTo>
                  <a:lnTo>
                    <a:pt x="1844" y="1844"/>
                  </a:lnTo>
                  <a:lnTo>
                    <a:pt x="1691" y="1967"/>
                  </a:lnTo>
                  <a:lnTo>
                    <a:pt x="1537" y="2028"/>
                  </a:lnTo>
                  <a:lnTo>
                    <a:pt x="1383" y="2090"/>
                  </a:lnTo>
                  <a:lnTo>
                    <a:pt x="1230" y="2151"/>
                  </a:lnTo>
                  <a:lnTo>
                    <a:pt x="1230" y="2182"/>
                  </a:lnTo>
                  <a:lnTo>
                    <a:pt x="984" y="2182"/>
                  </a:lnTo>
                  <a:lnTo>
                    <a:pt x="984" y="2151"/>
                  </a:lnTo>
                  <a:lnTo>
                    <a:pt x="707" y="2120"/>
                  </a:lnTo>
                  <a:lnTo>
                    <a:pt x="431" y="2059"/>
                  </a:lnTo>
                  <a:lnTo>
                    <a:pt x="216" y="1905"/>
                  </a:lnTo>
                  <a:lnTo>
                    <a:pt x="1" y="1752"/>
                  </a:lnTo>
                  <a:lnTo>
                    <a:pt x="216" y="1967"/>
                  </a:lnTo>
                  <a:lnTo>
                    <a:pt x="462" y="2151"/>
                  </a:lnTo>
                  <a:lnTo>
                    <a:pt x="615" y="2212"/>
                  </a:lnTo>
                  <a:lnTo>
                    <a:pt x="769" y="2274"/>
                  </a:lnTo>
                  <a:lnTo>
                    <a:pt x="923" y="2305"/>
                  </a:lnTo>
                  <a:lnTo>
                    <a:pt x="1107" y="2305"/>
                  </a:lnTo>
                  <a:lnTo>
                    <a:pt x="1383" y="2274"/>
                  </a:lnTo>
                  <a:lnTo>
                    <a:pt x="1629" y="2212"/>
                  </a:lnTo>
                  <a:lnTo>
                    <a:pt x="1844" y="2059"/>
                  </a:lnTo>
                  <a:lnTo>
                    <a:pt x="2059" y="1905"/>
                  </a:lnTo>
                  <a:lnTo>
                    <a:pt x="2213" y="1721"/>
                  </a:lnTo>
                  <a:lnTo>
                    <a:pt x="2336" y="1475"/>
                  </a:lnTo>
                  <a:lnTo>
                    <a:pt x="2428" y="1229"/>
                  </a:lnTo>
                  <a:lnTo>
                    <a:pt x="2459" y="953"/>
                  </a:lnTo>
                  <a:lnTo>
                    <a:pt x="2428" y="676"/>
                  </a:lnTo>
                  <a:lnTo>
                    <a:pt x="2367" y="430"/>
                  </a:lnTo>
                  <a:lnTo>
                    <a:pt x="2244" y="215"/>
                  </a:lnTo>
                  <a:lnTo>
                    <a:pt x="2059" y="0"/>
                  </a:lnTo>
                  <a:close/>
                </a:path>
              </a:pathLst>
            </a:custGeom>
            <a:solidFill>
              <a:srgbClr val="515C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97;p46">
              <a:extLst>
                <a:ext uri="{FF2B5EF4-FFF2-40B4-BE49-F238E27FC236}">
                  <a16:creationId xmlns:a16="http://schemas.microsoft.com/office/drawing/2014/main" id="{0D9CF766-5621-B90C-3B4E-857E9B08C5FD}"/>
                </a:ext>
              </a:extLst>
            </p:cNvPr>
            <p:cNvSpPr/>
            <p:nvPr/>
          </p:nvSpPr>
          <p:spPr>
            <a:xfrm>
              <a:off x="4716956" y="3505862"/>
              <a:ext cx="258011" cy="141964"/>
            </a:xfrm>
            <a:custGeom>
              <a:avLst/>
              <a:gdLst/>
              <a:ahLst/>
              <a:cxnLst/>
              <a:rect l="l" t="t" r="r" b="b"/>
              <a:pathLst>
                <a:path w="2459" h="1353" fill="none" extrusionOk="0">
                  <a:moveTo>
                    <a:pt x="2459" y="1"/>
                  </a:moveTo>
                  <a:lnTo>
                    <a:pt x="2336" y="1"/>
                  </a:lnTo>
                  <a:lnTo>
                    <a:pt x="2336" y="124"/>
                  </a:lnTo>
                  <a:lnTo>
                    <a:pt x="2305" y="124"/>
                  </a:lnTo>
                  <a:lnTo>
                    <a:pt x="2305" y="124"/>
                  </a:lnTo>
                  <a:lnTo>
                    <a:pt x="2274" y="277"/>
                  </a:lnTo>
                  <a:lnTo>
                    <a:pt x="2182" y="462"/>
                  </a:lnTo>
                  <a:lnTo>
                    <a:pt x="2121" y="615"/>
                  </a:lnTo>
                  <a:lnTo>
                    <a:pt x="1998" y="738"/>
                  </a:lnTo>
                  <a:lnTo>
                    <a:pt x="2059" y="800"/>
                  </a:lnTo>
                  <a:lnTo>
                    <a:pt x="1875" y="953"/>
                  </a:lnTo>
                  <a:lnTo>
                    <a:pt x="1844" y="892"/>
                  </a:lnTo>
                  <a:lnTo>
                    <a:pt x="1844" y="892"/>
                  </a:lnTo>
                  <a:lnTo>
                    <a:pt x="1691" y="1015"/>
                  </a:lnTo>
                  <a:lnTo>
                    <a:pt x="1537" y="1076"/>
                  </a:lnTo>
                  <a:lnTo>
                    <a:pt x="1383" y="1138"/>
                  </a:lnTo>
                  <a:lnTo>
                    <a:pt x="1230" y="1199"/>
                  </a:lnTo>
                  <a:lnTo>
                    <a:pt x="1230" y="1230"/>
                  </a:lnTo>
                  <a:lnTo>
                    <a:pt x="984" y="1230"/>
                  </a:lnTo>
                  <a:lnTo>
                    <a:pt x="984" y="1199"/>
                  </a:lnTo>
                  <a:lnTo>
                    <a:pt x="984" y="1199"/>
                  </a:lnTo>
                  <a:lnTo>
                    <a:pt x="984" y="1199"/>
                  </a:lnTo>
                  <a:lnTo>
                    <a:pt x="984" y="1199"/>
                  </a:lnTo>
                  <a:lnTo>
                    <a:pt x="707" y="1168"/>
                  </a:lnTo>
                  <a:lnTo>
                    <a:pt x="431" y="1107"/>
                  </a:lnTo>
                  <a:lnTo>
                    <a:pt x="216" y="953"/>
                  </a:lnTo>
                  <a:lnTo>
                    <a:pt x="1" y="800"/>
                  </a:lnTo>
                  <a:lnTo>
                    <a:pt x="1" y="800"/>
                  </a:lnTo>
                  <a:lnTo>
                    <a:pt x="216" y="1015"/>
                  </a:lnTo>
                  <a:lnTo>
                    <a:pt x="462" y="1199"/>
                  </a:lnTo>
                  <a:lnTo>
                    <a:pt x="615" y="1260"/>
                  </a:lnTo>
                  <a:lnTo>
                    <a:pt x="769" y="1322"/>
                  </a:lnTo>
                  <a:lnTo>
                    <a:pt x="923" y="1353"/>
                  </a:lnTo>
                  <a:lnTo>
                    <a:pt x="1107" y="1353"/>
                  </a:lnTo>
                  <a:lnTo>
                    <a:pt x="1107" y="1353"/>
                  </a:lnTo>
                  <a:lnTo>
                    <a:pt x="1383" y="1322"/>
                  </a:lnTo>
                  <a:lnTo>
                    <a:pt x="1629" y="1260"/>
                  </a:lnTo>
                  <a:lnTo>
                    <a:pt x="1844" y="1107"/>
                  </a:lnTo>
                  <a:lnTo>
                    <a:pt x="2059" y="953"/>
                  </a:lnTo>
                  <a:lnTo>
                    <a:pt x="2213" y="769"/>
                  </a:lnTo>
                  <a:lnTo>
                    <a:pt x="2336" y="523"/>
                  </a:lnTo>
                  <a:lnTo>
                    <a:pt x="2428" y="277"/>
                  </a:lnTo>
                  <a:lnTo>
                    <a:pt x="245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98;p46">
              <a:extLst>
                <a:ext uri="{FF2B5EF4-FFF2-40B4-BE49-F238E27FC236}">
                  <a16:creationId xmlns:a16="http://schemas.microsoft.com/office/drawing/2014/main" id="{C3EEFC70-59B5-986A-C858-0CFF16BE1A8E}"/>
                </a:ext>
              </a:extLst>
            </p:cNvPr>
            <p:cNvSpPr/>
            <p:nvPr/>
          </p:nvSpPr>
          <p:spPr>
            <a:xfrm>
              <a:off x="4932998" y="3405974"/>
              <a:ext cx="41970" cy="99994"/>
            </a:xfrm>
            <a:custGeom>
              <a:avLst/>
              <a:gdLst/>
              <a:ahLst/>
              <a:cxnLst/>
              <a:rect l="l" t="t" r="r" b="b"/>
              <a:pathLst>
                <a:path w="400" h="953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123" y="185"/>
                  </a:lnTo>
                  <a:lnTo>
                    <a:pt x="215" y="369"/>
                  </a:lnTo>
                  <a:lnTo>
                    <a:pt x="246" y="584"/>
                  </a:lnTo>
                  <a:lnTo>
                    <a:pt x="277" y="799"/>
                  </a:lnTo>
                  <a:lnTo>
                    <a:pt x="277" y="799"/>
                  </a:lnTo>
                  <a:lnTo>
                    <a:pt x="277" y="830"/>
                  </a:lnTo>
                  <a:lnTo>
                    <a:pt x="277" y="830"/>
                  </a:lnTo>
                  <a:lnTo>
                    <a:pt x="277" y="953"/>
                  </a:lnTo>
                  <a:lnTo>
                    <a:pt x="400" y="953"/>
                  </a:lnTo>
                  <a:lnTo>
                    <a:pt x="400" y="953"/>
                  </a:lnTo>
                  <a:lnTo>
                    <a:pt x="400" y="953"/>
                  </a:lnTo>
                  <a:lnTo>
                    <a:pt x="400" y="953"/>
                  </a:lnTo>
                  <a:lnTo>
                    <a:pt x="369" y="676"/>
                  </a:lnTo>
                  <a:lnTo>
                    <a:pt x="308" y="430"/>
                  </a:lnTo>
                  <a:lnTo>
                    <a:pt x="185" y="215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9;p46">
              <a:extLst>
                <a:ext uri="{FF2B5EF4-FFF2-40B4-BE49-F238E27FC236}">
                  <a16:creationId xmlns:a16="http://schemas.microsoft.com/office/drawing/2014/main" id="{2240FA91-188E-A257-29AA-C9DD5B578A05}"/>
                </a:ext>
              </a:extLst>
            </p:cNvPr>
            <p:cNvSpPr/>
            <p:nvPr/>
          </p:nvSpPr>
          <p:spPr>
            <a:xfrm>
              <a:off x="4820098" y="3631667"/>
              <a:ext cx="25916" cy="3253"/>
            </a:xfrm>
            <a:custGeom>
              <a:avLst/>
              <a:gdLst/>
              <a:ahLst/>
              <a:cxnLst/>
              <a:rect l="l" t="t" r="r" b="b"/>
              <a:pathLst>
                <a:path w="247" h="31" extrusionOk="0">
                  <a:moveTo>
                    <a:pt x="1" y="0"/>
                  </a:moveTo>
                  <a:lnTo>
                    <a:pt x="1" y="31"/>
                  </a:lnTo>
                  <a:lnTo>
                    <a:pt x="247" y="31"/>
                  </a:lnTo>
                  <a:lnTo>
                    <a:pt x="247" y="0"/>
                  </a:lnTo>
                  <a:close/>
                </a:path>
              </a:pathLst>
            </a:custGeom>
            <a:solidFill>
              <a:srgbClr val="515C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0;p46">
              <a:extLst>
                <a:ext uri="{FF2B5EF4-FFF2-40B4-BE49-F238E27FC236}">
                  <a16:creationId xmlns:a16="http://schemas.microsoft.com/office/drawing/2014/main" id="{43DF3D62-38AD-C4DF-4744-D204FE19F4AA}"/>
                </a:ext>
              </a:extLst>
            </p:cNvPr>
            <p:cNvSpPr/>
            <p:nvPr/>
          </p:nvSpPr>
          <p:spPr>
            <a:xfrm>
              <a:off x="4820098" y="3631667"/>
              <a:ext cx="25916" cy="3253"/>
            </a:xfrm>
            <a:custGeom>
              <a:avLst/>
              <a:gdLst/>
              <a:ahLst/>
              <a:cxnLst/>
              <a:rect l="l" t="t" r="r" b="b"/>
              <a:pathLst>
                <a:path w="247" h="31" fill="none" extrusionOk="0">
                  <a:moveTo>
                    <a:pt x="247" y="0"/>
                  </a:moveTo>
                  <a:lnTo>
                    <a:pt x="247" y="0"/>
                  </a:lnTo>
                  <a:lnTo>
                    <a:pt x="1" y="0"/>
                  </a:lnTo>
                  <a:lnTo>
                    <a:pt x="1" y="31"/>
                  </a:lnTo>
                  <a:lnTo>
                    <a:pt x="247" y="31"/>
                  </a:lnTo>
                  <a:lnTo>
                    <a:pt x="247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01;p46">
              <a:extLst>
                <a:ext uri="{FF2B5EF4-FFF2-40B4-BE49-F238E27FC236}">
                  <a16:creationId xmlns:a16="http://schemas.microsoft.com/office/drawing/2014/main" id="{43CB43A9-3AD8-6F01-E7C8-052AD2D3750E}"/>
                </a:ext>
              </a:extLst>
            </p:cNvPr>
            <p:cNvSpPr/>
            <p:nvPr/>
          </p:nvSpPr>
          <p:spPr>
            <a:xfrm>
              <a:off x="4958810" y="3492957"/>
              <a:ext cx="3253" cy="25916"/>
            </a:xfrm>
            <a:custGeom>
              <a:avLst/>
              <a:gdLst/>
              <a:ahLst/>
              <a:cxnLst/>
              <a:rect l="l" t="t" r="r" b="b"/>
              <a:pathLst>
                <a:path w="31" h="247" extrusionOk="0">
                  <a:moveTo>
                    <a:pt x="31" y="1"/>
                  </a:moveTo>
                  <a:lnTo>
                    <a:pt x="0" y="247"/>
                  </a:lnTo>
                  <a:lnTo>
                    <a:pt x="31" y="247"/>
                  </a:lnTo>
                  <a:lnTo>
                    <a:pt x="31" y="124"/>
                  </a:lnTo>
                  <a:lnTo>
                    <a:pt x="31" y="1"/>
                  </a:lnTo>
                  <a:close/>
                </a:path>
              </a:pathLst>
            </a:custGeom>
            <a:solidFill>
              <a:srgbClr val="515C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02;p46">
              <a:extLst>
                <a:ext uri="{FF2B5EF4-FFF2-40B4-BE49-F238E27FC236}">
                  <a16:creationId xmlns:a16="http://schemas.microsoft.com/office/drawing/2014/main" id="{3BF57E22-EF23-B4E6-E335-376954A6B926}"/>
                </a:ext>
              </a:extLst>
            </p:cNvPr>
            <p:cNvSpPr/>
            <p:nvPr/>
          </p:nvSpPr>
          <p:spPr>
            <a:xfrm>
              <a:off x="4958810" y="3492957"/>
              <a:ext cx="3253" cy="25916"/>
            </a:xfrm>
            <a:custGeom>
              <a:avLst/>
              <a:gdLst/>
              <a:ahLst/>
              <a:cxnLst/>
              <a:rect l="l" t="t" r="r" b="b"/>
              <a:pathLst>
                <a:path w="31" h="247" fill="none" extrusionOk="0">
                  <a:moveTo>
                    <a:pt x="31" y="1"/>
                  </a:moveTo>
                  <a:lnTo>
                    <a:pt x="31" y="1"/>
                  </a:lnTo>
                  <a:lnTo>
                    <a:pt x="31" y="1"/>
                  </a:lnTo>
                  <a:lnTo>
                    <a:pt x="0" y="247"/>
                  </a:lnTo>
                  <a:lnTo>
                    <a:pt x="31" y="247"/>
                  </a:lnTo>
                  <a:lnTo>
                    <a:pt x="31" y="124"/>
                  </a:lnTo>
                  <a:lnTo>
                    <a:pt x="3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03;p46">
              <a:extLst>
                <a:ext uri="{FF2B5EF4-FFF2-40B4-BE49-F238E27FC236}">
                  <a16:creationId xmlns:a16="http://schemas.microsoft.com/office/drawing/2014/main" id="{1CF764C9-89FD-8917-3EEC-39C230F52659}"/>
                </a:ext>
              </a:extLst>
            </p:cNvPr>
            <p:cNvSpPr/>
            <p:nvPr/>
          </p:nvSpPr>
          <p:spPr>
            <a:xfrm>
              <a:off x="4910439" y="3583297"/>
              <a:ext cx="22664" cy="22664"/>
            </a:xfrm>
            <a:custGeom>
              <a:avLst/>
              <a:gdLst/>
              <a:ahLst/>
              <a:cxnLst/>
              <a:rect l="l" t="t" r="r" b="b"/>
              <a:pathLst>
                <a:path w="216" h="216" extrusionOk="0">
                  <a:moveTo>
                    <a:pt x="154" y="0"/>
                  </a:moveTo>
                  <a:lnTo>
                    <a:pt x="0" y="154"/>
                  </a:lnTo>
                  <a:lnTo>
                    <a:pt x="31" y="215"/>
                  </a:lnTo>
                  <a:lnTo>
                    <a:pt x="215" y="62"/>
                  </a:lnTo>
                  <a:lnTo>
                    <a:pt x="154" y="0"/>
                  </a:lnTo>
                  <a:close/>
                </a:path>
              </a:pathLst>
            </a:custGeom>
            <a:solidFill>
              <a:srgbClr val="515C6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04;p46">
              <a:extLst>
                <a:ext uri="{FF2B5EF4-FFF2-40B4-BE49-F238E27FC236}">
                  <a16:creationId xmlns:a16="http://schemas.microsoft.com/office/drawing/2014/main" id="{4D79B009-BDC5-021F-ED9A-C5B88D2E2429}"/>
                </a:ext>
              </a:extLst>
            </p:cNvPr>
            <p:cNvSpPr/>
            <p:nvPr/>
          </p:nvSpPr>
          <p:spPr>
            <a:xfrm>
              <a:off x="4910439" y="3583297"/>
              <a:ext cx="22664" cy="22664"/>
            </a:xfrm>
            <a:custGeom>
              <a:avLst/>
              <a:gdLst/>
              <a:ahLst/>
              <a:cxnLst/>
              <a:rect l="l" t="t" r="r" b="b"/>
              <a:pathLst>
                <a:path w="216" h="216" fill="none" extrusionOk="0">
                  <a:moveTo>
                    <a:pt x="154" y="0"/>
                  </a:moveTo>
                  <a:lnTo>
                    <a:pt x="154" y="0"/>
                  </a:lnTo>
                  <a:lnTo>
                    <a:pt x="0" y="154"/>
                  </a:lnTo>
                  <a:lnTo>
                    <a:pt x="31" y="215"/>
                  </a:lnTo>
                  <a:lnTo>
                    <a:pt x="215" y="62"/>
                  </a:lnTo>
                  <a:lnTo>
                    <a:pt x="15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05;p46">
              <a:extLst>
                <a:ext uri="{FF2B5EF4-FFF2-40B4-BE49-F238E27FC236}">
                  <a16:creationId xmlns:a16="http://schemas.microsoft.com/office/drawing/2014/main" id="{9135419B-6A52-6795-774B-2894A6875FAE}"/>
                </a:ext>
              </a:extLst>
            </p:cNvPr>
            <p:cNvSpPr/>
            <p:nvPr/>
          </p:nvSpPr>
          <p:spPr>
            <a:xfrm>
              <a:off x="4620214" y="3351098"/>
              <a:ext cx="90445" cy="183934"/>
            </a:xfrm>
            <a:custGeom>
              <a:avLst/>
              <a:gdLst/>
              <a:ahLst/>
              <a:cxnLst/>
              <a:rect l="l" t="t" r="r" b="b"/>
              <a:pathLst>
                <a:path w="862" h="1753" extrusionOk="0">
                  <a:moveTo>
                    <a:pt x="861" y="1"/>
                  </a:moveTo>
                  <a:lnTo>
                    <a:pt x="523" y="247"/>
                  </a:lnTo>
                  <a:lnTo>
                    <a:pt x="247" y="523"/>
                  </a:lnTo>
                  <a:lnTo>
                    <a:pt x="216" y="554"/>
                  </a:lnTo>
                  <a:lnTo>
                    <a:pt x="93" y="861"/>
                  </a:lnTo>
                  <a:lnTo>
                    <a:pt x="62" y="984"/>
                  </a:lnTo>
                  <a:lnTo>
                    <a:pt x="32" y="1138"/>
                  </a:lnTo>
                  <a:lnTo>
                    <a:pt x="1" y="1445"/>
                  </a:lnTo>
                  <a:lnTo>
                    <a:pt x="32" y="1752"/>
                  </a:lnTo>
                  <a:lnTo>
                    <a:pt x="93" y="1445"/>
                  </a:lnTo>
                  <a:lnTo>
                    <a:pt x="155" y="1168"/>
                  </a:lnTo>
                  <a:lnTo>
                    <a:pt x="216" y="892"/>
                  </a:lnTo>
                  <a:lnTo>
                    <a:pt x="339" y="646"/>
                  </a:lnTo>
                  <a:lnTo>
                    <a:pt x="585" y="308"/>
                  </a:lnTo>
                  <a:lnTo>
                    <a:pt x="861" y="1"/>
                  </a:lnTo>
                  <a:close/>
                </a:path>
              </a:pathLst>
            </a:custGeom>
            <a:solidFill>
              <a:srgbClr val="98999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06;p46">
              <a:extLst>
                <a:ext uri="{FF2B5EF4-FFF2-40B4-BE49-F238E27FC236}">
                  <a16:creationId xmlns:a16="http://schemas.microsoft.com/office/drawing/2014/main" id="{5FA8592D-3B84-F7A0-CFE7-EE3A94A76598}"/>
                </a:ext>
              </a:extLst>
            </p:cNvPr>
            <p:cNvSpPr/>
            <p:nvPr/>
          </p:nvSpPr>
          <p:spPr>
            <a:xfrm>
              <a:off x="4620214" y="3351098"/>
              <a:ext cx="90445" cy="183934"/>
            </a:xfrm>
            <a:custGeom>
              <a:avLst/>
              <a:gdLst/>
              <a:ahLst/>
              <a:cxnLst/>
              <a:rect l="l" t="t" r="r" b="b"/>
              <a:pathLst>
                <a:path w="862" h="1753" fill="none" extrusionOk="0">
                  <a:moveTo>
                    <a:pt x="861" y="1"/>
                  </a:moveTo>
                  <a:lnTo>
                    <a:pt x="861" y="1"/>
                  </a:lnTo>
                  <a:lnTo>
                    <a:pt x="523" y="247"/>
                  </a:lnTo>
                  <a:lnTo>
                    <a:pt x="247" y="523"/>
                  </a:lnTo>
                  <a:lnTo>
                    <a:pt x="247" y="523"/>
                  </a:lnTo>
                  <a:lnTo>
                    <a:pt x="216" y="554"/>
                  </a:lnTo>
                  <a:lnTo>
                    <a:pt x="216" y="554"/>
                  </a:lnTo>
                  <a:lnTo>
                    <a:pt x="93" y="861"/>
                  </a:lnTo>
                  <a:lnTo>
                    <a:pt x="93" y="861"/>
                  </a:lnTo>
                  <a:lnTo>
                    <a:pt x="62" y="984"/>
                  </a:lnTo>
                  <a:lnTo>
                    <a:pt x="32" y="1138"/>
                  </a:lnTo>
                  <a:lnTo>
                    <a:pt x="32" y="1138"/>
                  </a:lnTo>
                  <a:lnTo>
                    <a:pt x="1" y="1445"/>
                  </a:lnTo>
                  <a:lnTo>
                    <a:pt x="32" y="1752"/>
                  </a:lnTo>
                  <a:lnTo>
                    <a:pt x="32" y="1752"/>
                  </a:lnTo>
                  <a:lnTo>
                    <a:pt x="93" y="1445"/>
                  </a:lnTo>
                  <a:lnTo>
                    <a:pt x="155" y="1168"/>
                  </a:lnTo>
                  <a:lnTo>
                    <a:pt x="155" y="1168"/>
                  </a:lnTo>
                  <a:lnTo>
                    <a:pt x="216" y="892"/>
                  </a:lnTo>
                  <a:lnTo>
                    <a:pt x="339" y="646"/>
                  </a:lnTo>
                  <a:lnTo>
                    <a:pt x="339" y="646"/>
                  </a:lnTo>
                  <a:lnTo>
                    <a:pt x="585" y="308"/>
                  </a:lnTo>
                  <a:lnTo>
                    <a:pt x="86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07;p46">
              <a:extLst>
                <a:ext uri="{FF2B5EF4-FFF2-40B4-BE49-F238E27FC236}">
                  <a16:creationId xmlns:a16="http://schemas.microsoft.com/office/drawing/2014/main" id="{7D7AD586-2212-8E0E-DAFA-B3AAC1A0ABCB}"/>
                </a:ext>
              </a:extLst>
            </p:cNvPr>
            <p:cNvSpPr/>
            <p:nvPr/>
          </p:nvSpPr>
          <p:spPr>
            <a:xfrm>
              <a:off x="3179162" y="2574129"/>
              <a:ext cx="1931250" cy="1067297"/>
            </a:xfrm>
            <a:custGeom>
              <a:avLst/>
              <a:gdLst/>
              <a:ahLst/>
              <a:cxnLst/>
              <a:rect l="l" t="t" r="r" b="b"/>
              <a:pathLst>
                <a:path w="18406" h="10172" extrusionOk="0">
                  <a:moveTo>
                    <a:pt x="10048" y="1"/>
                  </a:moveTo>
                  <a:lnTo>
                    <a:pt x="9095" y="62"/>
                  </a:lnTo>
                  <a:lnTo>
                    <a:pt x="8297" y="124"/>
                  </a:lnTo>
                  <a:lnTo>
                    <a:pt x="7651" y="247"/>
                  </a:lnTo>
                  <a:lnTo>
                    <a:pt x="7129" y="339"/>
                  </a:lnTo>
                  <a:lnTo>
                    <a:pt x="6791" y="462"/>
                  </a:lnTo>
                  <a:lnTo>
                    <a:pt x="6514" y="554"/>
                  </a:lnTo>
                  <a:lnTo>
                    <a:pt x="4456" y="1937"/>
                  </a:lnTo>
                  <a:lnTo>
                    <a:pt x="2735" y="3074"/>
                  </a:lnTo>
                  <a:lnTo>
                    <a:pt x="1998" y="3627"/>
                  </a:lnTo>
                  <a:lnTo>
                    <a:pt x="1383" y="4057"/>
                  </a:lnTo>
                  <a:lnTo>
                    <a:pt x="953" y="4456"/>
                  </a:lnTo>
                  <a:lnTo>
                    <a:pt x="615" y="4794"/>
                  </a:lnTo>
                  <a:lnTo>
                    <a:pt x="369" y="5132"/>
                  </a:lnTo>
                  <a:lnTo>
                    <a:pt x="216" y="5439"/>
                  </a:lnTo>
                  <a:lnTo>
                    <a:pt x="93" y="5716"/>
                  </a:lnTo>
                  <a:lnTo>
                    <a:pt x="31" y="5900"/>
                  </a:lnTo>
                  <a:lnTo>
                    <a:pt x="1" y="6054"/>
                  </a:lnTo>
                  <a:lnTo>
                    <a:pt x="1" y="7191"/>
                  </a:lnTo>
                  <a:lnTo>
                    <a:pt x="1" y="8082"/>
                  </a:lnTo>
                  <a:lnTo>
                    <a:pt x="62" y="8758"/>
                  </a:lnTo>
                  <a:lnTo>
                    <a:pt x="123" y="9219"/>
                  </a:lnTo>
                  <a:lnTo>
                    <a:pt x="154" y="9557"/>
                  </a:lnTo>
                  <a:lnTo>
                    <a:pt x="216" y="9741"/>
                  </a:lnTo>
                  <a:lnTo>
                    <a:pt x="277" y="9864"/>
                  </a:lnTo>
                  <a:lnTo>
                    <a:pt x="277" y="9618"/>
                  </a:lnTo>
                  <a:lnTo>
                    <a:pt x="308" y="9342"/>
                  </a:lnTo>
                  <a:lnTo>
                    <a:pt x="369" y="9065"/>
                  </a:lnTo>
                  <a:lnTo>
                    <a:pt x="461" y="8789"/>
                  </a:lnTo>
                  <a:lnTo>
                    <a:pt x="554" y="8512"/>
                  </a:lnTo>
                  <a:lnTo>
                    <a:pt x="707" y="8266"/>
                  </a:lnTo>
                  <a:lnTo>
                    <a:pt x="892" y="8020"/>
                  </a:lnTo>
                  <a:lnTo>
                    <a:pt x="1076" y="7775"/>
                  </a:lnTo>
                  <a:lnTo>
                    <a:pt x="1291" y="7559"/>
                  </a:lnTo>
                  <a:lnTo>
                    <a:pt x="1537" y="7375"/>
                  </a:lnTo>
                  <a:lnTo>
                    <a:pt x="1813" y="7222"/>
                  </a:lnTo>
                  <a:lnTo>
                    <a:pt x="2090" y="7129"/>
                  </a:lnTo>
                  <a:lnTo>
                    <a:pt x="2397" y="7068"/>
                  </a:lnTo>
                  <a:lnTo>
                    <a:pt x="2704" y="7037"/>
                  </a:lnTo>
                  <a:lnTo>
                    <a:pt x="3073" y="7099"/>
                  </a:lnTo>
                  <a:lnTo>
                    <a:pt x="3411" y="7191"/>
                  </a:lnTo>
                  <a:lnTo>
                    <a:pt x="3780" y="7344"/>
                  </a:lnTo>
                  <a:lnTo>
                    <a:pt x="4056" y="7529"/>
                  </a:lnTo>
                  <a:lnTo>
                    <a:pt x="4333" y="7744"/>
                  </a:lnTo>
                  <a:lnTo>
                    <a:pt x="4548" y="7959"/>
                  </a:lnTo>
                  <a:lnTo>
                    <a:pt x="4732" y="8205"/>
                  </a:lnTo>
                  <a:lnTo>
                    <a:pt x="4855" y="8451"/>
                  </a:lnTo>
                  <a:lnTo>
                    <a:pt x="4978" y="8696"/>
                  </a:lnTo>
                  <a:lnTo>
                    <a:pt x="5070" y="8942"/>
                  </a:lnTo>
                  <a:lnTo>
                    <a:pt x="5193" y="9403"/>
                  </a:lnTo>
                  <a:lnTo>
                    <a:pt x="5224" y="9802"/>
                  </a:lnTo>
                  <a:lnTo>
                    <a:pt x="5224" y="10171"/>
                  </a:lnTo>
                  <a:lnTo>
                    <a:pt x="13305" y="9925"/>
                  </a:lnTo>
                  <a:lnTo>
                    <a:pt x="13305" y="9649"/>
                  </a:lnTo>
                  <a:lnTo>
                    <a:pt x="13336" y="9342"/>
                  </a:lnTo>
                  <a:lnTo>
                    <a:pt x="13428" y="8942"/>
                  </a:lnTo>
                  <a:lnTo>
                    <a:pt x="13581" y="8543"/>
                  </a:lnTo>
                  <a:lnTo>
                    <a:pt x="13704" y="8328"/>
                  </a:lnTo>
                  <a:lnTo>
                    <a:pt x="13858" y="8113"/>
                  </a:lnTo>
                  <a:lnTo>
                    <a:pt x="14012" y="7897"/>
                  </a:lnTo>
                  <a:lnTo>
                    <a:pt x="14227" y="7682"/>
                  </a:lnTo>
                  <a:lnTo>
                    <a:pt x="14472" y="7498"/>
                  </a:lnTo>
                  <a:lnTo>
                    <a:pt x="14718" y="7314"/>
                  </a:lnTo>
                  <a:lnTo>
                    <a:pt x="15025" y="7160"/>
                  </a:lnTo>
                  <a:lnTo>
                    <a:pt x="15302" y="7037"/>
                  </a:lnTo>
                  <a:lnTo>
                    <a:pt x="15548" y="6976"/>
                  </a:lnTo>
                  <a:lnTo>
                    <a:pt x="15824" y="6945"/>
                  </a:lnTo>
                  <a:lnTo>
                    <a:pt x="16039" y="6914"/>
                  </a:lnTo>
                  <a:lnTo>
                    <a:pt x="16254" y="6945"/>
                  </a:lnTo>
                  <a:lnTo>
                    <a:pt x="16470" y="6976"/>
                  </a:lnTo>
                  <a:lnTo>
                    <a:pt x="16654" y="7037"/>
                  </a:lnTo>
                  <a:lnTo>
                    <a:pt x="16992" y="7160"/>
                  </a:lnTo>
                  <a:lnTo>
                    <a:pt x="17207" y="7314"/>
                  </a:lnTo>
                  <a:lnTo>
                    <a:pt x="17422" y="7467"/>
                  </a:lnTo>
                  <a:lnTo>
                    <a:pt x="17637" y="7682"/>
                  </a:lnTo>
                  <a:lnTo>
                    <a:pt x="17791" y="7867"/>
                  </a:lnTo>
                  <a:lnTo>
                    <a:pt x="17944" y="8082"/>
                  </a:lnTo>
                  <a:lnTo>
                    <a:pt x="18037" y="8266"/>
                  </a:lnTo>
                  <a:lnTo>
                    <a:pt x="18098" y="8420"/>
                  </a:lnTo>
                  <a:lnTo>
                    <a:pt x="18159" y="8573"/>
                  </a:lnTo>
                  <a:lnTo>
                    <a:pt x="18221" y="8850"/>
                  </a:lnTo>
                  <a:lnTo>
                    <a:pt x="18221" y="9065"/>
                  </a:lnTo>
                  <a:lnTo>
                    <a:pt x="18221" y="9188"/>
                  </a:lnTo>
                  <a:lnTo>
                    <a:pt x="18221" y="9249"/>
                  </a:lnTo>
                  <a:lnTo>
                    <a:pt x="18313" y="9188"/>
                  </a:lnTo>
                  <a:lnTo>
                    <a:pt x="18344" y="9127"/>
                  </a:lnTo>
                  <a:lnTo>
                    <a:pt x="18375" y="9034"/>
                  </a:lnTo>
                  <a:lnTo>
                    <a:pt x="18405" y="8789"/>
                  </a:lnTo>
                  <a:lnTo>
                    <a:pt x="18405" y="8512"/>
                  </a:lnTo>
                  <a:lnTo>
                    <a:pt x="18375" y="8174"/>
                  </a:lnTo>
                  <a:lnTo>
                    <a:pt x="18282" y="7836"/>
                  </a:lnTo>
                  <a:lnTo>
                    <a:pt x="18190" y="7498"/>
                  </a:lnTo>
                  <a:lnTo>
                    <a:pt x="18098" y="7222"/>
                  </a:lnTo>
                  <a:lnTo>
                    <a:pt x="17975" y="7006"/>
                  </a:lnTo>
                  <a:lnTo>
                    <a:pt x="17852" y="6822"/>
                  </a:lnTo>
                  <a:lnTo>
                    <a:pt x="17760" y="6638"/>
                  </a:lnTo>
                  <a:lnTo>
                    <a:pt x="17637" y="6300"/>
                  </a:lnTo>
                  <a:lnTo>
                    <a:pt x="17576" y="6054"/>
                  </a:lnTo>
                  <a:lnTo>
                    <a:pt x="17545" y="5962"/>
                  </a:lnTo>
                  <a:lnTo>
                    <a:pt x="17606" y="5532"/>
                  </a:lnTo>
                  <a:lnTo>
                    <a:pt x="17637" y="5132"/>
                  </a:lnTo>
                  <a:lnTo>
                    <a:pt x="17606" y="4733"/>
                  </a:lnTo>
                  <a:lnTo>
                    <a:pt x="17545" y="4303"/>
                  </a:lnTo>
                  <a:lnTo>
                    <a:pt x="17484" y="3934"/>
                  </a:lnTo>
                  <a:lnTo>
                    <a:pt x="17361" y="3534"/>
                  </a:lnTo>
                  <a:lnTo>
                    <a:pt x="17268" y="3166"/>
                  </a:lnTo>
                  <a:lnTo>
                    <a:pt x="17115" y="2828"/>
                  </a:lnTo>
                  <a:lnTo>
                    <a:pt x="16838" y="2213"/>
                  </a:lnTo>
                  <a:lnTo>
                    <a:pt x="16592" y="1691"/>
                  </a:lnTo>
                  <a:lnTo>
                    <a:pt x="16377" y="1322"/>
                  </a:lnTo>
                  <a:lnTo>
                    <a:pt x="16254" y="1138"/>
                  </a:lnTo>
                  <a:lnTo>
                    <a:pt x="16193" y="1046"/>
                  </a:lnTo>
                  <a:lnTo>
                    <a:pt x="16193" y="953"/>
                  </a:lnTo>
                  <a:lnTo>
                    <a:pt x="16193" y="892"/>
                  </a:lnTo>
                  <a:lnTo>
                    <a:pt x="16224" y="831"/>
                  </a:lnTo>
                  <a:lnTo>
                    <a:pt x="16316" y="708"/>
                  </a:lnTo>
                  <a:lnTo>
                    <a:pt x="16347" y="646"/>
                  </a:lnTo>
                  <a:lnTo>
                    <a:pt x="16347" y="615"/>
                  </a:lnTo>
                  <a:lnTo>
                    <a:pt x="16316" y="585"/>
                  </a:lnTo>
                  <a:lnTo>
                    <a:pt x="16254" y="554"/>
                  </a:lnTo>
                  <a:lnTo>
                    <a:pt x="15978" y="493"/>
                  </a:lnTo>
                  <a:lnTo>
                    <a:pt x="15517" y="400"/>
                  </a:lnTo>
                  <a:lnTo>
                    <a:pt x="14903" y="308"/>
                  </a:lnTo>
                  <a:lnTo>
                    <a:pt x="13274" y="155"/>
                  </a:lnTo>
                  <a:lnTo>
                    <a:pt x="12260" y="93"/>
                  </a:lnTo>
                  <a:lnTo>
                    <a:pt x="11123" y="32"/>
                  </a:lnTo>
                  <a:lnTo>
                    <a:pt x="10048" y="1"/>
                  </a:lnTo>
                  <a:close/>
                </a:path>
              </a:pathLst>
            </a:custGeom>
            <a:solidFill>
              <a:srgbClr val="101E2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08;p46">
              <a:extLst>
                <a:ext uri="{FF2B5EF4-FFF2-40B4-BE49-F238E27FC236}">
                  <a16:creationId xmlns:a16="http://schemas.microsoft.com/office/drawing/2014/main" id="{5E9A8FE3-1BD9-4EB3-E27A-7002A943765F}"/>
                </a:ext>
              </a:extLst>
            </p:cNvPr>
            <p:cNvSpPr/>
            <p:nvPr/>
          </p:nvSpPr>
          <p:spPr>
            <a:xfrm>
              <a:off x="3179162" y="2574129"/>
              <a:ext cx="1931250" cy="1067297"/>
            </a:xfrm>
            <a:custGeom>
              <a:avLst/>
              <a:gdLst/>
              <a:ahLst/>
              <a:cxnLst/>
              <a:rect l="l" t="t" r="r" b="b"/>
              <a:pathLst>
                <a:path w="18406" h="10172" fill="none" extrusionOk="0">
                  <a:moveTo>
                    <a:pt x="1" y="6054"/>
                  </a:moveTo>
                  <a:lnTo>
                    <a:pt x="1" y="6054"/>
                  </a:lnTo>
                  <a:lnTo>
                    <a:pt x="31" y="5900"/>
                  </a:lnTo>
                  <a:lnTo>
                    <a:pt x="93" y="5716"/>
                  </a:lnTo>
                  <a:lnTo>
                    <a:pt x="216" y="5439"/>
                  </a:lnTo>
                  <a:lnTo>
                    <a:pt x="369" y="5132"/>
                  </a:lnTo>
                  <a:lnTo>
                    <a:pt x="615" y="4794"/>
                  </a:lnTo>
                  <a:lnTo>
                    <a:pt x="953" y="4456"/>
                  </a:lnTo>
                  <a:lnTo>
                    <a:pt x="1383" y="4057"/>
                  </a:lnTo>
                  <a:lnTo>
                    <a:pt x="1383" y="4057"/>
                  </a:lnTo>
                  <a:lnTo>
                    <a:pt x="1998" y="3627"/>
                  </a:lnTo>
                  <a:lnTo>
                    <a:pt x="2735" y="3074"/>
                  </a:lnTo>
                  <a:lnTo>
                    <a:pt x="4456" y="1937"/>
                  </a:lnTo>
                  <a:lnTo>
                    <a:pt x="6514" y="554"/>
                  </a:lnTo>
                  <a:lnTo>
                    <a:pt x="6514" y="554"/>
                  </a:lnTo>
                  <a:lnTo>
                    <a:pt x="6791" y="462"/>
                  </a:lnTo>
                  <a:lnTo>
                    <a:pt x="7129" y="339"/>
                  </a:lnTo>
                  <a:lnTo>
                    <a:pt x="7651" y="247"/>
                  </a:lnTo>
                  <a:lnTo>
                    <a:pt x="8297" y="124"/>
                  </a:lnTo>
                  <a:lnTo>
                    <a:pt x="9095" y="62"/>
                  </a:lnTo>
                  <a:lnTo>
                    <a:pt x="10048" y="1"/>
                  </a:lnTo>
                  <a:lnTo>
                    <a:pt x="11123" y="32"/>
                  </a:lnTo>
                  <a:lnTo>
                    <a:pt x="11123" y="32"/>
                  </a:lnTo>
                  <a:lnTo>
                    <a:pt x="12260" y="93"/>
                  </a:lnTo>
                  <a:lnTo>
                    <a:pt x="13274" y="155"/>
                  </a:lnTo>
                  <a:lnTo>
                    <a:pt x="14903" y="308"/>
                  </a:lnTo>
                  <a:lnTo>
                    <a:pt x="15517" y="400"/>
                  </a:lnTo>
                  <a:lnTo>
                    <a:pt x="15978" y="493"/>
                  </a:lnTo>
                  <a:lnTo>
                    <a:pt x="16254" y="554"/>
                  </a:lnTo>
                  <a:lnTo>
                    <a:pt x="16316" y="585"/>
                  </a:lnTo>
                  <a:lnTo>
                    <a:pt x="16347" y="615"/>
                  </a:lnTo>
                  <a:lnTo>
                    <a:pt x="16347" y="615"/>
                  </a:lnTo>
                  <a:lnTo>
                    <a:pt x="16347" y="646"/>
                  </a:lnTo>
                  <a:lnTo>
                    <a:pt x="16316" y="708"/>
                  </a:lnTo>
                  <a:lnTo>
                    <a:pt x="16224" y="831"/>
                  </a:lnTo>
                  <a:lnTo>
                    <a:pt x="16193" y="892"/>
                  </a:lnTo>
                  <a:lnTo>
                    <a:pt x="16193" y="953"/>
                  </a:lnTo>
                  <a:lnTo>
                    <a:pt x="16193" y="1046"/>
                  </a:lnTo>
                  <a:lnTo>
                    <a:pt x="16254" y="1138"/>
                  </a:lnTo>
                  <a:lnTo>
                    <a:pt x="16254" y="1138"/>
                  </a:lnTo>
                  <a:lnTo>
                    <a:pt x="16377" y="1322"/>
                  </a:lnTo>
                  <a:lnTo>
                    <a:pt x="16592" y="1691"/>
                  </a:lnTo>
                  <a:lnTo>
                    <a:pt x="16838" y="2213"/>
                  </a:lnTo>
                  <a:lnTo>
                    <a:pt x="17115" y="2828"/>
                  </a:lnTo>
                  <a:lnTo>
                    <a:pt x="17268" y="3166"/>
                  </a:lnTo>
                  <a:lnTo>
                    <a:pt x="17361" y="3534"/>
                  </a:lnTo>
                  <a:lnTo>
                    <a:pt x="17484" y="3934"/>
                  </a:lnTo>
                  <a:lnTo>
                    <a:pt x="17545" y="4303"/>
                  </a:lnTo>
                  <a:lnTo>
                    <a:pt x="17606" y="4733"/>
                  </a:lnTo>
                  <a:lnTo>
                    <a:pt x="17637" y="5132"/>
                  </a:lnTo>
                  <a:lnTo>
                    <a:pt x="17606" y="5532"/>
                  </a:lnTo>
                  <a:lnTo>
                    <a:pt x="17545" y="5962"/>
                  </a:lnTo>
                  <a:lnTo>
                    <a:pt x="17545" y="5962"/>
                  </a:lnTo>
                  <a:lnTo>
                    <a:pt x="17576" y="6054"/>
                  </a:lnTo>
                  <a:lnTo>
                    <a:pt x="17637" y="6300"/>
                  </a:lnTo>
                  <a:lnTo>
                    <a:pt x="17760" y="6638"/>
                  </a:lnTo>
                  <a:lnTo>
                    <a:pt x="17852" y="6822"/>
                  </a:lnTo>
                  <a:lnTo>
                    <a:pt x="17975" y="7006"/>
                  </a:lnTo>
                  <a:lnTo>
                    <a:pt x="17975" y="7006"/>
                  </a:lnTo>
                  <a:lnTo>
                    <a:pt x="18098" y="7222"/>
                  </a:lnTo>
                  <a:lnTo>
                    <a:pt x="18190" y="7498"/>
                  </a:lnTo>
                  <a:lnTo>
                    <a:pt x="18282" y="7836"/>
                  </a:lnTo>
                  <a:lnTo>
                    <a:pt x="18375" y="8174"/>
                  </a:lnTo>
                  <a:lnTo>
                    <a:pt x="18405" y="8512"/>
                  </a:lnTo>
                  <a:lnTo>
                    <a:pt x="18405" y="8789"/>
                  </a:lnTo>
                  <a:lnTo>
                    <a:pt x="18375" y="9034"/>
                  </a:lnTo>
                  <a:lnTo>
                    <a:pt x="18344" y="9127"/>
                  </a:lnTo>
                  <a:lnTo>
                    <a:pt x="18313" y="9188"/>
                  </a:lnTo>
                  <a:lnTo>
                    <a:pt x="18313" y="9188"/>
                  </a:lnTo>
                  <a:lnTo>
                    <a:pt x="18221" y="9249"/>
                  </a:lnTo>
                  <a:lnTo>
                    <a:pt x="18221" y="9188"/>
                  </a:lnTo>
                  <a:lnTo>
                    <a:pt x="18221" y="9065"/>
                  </a:lnTo>
                  <a:lnTo>
                    <a:pt x="18221" y="8850"/>
                  </a:lnTo>
                  <a:lnTo>
                    <a:pt x="18159" y="8573"/>
                  </a:lnTo>
                  <a:lnTo>
                    <a:pt x="18098" y="8420"/>
                  </a:lnTo>
                  <a:lnTo>
                    <a:pt x="18037" y="8266"/>
                  </a:lnTo>
                  <a:lnTo>
                    <a:pt x="17944" y="8082"/>
                  </a:lnTo>
                  <a:lnTo>
                    <a:pt x="17791" y="7867"/>
                  </a:lnTo>
                  <a:lnTo>
                    <a:pt x="17637" y="7682"/>
                  </a:lnTo>
                  <a:lnTo>
                    <a:pt x="17422" y="7467"/>
                  </a:lnTo>
                  <a:lnTo>
                    <a:pt x="17422" y="7467"/>
                  </a:lnTo>
                  <a:lnTo>
                    <a:pt x="17207" y="7314"/>
                  </a:lnTo>
                  <a:lnTo>
                    <a:pt x="16992" y="7160"/>
                  </a:lnTo>
                  <a:lnTo>
                    <a:pt x="16654" y="7037"/>
                  </a:lnTo>
                  <a:lnTo>
                    <a:pt x="16470" y="6976"/>
                  </a:lnTo>
                  <a:lnTo>
                    <a:pt x="16254" y="6945"/>
                  </a:lnTo>
                  <a:lnTo>
                    <a:pt x="16039" y="6914"/>
                  </a:lnTo>
                  <a:lnTo>
                    <a:pt x="15824" y="6945"/>
                  </a:lnTo>
                  <a:lnTo>
                    <a:pt x="15548" y="6976"/>
                  </a:lnTo>
                  <a:lnTo>
                    <a:pt x="15302" y="7037"/>
                  </a:lnTo>
                  <a:lnTo>
                    <a:pt x="15025" y="7160"/>
                  </a:lnTo>
                  <a:lnTo>
                    <a:pt x="14718" y="7314"/>
                  </a:lnTo>
                  <a:lnTo>
                    <a:pt x="14718" y="7314"/>
                  </a:lnTo>
                  <a:lnTo>
                    <a:pt x="14472" y="7498"/>
                  </a:lnTo>
                  <a:lnTo>
                    <a:pt x="14227" y="7682"/>
                  </a:lnTo>
                  <a:lnTo>
                    <a:pt x="14012" y="7897"/>
                  </a:lnTo>
                  <a:lnTo>
                    <a:pt x="13858" y="8113"/>
                  </a:lnTo>
                  <a:lnTo>
                    <a:pt x="13704" y="8328"/>
                  </a:lnTo>
                  <a:lnTo>
                    <a:pt x="13581" y="8543"/>
                  </a:lnTo>
                  <a:lnTo>
                    <a:pt x="13428" y="8942"/>
                  </a:lnTo>
                  <a:lnTo>
                    <a:pt x="13336" y="9342"/>
                  </a:lnTo>
                  <a:lnTo>
                    <a:pt x="13305" y="9649"/>
                  </a:lnTo>
                  <a:lnTo>
                    <a:pt x="13305" y="9925"/>
                  </a:lnTo>
                  <a:lnTo>
                    <a:pt x="5224" y="10171"/>
                  </a:lnTo>
                  <a:lnTo>
                    <a:pt x="5224" y="10171"/>
                  </a:lnTo>
                  <a:lnTo>
                    <a:pt x="5224" y="9802"/>
                  </a:lnTo>
                  <a:lnTo>
                    <a:pt x="5193" y="9403"/>
                  </a:lnTo>
                  <a:lnTo>
                    <a:pt x="5070" y="8942"/>
                  </a:lnTo>
                  <a:lnTo>
                    <a:pt x="4978" y="8696"/>
                  </a:lnTo>
                  <a:lnTo>
                    <a:pt x="4855" y="8451"/>
                  </a:lnTo>
                  <a:lnTo>
                    <a:pt x="4732" y="8205"/>
                  </a:lnTo>
                  <a:lnTo>
                    <a:pt x="4548" y="7959"/>
                  </a:lnTo>
                  <a:lnTo>
                    <a:pt x="4333" y="7744"/>
                  </a:lnTo>
                  <a:lnTo>
                    <a:pt x="4056" y="7529"/>
                  </a:lnTo>
                  <a:lnTo>
                    <a:pt x="3780" y="7344"/>
                  </a:lnTo>
                  <a:lnTo>
                    <a:pt x="3411" y="7191"/>
                  </a:lnTo>
                  <a:lnTo>
                    <a:pt x="3411" y="7191"/>
                  </a:lnTo>
                  <a:lnTo>
                    <a:pt x="3073" y="7099"/>
                  </a:lnTo>
                  <a:lnTo>
                    <a:pt x="2704" y="7037"/>
                  </a:lnTo>
                  <a:lnTo>
                    <a:pt x="2397" y="7068"/>
                  </a:lnTo>
                  <a:lnTo>
                    <a:pt x="2090" y="7129"/>
                  </a:lnTo>
                  <a:lnTo>
                    <a:pt x="1813" y="7222"/>
                  </a:lnTo>
                  <a:lnTo>
                    <a:pt x="1537" y="7375"/>
                  </a:lnTo>
                  <a:lnTo>
                    <a:pt x="1291" y="7559"/>
                  </a:lnTo>
                  <a:lnTo>
                    <a:pt x="1076" y="7775"/>
                  </a:lnTo>
                  <a:lnTo>
                    <a:pt x="892" y="8020"/>
                  </a:lnTo>
                  <a:lnTo>
                    <a:pt x="707" y="8266"/>
                  </a:lnTo>
                  <a:lnTo>
                    <a:pt x="554" y="8512"/>
                  </a:lnTo>
                  <a:lnTo>
                    <a:pt x="461" y="8789"/>
                  </a:lnTo>
                  <a:lnTo>
                    <a:pt x="369" y="9065"/>
                  </a:lnTo>
                  <a:lnTo>
                    <a:pt x="308" y="9342"/>
                  </a:lnTo>
                  <a:lnTo>
                    <a:pt x="277" y="9618"/>
                  </a:lnTo>
                  <a:lnTo>
                    <a:pt x="277" y="9864"/>
                  </a:lnTo>
                  <a:lnTo>
                    <a:pt x="277" y="9864"/>
                  </a:lnTo>
                  <a:lnTo>
                    <a:pt x="216" y="9741"/>
                  </a:lnTo>
                  <a:lnTo>
                    <a:pt x="154" y="9557"/>
                  </a:lnTo>
                  <a:lnTo>
                    <a:pt x="123" y="9219"/>
                  </a:lnTo>
                  <a:lnTo>
                    <a:pt x="62" y="8758"/>
                  </a:lnTo>
                  <a:lnTo>
                    <a:pt x="1" y="8082"/>
                  </a:lnTo>
                  <a:lnTo>
                    <a:pt x="1" y="7191"/>
                  </a:lnTo>
                  <a:lnTo>
                    <a:pt x="1" y="605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09;p46">
              <a:extLst>
                <a:ext uri="{FF2B5EF4-FFF2-40B4-BE49-F238E27FC236}">
                  <a16:creationId xmlns:a16="http://schemas.microsoft.com/office/drawing/2014/main" id="{5F0E3770-44B6-E09A-9A05-A3DC81F1B10E}"/>
                </a:ext>
              </a:extLst>
            </p:cNvPr>
            <p:cNvSpPr/>
            <p:nvPr/>
          </p:nvSpPr>
          <p:spPr>
            <a:xfrm>
              <a:off x="3375793" y="2625752"/>
              <a:ext cx="622310" cy="374058"/>
            </a:xfrm>
            <a:custGeom>
              <a:avLst/>
              <a:gdLst/>
              <a:ahLst/>
              <a:cxnLst/>
              <a:rect l="l" t="t" r="r" b="b"/>
              <a:pathLst>
                <a:path w="5931" h="3565" extrusionOk="0">
                  <a:moveTo>
                    <a:pt x="4763" y="1"/>
                  </a:moveTo>
                  <a:lnTo>
                    <a:pt x="4640" y="62"/>
                  </a:lnTo>
                  <a:lnTo>
                    <a:pt x="2920" y="1199"/>
                  </a:lnTo>
                  <a:lnTo>
                    <a:pt x="1414" y="2244"/>
                  </a:lnTo>
                  <a:lnTo>
                    <a:pt x="1" y="3196"/>
                  </a:lnTo>
                  <a:lnTo>
                    <a:pt x="124" y="3319"/>
                  </a:lnTo>
                  <a:lnTo>
                    <a:pt x="216" y="3380"/>
                  </a:lnTo>
                  <a:lnTo>
                    <a:pt x="370" y="3442"/>
                  </a:lnTo>
                  <a:lnTo>
                    <a:pt x="492" y="3503"/>
                  </a:lnTo>
                  <a:lnTo>
                    <a:pt x="800" y="3565"/>
                  </a:lnTo>
                  <a:lnTo>
                    <a:pt x="1383" y="3565"/>
                  </a:lnTo>
                  <a:lnTo>
                    <a:pt x="1629" y="3534"/>
                  </a:lnTo>
                  <a:lnTo>
                    <a:pt x="1844" y="3503"/>
                  </a:lnTo>
                  <a:lnTo>
                    <a:pt x="2643" y="2766"/>
                  </a:lnTo>
                  <a:lnTo>
                    <a:pt x="3381" y="2151"/>
                  </a:lnTo>
                  <a:lnTo>
                    <a:pt x="4057" y="1598"/>
                  </a:lnTo>
                  <a:lnTo>
                    <a:pt x="4671" y="1137"/>
                  </a:lnTo>
                  <a:lnTo>
                    <a:pt x="5593" y="492"/>
                  </a:lnTo>
                  <a:lnTo>
                    <a:pt x="5931" y="277"/>
                  </a:lnTo>
                  <a:lnTo>
                    <a:pt x="4763" y="1"/>
                  </a:lnTo>
                  <a:close/>
                </a:path>
              </a:pathLst>
            </a:custGeom>
            <a:solidFill>
              <a:srgbClr val="2A4F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310;p46">
              <a:extLst>
                <a:ext uri="{FF2B5EF4-FFF2-40B4-BE49-F238E27FC236}">
                  <a16:creationId xmlns:a16="http://schemas.microsoft.com/office/drawing/2014/main" id="{3CC51DD6-E2D7-7060-161B-C1FAECED743E}"/>
                </a:ext>
              </a:extLst>
            </p:cNvPr>
            <p:cNvSpPr/>
            <p:nvPr/>
          </p:nvSpPr>
          <p:spPr>
            <a:xfrm>
              <a:off x="3375793" y="2625752"/>
              <a:ext cx="622310" cy="374058"/>
            </a:xfrm>
            <a:custGeom>
              <a:avLst/>
              <a:gdLst/>
              <a:ahLst/>
              <a:cxnLst/>
              <a:rect l="l" t="t" r="r" b="b"/>
              <a:pathLst>
                <a:path w="5931" h="3565" fill="none" extrusionOk="0">
                  <a:moveTo>
                    <a:pt x="1844" y="3503"/>
                  </a:moveTo>
                  <a:lnTo>
                    <a:pt x="1844" y="3503"/>
                  </a:lnTo>
                  <a:lnTo>
                    <a:pt x="2643" y="2766"/>
                  </a:lnTo>
                  <a:lnTo>
                    <a:pt x="3381" y="2151"/>
                  </a:lnTo>
                  <a:lnTo>
                    <a:pt x="4057" y="1598"/>
                  </a:lnTo>
                  <a:lnTo>
                    <a:pt x="4671" y="1137"/>
                  </a:lnTo>
                  <a:lnTo>
                    <a:pt x="5593" y="492"/>
                  </a:lnTo>
                  <a:lnTo>
                    <a:pt x="5931" y="277"/>
                  </a:lnTo>
                  <a:lnTo>
                    <a:pt x="4763" y="1"/>
                  </a:lnTo>
                  <a:lnTo>
                    <a:pt x="4763" y="1"/>
                  </a:lnTo>
                  <a:lnTo>
                    <a:pt x="4640" y="62"/>
                  </a:lnTo>
                  <a:lnTo>
                    <a:pt x="4640" y="62"/>
                  </a:lnTo>
                  <a:lnTo>
                    <a:pt x="2920" y="1199"/>
                  </a:lnTo>
                  <a:lnTo>
                    <a:pt x="1414" y="2244"/>
                  </a:lnTo>
                  <a:lnTo>
                    <a:pt x="1" y="3196"/>
                  </a:lnTo>
                  <a:lnTo>
                    <a:pt x="1" y="3196"/>
                  </a:lnTo>
                  <a:lnTo>
                    <a:pt x="124" y="3319"/>
                  </a:lnTo>
                  <a:lnTo>
                    <a:pt x="216" y="3380"/>
                  </a:lnTo>
                  <a:lnTo>
                    <a:pt x="370" y="3442"/>
                  </a:lnTo>
                  <a:lnTo>
                    <a:pt x="492" y="3503"/>
                  </a:lnTo>
                  <a:lnTo>
                    <a:pt x="800" y="3565"/>
                  </a:lnTo>
                  <a:lnTo>
                    <a:pt x="1107" y="3565"/>
                  </a:lnTo>
                  <a:lnTo>
                    <a:pt x="1383" y="3565"/>
                  </a:lnTo>
                  <a:lnTo>
                    <a:pt x="1629" y="3534"/>
                  </a:lnTo>
                  <a:lnTo>
                    <a:pt x="1844" y="3503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311;p46">
              <a:extLst>
                <a:ext uri="{FF2B5EF4-FFF2-40B4-BE49-F238E27FC236}">
                  <a16:creationId xmlns:a16="http://schemas.microsoft.com/office/drawing/2014/main" id="{26DAA092-C72C-1742-FA90-C5B6CF0DFAAC}"/>
                </a:ext>
              </a:extLst>
            </p:cNvPr>
            <p:cNvSpPr/>
            <p:nvPr/>
          </p:nvSpPr>
          <p:spPr>
            <a:xfrm>
              <a:off x="3385551" y="2629004"/>
              <a:ext cx="622310" cy="374058"/>
            </a:xfrm>
            <a:custGeom>
              <a:avLst/>
              <a:gdLst/>
              <a:ahLst/>
              <a:cxnLst/>
              <a:rect l="l" t="t" r="r" b="b"/>
              <a:pathLst>
                <a:path w="5931" h="3565" extrusionOk="0">
                  <a:moveTo>
                    <a:pt x="4701" y="0"/>
                  </a:moveTo>
                  <a:lnTo>
                    <a:pt x="4855" y="31"/>
                  </a:lnTo>
                  <a:lnTo>
                    <a:pt x="5193" y="123"/>
                  </a:lnTo>
                  <a:lnTo>
                    <a:pt x="5770" y="261"/>
                  </a:lnTo>
                  <a:lnTo>
                    <a:pt x="5770" y="261"/>
                  </a:lnTo>
                  <a:lnTo>
                    <a:pt x="5285" y="584"/>
                  </a:lnTo>
                  <a:lnTo>
                    <a:pt x="4732" y="922"/>
                  </a:lnTo>
                  <a:lnTo>
                    <a:pt x="3687" y="1721"/>
                  </a:lnTo>
                  <a:lnTo>
                    <a:pt x="3195" y="2120"/>
                  </a:lnTo>
                  <a:lnTo>
                    <a:pt x="2704" y="2551"/>
                  </a:lnTo>
                  <a:lnTo>
                    <a:pt x="2212" y="2981"/>
                  </a:lnTo>
                  <a:lnTo>
                    <a:pt x="1721" y="3442"/>
                  </a:lnTo>
                  <a:lnTo>
                    <a:pt x="1751" y="3411"/>
                  </a:lnTo>
                  <a:lnTo>
                    <a:pt x="1751" y="3411"/>
                  </a:lnTo>
                  <a:lnTo>
                    <a:pt x="1290" y="3503"/>
                  </a:lnTo>
                  <a:lnTo>
                    <a:pt x="799" y="3503"/>
                  </a:lnTo>
                  <a:lnTo>
                    <a:pt x="553" y="3472"/>
                  </a:lnTo>
                  <a:lnTo>
                    <a:pt x="338" y="3411"/>
                  </a:lnTo>
                  <a:lnTo>
                    <a:pt x="92" y="3319"/>
                  </a:lnTo>
                  <a:lnTo>
                    <a:pt x="0" y="3257"/>
                  </a:lnTo>
                  <a:lnTo>
                    <a:pt x="0" y="3257"/>
                  </a:lnTo>
                  <a:lnTo>
                    <a:pt x="92" y="3349"/>
                  </a:lnTo>
                  <a:lnTo>
                    <a:pt x="307" y="3442"/>
                  </a:lnTo>
                  <a:lnTo>
                    <a:pt x="553" y="3503"/>
                  </a:lnTo>
                  <a:lnTo>
                    <a:pt x="799" y="3564"/>
                  </a:lnTo>
                  <a:lnTo>
                    <a:pt x="1290" y="3564"/>
                  </a:lnTo>
                  <a:lnTo>
                    <a:pt x="1782" y="3503"/>
                  </a:lnTo>
                  <a:lnTo>
                    <a:pt x="2765" y="2612"/>
                  </a:lnTo>
                  <a:lnTo>
                    <a:pt x="3749" y="1782"/>
                  </a:lnTo>
                  <a:lnTo>
                    <a:pt x="4793" y="1014"/>
                  </a:lnTo>
                  <a:lnTo>
                    <a:pt x="5316" y="646"/>
                  </a:lnTo>
                  <a:lnTo>
                    <a:pt x="5869" y="277"/>
                  </a:lnTo>
                  <a:lnTo>
                    <a:pt x="5930" y="246"/>
                  </a:lnTo>
                  <a:lnTo>
                    <a:pt x="5869" y="215"/>
                  </a:lnTo>
                  <a:lnTo>
                    <a:pt x="5193" y="62"/>
                  </a:lnTo>
                  <a:lnTo>
                    <a:pt x="4855" y="0"/>
                  </a:lnTo>
                  <a:close/>
                </a:path>
              </a:pathLst>
            </a:custGeom>
            <a:solidFill>
              <a:srgbClr val="0A13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312;p46">
              <a:extLst>
                <a:ext uri="{FF2B5EF4-FFF2-40B4-BE49-F238E27FC236}">
                  <a16:creationId xmlns:a16="http://schemas.microsoft.com/office/drawing/2014/main" id="{80263BAD-1FBA-11C4-80FB-8479E9879B1B}"/>
                </a:ext>
              </a:extLst>
            </p:cNvPr>
            <p:cNvSpPr/>
            <p:nvPr/>
          </p:nvSpPr>
          <p:spPr>
            <a:xfrm>
              <a:off x="3375793" y="2629004"/>
              <a:ext cx="632068" cy="374058"/>
            </a:xfrm>
            <a:custGeom>
              <a:avLst/>
              <a:gdLst/>
              <a:ahLst/>
              <a:cxnLst/>
              <a:rect l="l" t="t" r="r" b="b"/>
              <a:pathLst>
                <a:path w="6024" h="3565" fill="none" extrusionOk="0">
                  <a:moveTo>
                    <a:pt x="1" y="3165"/>
                  </a:moveTo>
                  <a:lnTo>
                    <a:pt x="1" y="3165"/>
                  </a:lnTo>
                  <a:lnTo>
                    <a:pt x="93" y="3257"/>
                  </a:lnTo>
                  <a:lnTo>
                    <a:pt x="185" y="3319"/>
                  </a:lnTo>
                  <a:lnTo>
                    <a:pt x="431" y="3411"/>
                  </a:lnTo>
                  <a:lnTo>
                    <a:pt x="431" y="3411"/>
                  </a:lnTo>
                  <a:lnTo>
                    <a:pt x="646" y="3472"/>
                  </a:lnTo>
                  <a:lnTo>
                    <a:pt x="892" y="3503"/>
                  </a:lnTo>
                  <a:lnTo>
                    <a:pt x="892" y="3503"/>
                  </a:lnTo>
                  <a:lnTo>
                    <a:pt x="1383" y="3503"/>
                  </a:lnTo>
                  <a:lnTo>
                    <a:pt x="1844" y="3411"/>
                  </a:lnTo>
                  <a:lnTo>
                    <a:pt x="1814" y="3442"/>
                  </a:lnTo>
                  <a:lnTo>
                    <a:pt x="1814" y="3442"/>
                  </a:lnTo>
                  <a:lnTo>
                    <a:pt x="2305" y="2981"/>
                  </a:lnTo>
                  <a:lnTo>
                    <a:pt x="2797" y="2551"/>
                  </a:lnTo>
                  <a:lnTo>
                    <a:pt x="2797" y="2551"/>
                  </a:lnTo>
                  <a:lnTo>
                    <a:pt x="3288" y="2120"/>
                  </a:lnTo>
                  <a:lnTo>
                    <a:pt x="3780" y="1721"/>
                  </a:lnTo>
                  <a:lnTo>
                    <a:pt x="3780" y="1721"/>
                  </a:lnTo>
                  <a:lnTo>
                    <a:pt x="4825" y="922"/>
                  </a:lnTo>
                  <a:lnTo>
                    <a:pt x="5378" y="584"/>
                  </a:lnTo>
                  <a:lnTo>
                    <a:pt x="5931" y="215"/>
                  </a:lnTo>
                  <a:lnTo>
                    <a:pt x="5931" y="277"/>
                  </a:lnTo>
                  <a:lnTo>
                    <a:pt x="5286" y="123"/>
                  </a:lnTo>
                  <a:lnTo>
                    <a:pt x="4948" y="31"/>
                  </a:lnTo>
                  <a:lnTo>
                    <a:pt x="4948" y="31"/>
                  </a:lnTo>
                  <a:lnTo>
                    <a:pt x="4794" y="0"/>
                  </a:lnTo>
                  <a:lnTo>
                    <a:pt x="4640" y="31"/>
                  </a:lnTo>
                  <a:lnTo>
                    <a:pt x="4640" y="31"/>
                  </a:lnTo>
                  <a:lnTo>
                    <a:pt x="4794" y="0"/>
                  </a:lnTo>
                  <a:lnTo>
                    <a:pt x="4948" y="0"/>
                  </a:lnTo>
                  <a:lnTo>
                    <a:pt x="5286" y="62"/>
                  </a:lnTo>
                  <a:lnTo>
                    <a:pt x="5962" y="215"/>
                  </a:lnTo>
                  <a:lnTo>
                    <a:pt x="6023" y="246"/>
                  </a:lnTo>
                  <a:lnTo>
                    <a:pt x="5962" y="277"/>
                  </a:lnTo>
                  <a:lnTo>
                    <a:pt x="5962" y="277"/>
                  </a:lnTo>
                  <a:lnTo>
                    <a:pt x="5409" y="646"/>
                  </a:lnTo>
                  <a:lnTo>
                    <a:pt x="4886" y="1014"/>
                  </a:lnTo>
                  <a:lnTo>
                    <a:pt x="4886" y="1014"/>
                  </a:lnTo>
                  <a:lnTo>
                    <a:pt x="3842" y="1782"/>
                  </a:lnTo>
                  <a:lnTo>
                    <a:pt x="3842" y="1782"/>
                  </a:lnTo>
                  <a:lnTo>
                    <a:pt x="2858" y="2612"/>
                  </a:lnTo>
                  <a:lnTo>
                    <a:pt x="2858" y="2612"/>
                  </a:lnTo>
                  <a:lnTo>
                    <a:pt x="1875" y="3503"/>
                  </a:lnTo>
                  <a:lnTo>
                    <a:pt x="1875" y="3503"/>
                  </a:lnTo>
                  <a:lnTo>
                    <a:pt x="1875" y="3503"/>
                  </a:lnTo>
                  <a:lnTo>
                    <a:pt x="1875" y="3503"/>
                  </a:lnTo>
                  <a:lnTo>
                    <a:pt x="1383" y="3564"/>
                  </a:lnTo>
                  <a:lnTo>
                    <a:pt x="1383" y="3564"/>
                  </a:lnTo>
                  <a:lnTo>
                    <a:pt x="1138" y="3564"/>
                  </a:lnTo>
                  <a:lnTo>
                    <a:pt x="892" y="3564"/>
                  </a:lnTo>
                  <a:lnTo>
                    <a:pt x="892" y="3564"/>
                  </a:lnTo>
                  <a:lnTo>
                    <a:pt x="646" y="3503"/>
                  </a:lnTo>
                  <a:lnTo>
                    <a:pt x="400" y="3442"/>
                  </a:lnTo>
                  <a:lnTo>
                    <a:pt x="400" y="3442"/>
                  </a:lnTo>
                  <a:lnTo>
                    <a:pt x="185" y="3349"/>
                  </a:lnTo>
                  <a:lnTo>
                    <a:pt x="93" y="3257"/>
                  </a:lnTo>
                  <a:lnTo>
                    <a:pt x="1" y="3165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313;p46">
              <a:extLst>
                <a:ext uri="{FF2B5EF4-FFF2-40B4-BE49-F238E27FC236}">
                  <a16:creationId xmlns:a16="http://schemas.microsoft.com/office/drawing/2014/main" id="{01C92FD7-B4DD-4566-C705-08ED936B1254}"/>
                </a:ext>
              </a:extLst>
            </p:cNvPr>
            <p:cNvSpPr/>
            <p:nvPr/>
          </p:nvSpPr>
          <p:spPr>
            <a:xfrm>
              <a:off x="3759507" y="2661216"/>
              <a:ext cx="54876" cy="38822"/>
            </a:xfrm>
            <a:custGeom>
              <a:avLst/>
              <a:gdLst/>
              <a:ahLst/>
              <a:cxnLst/>
              <a:rect l="l" t="t" r="r" b="b"/>
              <a:pathLst>
                <a:path w="523" h="370" extrusionOk="0">
                  <a:moveTo>
                    <a:pt x="0" y="369"/>
                  </a:moveTo>
                  <a:lnTo>
                    <a:pt x="0" y="369"/>
                  </a:lnTo>
                  <a:lnTo>
                    <a:pt x="0" y="369"/>
                  </a:lnTo>
                  <a:lnTo>
                    <a:pt x="0" y="369"/>
                  </a:lnTo>
                  <a:lnTo>
                    <a:pt x="0" y="369"/>
                  </a:lnTo>
                  <a:close/>
                  <a:moveTo>
                    <a:pt x="523" y="1"/>
                  </a:moveTo>
                  <a:lnTo>
                    <a:pt x="523" y="1"/>
                  </a:lnTo>
                  <a:lnTo>
                    <a:pt x="0" y="369"/>
                  </a:lnTo>
                  <a:lnTo>
                    <a:pt x="0" y="369"/>
                  </a:lnTo>
                  <a:lnTo>
                    <a:pt x="523" y="1"/>
                  </a:lnTo>
                  <a:lnTo>
                    <a:pt x="523" y="1"/>
                  </a:lnTo>
                  <a:close/>
                </a:path>
              </a:pathLst>
            </a:custGeom>
            <a:solidFill>
              <a:srgbClr val="9BACB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314;p46">
              <a:extLst>
                <a:ext uri="{FF2B5EF4-FFF2-40B4-BE49-F238E27FC236}">
                  <a16:creationId xmlns:a16="http://schemas.microsoft.com/office/drawing/2014/main" id="{E84C58F2-CD6E-9500-5446-78FE3E413C69}"/>
                </a:ext>
              </a:extLst>
            </p:cNvPr>
            <p:cNvSpPr/>
            <p:nvPr/>
          </p:nvSpPr>
          <p:spPr>
            <a:xfrm>
              <a:off x="3759507" y="2699934"/>
              <a:ext cx="105" cy="10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315;p46">
              <a:extLst>
                <a:ext uri="{FF2B5EF4-FFF2-40B4-BE49-F238E27FC236}">
                  <a16:creationId xmlns:a16="http://schemas.microsoft.com/office/drawing/2014/main" id="{D00A37BE-85A1-BB2A-D882-AD55C6791FA4}"/>
                </a:ext>
              </a:extLst>
            </p:cNvPr>
            <p:cNvSpPr/>
            <p:nvPr/>
          </p:nvSpPr>
          <p:spPr>
            <a:xfrm>
              <a:off x="3759507" y="2661216"/>
              <a:ext cx="54876" cy="38822"/>
            </a:xfrm>
            <a:custGeom>
              <a:avLst/>
              <a:gdLst/>
              <a:ahLst/>
              <a:cxnLst/>
              <a:rect l="l" t="t" r="r" b="b"/>
              <a:pathLst>
                <a:path w="523" h="370" fill="none" extrusionOk="0">
                  <a:moveTo>
                    <a:pt x="523" y="1"/>
                  </a:moveTo>
                  <a:lnTo>
                    <a:pt x="523" y="1"/>
                  </a:lnTo>
                  <a:lnTo>
                    <a:pt x="0" y="369"/>
                  </a:lnTo>
                  <a:lnTo>
                    <a:pt x="0" y="369"/>
                  </a:lnTo>
                  <a:lnTo>
                    <a:pt x="523" y="1"/>
                  </a:lnTo>
                  <a:lnTo>
                    <a:pt x="523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316;p46">
              <a:extLst>
                <a:ext uri="{FF2B5EF4-FFF2-40B4-BE49-F238E27FC236}">
                  <a16:creationId xmlns:a16="http://schemas.microsoft.com/office/drawing/2014/main" id="{2D3A7205-7ABF-C995-B1AA-C0C31795C0F2}"/>
                </a:ext>
              </a:extLst>
            </p:cNvPr>
            <p:cNvSpPr/>
            <p:nvPr/>
          </p:nvSpPr>
          <p:spPr>
            <a:xfrm>
              <a:off x="3743348" y="2661216"/>
              <a:ext cx="71034" cy="48475"/>
            </a:xfrm>
            <a:custGeom>
              <a:avLst/>
              <a:gdLst/>
              <a:ahLst/>
              <a:cxnLst/>
              <a:rect l="l" t="t" r="r" b="b"/>
              <a:pathLst>
                <a:path w="677" h="462" extrusionOk="0">
                  <a:moveTo>
                    <a:pt x="677" y="1"/>
                  </a:moveTo>
                  <a:lnTo>
                    <a:pt x="1" y="461"/>
                  </a:lnTo>
                  <a:lnTo>
                    <a:pt x="1" y="461"/>
                  </a:lnTo>
                  <a:lnTo>
                    <a:pt x="154" y="369"/>
                  </a:lnTo>
                  <a:lnTo>
                    <a:pt x="677" y="1"/>
                  </a:lnTo>
                  <a:close/>
                </a:path>
              </a:pathLst>
            </a:custGeom>
            <a:solidFill>
              <a:srgbClr val="0A14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317;p46">
              <a:extLst>
                <a:ext uri="{FF2B5EF4-FFF2-40B4-BE49-F238E27FC236}">
                  <a16:creationId xmlns:a16="http://schemas.microsoft.com/office/drawing/2014/main" id="{2EBF3E41-7908-6D29-F513-B237086D949B}"/>
                </a:ext>
              </a:extLst>
            </p:cNvPr>
            <p:cNvSpPr/>
            <p:nvPr/>
          </p:nvSpPr>
          <p:spPr>
            <a:xfrm>
              <a:off x="3743348" y="2661216"/>
              <a:ext cx="71034" cy="48475"/>
            </a:xfrm>
            <a:custGeom>
              <a:avLst/>
              <a:gdLst/>
              <a:ahLst/>
              <a:cxnLst/>
              <a:rect l="l" t="t" r="r" b="b"/>
              <a:pathLst>
                <a:path w="677" h="462" fill="none" extrusionOk="0">
                  <a:moveTo>
                    <a:pt x="677" y="1"/>
                  </a:moveTo>
                  <a:lnTo>
                    <a:pt x="677" y="1"/>
                  </a:lnTo>
                  <a:lnTo>
                    <a:pt x="154" y="369"/>
                  </a:lnTo>
                  <a:lnTo>
                    <a:pt x="154" y="369"/>
                  </a:lnTo>
                  <a:lnTo>
                    <a:pt x="154" y="369"/>
                  </a:lnTo>
                  <a:lnTo>
                    <a:pt x="154" y="369"/>
                  </a:lnTo>
                  <a:lnTo>
                    <a:pt x="154" y="369"/>
                  </a:lnTo>
                  <a:lnTo>
                    <a:pt x="154" y="369"/>
                  </a:lnTo>
                  <a:lnTo>
                    <a:pt x="1" y="461"/>
                  </a:lnTo>
                  <a:lnTo>
                    <a:pt x="1" y="461"/>
                  </a:lnTo>
                  <a:lnTo>
                    <a:pt x="677" y="1"/>
                  </a:lnTo>
                  <a:lnTo>
                    <a:pt x="677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318;p46">
              <a:extLst>
                <a:ext uri="{FF2B5EF4-FFF2-40B4-BE49-F238E27FC236}">
                  <a16:creationId xmlns:a16="http://schemas.microsoft.com/office/drawing/2014/main" id="{CE465525-0122-2EE9-8AA4-67438457F3AA}"/>
                </a:ext>
              </a:extLst>
            </p:cNvPr>
            <p:cNvSpPr/>
            <p:nvPr/>
          </p:nvSpPr>
          <p:spPr>
            <a:xfrm>
              <a:off x="3453228" y="2661216"/>
              <a:ext cx="361152" cy="335445"/>
            </a:xfrm>
            <a:custGeom>
              <a:avLst/>
              <a:gdLst/>
              <a:ahLst/>
              <a:cxnLst/>
              <a:rect l="l" t="t" r="r" b="b"/>
              <a:pathLst>
                <a:path w="3442" h="3197" extrusionOk="0">
                  <a:moveTo>
                    <a:pt x="3442" y="1"/>
                  </a:moveTo>
                  <a:lnTo>
                    <a:pt x="2766" y="461"/>
                  </a:lnTo>
                  <a:lnTo>
                    <a:pt x="2581" y="584"/>
                  </a:lnTo>
                  <a:lnTo>
                    <a:pt x="0" y="3196"/>
                  </a:lnTo>
                  <a:lnTo>
                    <a:pt x="277" y="3196"/>
                  </a:lnTo>
                  <a:lnTo>
                    <a:pt x="3442" y="1"/>
                  </a:lnTo>
                  <a:close/>
                </a:path>
              </a:pathLst>
            </a:custGeom>
            <a:solidFill>
              <a:srgbClr val="1A35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319;p46">
              <a:extLst>
                <a:ext uri="{FF2B5EF4-FFF2-40B4-BE49-F238E27FC236}">
                  <a16:creationId xmlns:a16="http://schemas.microsoft.com/office/drawing/2014/main" id="{860FEA27-89E3-3A3F-A235-72414B5576EF}"/>
                </a:ext>
              </a:extLst>
            </p:cNvPr>
            <p:cNvSpPr/>
            <p:nvPr/>
          </p:nvSpPr>
          <p:spPr>
            <a:xfrm>
              <a:off x="3453228" y="2661216"/>
              <a:ext cx="361152" cy="335445"/>
            </a:xfrm>
            <a:custGeom>
              <a:avLst/>
              <a:gdLst/>
              <a:ahLst/>
              <a:cxnLst/>
              <a:rect l="l" t="t" r="r" b="b"/>
              <a:pathLst>
                <a:path w="3442" h="3197" fill="none" extrusionOk="0">
                  <a:moveTo>
                    <a:pt x="3442" y="1"/>
                  </a:moveTo>
                  <a:lnTo>
                    <a:pt x="3442" y="1"/>
                  </a:lnTo>
                  <a:lnTo>
                    <a:pt x="2766" y="461"/>
                  </a:lnTo>
                  <a:lnTo>
                    <a:pt x="2766" y="461"/>
                  </a:lnTo>
                  <a:lnTo>
                    <a:pt x="2581" y="584"/>
                  </a:lnTo>
                  <a:lnTo>
                    <a:pt x="0" y="3196"/>
                  </a:lnTo>
                  <a:lnTo>
                    <a:pt x="0" y="3196"/>
                  </a:lnTo>
                  <a:lnTo>
                    <a:pt x="154" y="3196"/>
                  </a:lnTo>
                  <a:lnTo>
                    <a:pt x="154" y="3196"/>
                  </a:lnTo>
                  <a:lnTo>
                    <a:pt x="277" y="3196"/>
                  </a:lnTo>
                  <a:lnTo>
                    <a:pt x="344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320;p46">
              <a:extLst>
                <a:ext uri="{FF2B5EF4-FFF2-40B4-BE49-F238E27FC236}">
                  <a16:creationId xmlns:a16="http://schemas.microsoft.com/office/drawing/2014/main" id="{4B9BEC2E-0338-E90B-C102-130C8C0E8410}"/>
                </a:ext>
              </a:extLst>
            </p:cNvPr>
            <p:cNvSpPr/>
            <p:nvPr/>
          </p:nvSpPr>
          <p:spPr>
            <a:xfrm>
              <a:off x="3449975" y="2996557"/>
              <a:ext cx="32317" cy="3253"/>
            </a:xfrm>
            <a:custGeom>
              <a:avLst/>
              <a:gdLst/>
              <a:ahLst/>
              <a:cxnLst/>
              <a:rect l="l" t="t" r="r" b="b"/>
              <a:pathLst>
                <a:path w="308" h="31" extrusionOk="0">
                  <a:moveTo>
                    <a:pt x="1" y="0"/>
                  </a:moveTo>
                  <a:lnTo>
                    <a:pt x="277" y="31"/>
                  </a:lnTo>
                  <a:lnTo>
                    <a:pt x="308" y="0"/>
                  </a:lnTo>
                  <a:close/>
                </a:path>
              </a:pathLst>
            </a:custGeom>
            <a:solidFill>
              <a:srgbClr val="060D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321;p46">
              <a:extLst>
                <a:ext uri="{FF2B5EF4-FFF2-40B4-BE49-F238E27FC236}">
                  <a16:creationId xmlns:a16="http://schemas.microsoft.com/office/drawing/2014/main" id="{F559CD98-AF0E-BCE1-E9DB-410B49E0714B}"/>
                </a:ext>
              </a:extLst>
            </p:cNvPr>
            <p:cNvSpPr/>
            <p:nvPr/>
          </p:nvSpPr>
          <p:spPr>
            <a:xfrm>
              <a:off x="3449975" y="2996557"/>
              <a:ext cx="32317" cy="3253"/>
            </a:xfrm>
            <a:custGeom>
              <a:avLst/>
              <a:gdLst/>
              <a:ahLst/>
              <a:cxnLst/>
              <a:rect l="l" t="t" r="r" b="b"/>
              <a:pathLst>
                <a:path w="308" h="31" fill="none" extrusionOk="0">
                  <a:moveTo>
                    <a:pt x="31" y="0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277" y="31"/>
                  </a:lnTo>
                  <a:lnTo>
                    <a:pt x="308" y="0"/>
                  </a:lnTo>
                  <a:lnTo>
                    <a:pt x="308" y="0"/>
                  </a:lnTo>
                  <a:lnTo>
                    <a:pt x="185" y="0"/>
                  </a:lnTo>
                  <a:lnTo>
                    <a:pt x="185" y="0"/>
                  </a:lnTo>
                  <a:lnTo>
                    <a:pt x="3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322;p46">
              <a:extLst>
                <a:ext uri="{FF2B5EF4-FFF2-40B4-BE49-F238E27FC236}">
                  <a16:creationId xmlns:a16="http://schemas.microsoft.com/office/drawing/2014/main" id="{72ADBF0B-31E1-1CAD-0A4E-FA33A0B187FA}"/>
                </a:ext>
              </a:extLst>
            </p:cNvPr>
            <p:cNvSpPr/>
            <p:nvPr/>
          </p:nvSpPr>
          <p:spPr>
            <a:xfrm>
              <a:off x="3614394" y="2638657"/>
              <a:ext cx="325687" cy="306381"/>
            </a:xfrm>
            <a:custGeom>
              <a:avLst/>
              <a:gdLst/>
              <a:ahLst/>
              <a:cxnLst/>
              <a:rect l="l" t="t" r="r" b="b"/>
              <a:pathLst>
                <a:path w="3104" h="2920" extrusionOk="0">
                  <a:moveTo>
                    <a:pt x="2919" y="0"/>
                  </a:moveTo>
                  <a:lnTo>
                    <a:pt x="1" y="2919"/>
                  </a:lnTo>
                  <a:lnTo>
                    <a:pt x="523" y="2459"/>
                  </a:lnTo>
                  <a:lnTo>
                    <a:pt x="1014" y="2028"/>
                  </a:lnTo>
                  <a:lnTo>
                    <a:pt x="1506" y="1629"/>
                  </a:lnTo>
                  <a:lnTo>
                    <a:pt x="1660" y="1506"/>
                  </a:lnTo>
                  <a:lnTo>
                    <a:pt x="3104" y="62"/>
                  </a:lnTo>
                  <a:lnTo>
                    <a:pt x="3012" y="31"/>
                  </a:lnTo>
                  <a:lnTo>
                    <a:pt x="2919" y="0"/>
                  </a:lnTo>
                  <a:close/>
                </a:path>
              </a:pathLst>
            </a:custGeom>
            <a:solidFill>
              <a:srgbClr val="1A35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323;p46">
              <a:extLst>
                <a:ext uri="{FF2B5EF4-FFF2-40B4-BE49-F238E27FC236}">
                  <a16:creationId xmlns:a16="http://schemas.microsoft.com/office/drawing/2014/main" id="{9D542CA4-4395-A4C3-0CAC-2AB914A68AE8}"/>
                </a:ext>
              </a:extLst>
            </p:cNvPr>
            <p:cNvSpPr/>
            <p:nvPr/>
          </p:nvSpPr>
          <p:spPr>
            <a:xfrm>
              <a:off x="3614394" y="2638657"/>
              <a:ext cx="325687" cy="306381"/>
            </a:xfrm>
            <a:custGeom>
              <a:avLst/>
              <a:gdLst/>
              <a:ahLst/>
              <a:cxnLst/>
              <a:rect l="l" t="t" r="r" b="b"/>
              <a:pathLst>
                <a:path w="3104" h="2920" fill="none" extrusionOk="0">
                  <a:moveTo>
                    <a:pt x="2919" y="0"/>
                  </a:moveTo>
                  <a:lnTo>
                    <a:pt x="1" y="2919"/>
                  </a:lnTo>
                  <a:lnTo>
                    <a:pt x="1" y="2919"/>
                  </a:lnTo>
                  <a:lnTo>
                    <a:pt x="523" y="2459"/>
                  </a:lnTo>
                  <a:lnTo>
                    <a:pt x="523" y="2459"/>
                  </a:lnTo>
                  <a:lnTo>
                    <a:pt x="1014" y="2028"/>
                  </a:lnTo>
                  <a:lnTo>
                    <a:pt x="1506" y="1629"/>
                  </a:lnTo>
                  <a:lnTo>
                    <a:pt x="1506" y="1629"/>
                  </a:lnTo>
                  <a:lnTo>
                    <a:pt x="1660" y="1506"/>
                  </a:lnTo>
                  <a:lnTo>
                    <a:pt x="3104" y="62"/>
                  </a:lnTo>
                  <a:lnTo>
                    <a:pt x="3012" y="31"/>
                  </a:lnTo>
                  <a:lnTo>
                    <a:pt x="2919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324;p46">
              <a:extLst>
                <a:ext uri="{FF2B5EF4-FFF2-40B4-BE49-F238E27FC236}">
                  <a16:creationId xmlns:a16="http://schemas.microsoft.com/office/drawing/2014/main" id="{2601F759-A2D6-8965-7F4D-32EAB4E0E711}"/>
                </a:ext>
              </a:extLst>
            </p:cNvPr>
            <p:cNvSpPr/>
            <p:nvPr/>
          </p:nvSpPr>
          <p:spPr>
            <a:xfrm>
              <a:off x="3566023" y="2635405"/>
              <a:ext cx="377310" cy="358004"/>
            </a:xfrm>
            <a:custGeom>
              <a:avLst/>
              <a:gdLst/>
              <a:ahLst/>
              <a:cxnLst/>
              <a:rect l="l" t="t" r="r" b="b"/>
              <a:pathLst>
                <a:path w="3596" h="3412" extrusionOk="0">
                  <a:moveTo>
                    <a:pt x="3380" y="1"/>
                  </a:moveTo>
                  <a:lnTo>
                    <a:pt x="3380" y="31"/>
                  </a:lnTo>
                  <a:lnTo>
                    <a:pt x="3473" y="62"/>
                  </a:lnTo>
                  <a:lnTo>
                    <a:pt x="3565" y="93"/>
                  </a:lnTo>
                  <a:lnTo>
                    <a:pt x="3596" y="62"/>
                  </a:lnTo>
                  <a:lnTo>
                    <a:pt x="3380" y="1"/>
                  </a:lnTo>
                  <a:close/>
                  <a:moveTo>
                    <a:pt x="2121" y="1537"/>
                  </a:moveTo>
                  <a:lnTo>
                    <a:pt x="1967" y="1660"/>
                  </a:lnTo>
                  <a:lnTo>
                    <a:pt x="1475" y="2059"/>
                  </a:lnTo>
                  <a:lnTo>
                    <a:pt x="984" y="2490"/>
                  </a:lnTo>
                  <a:lnTo>
                    <a:pt x="462" y="2950"/>
                  </a:lnTo>
                  <a:lnTo>
                    <a:pt x="1" y="3411"/>
                  </a:lnTo>
                  <a:lnTo>
                    <a:pt x="31" y="3411"/>
                  </a:lnTo>
                  <a:lnTo>
                    <a:pt x="953" y="2582"/>
                  </a:lnTo>
                  <a:lnTo>
                    <a:pt x="1813" y="1844"/>
                  </a:lnTo>
                  <a:lnTo>
                    <a:pt x="2121" y="1537"/>
                  </a:lnTo>
                  <a:close/>
                </a:path>
              </a:pathLst>
            </a:custGeom>
            <a:solidFill>
              <a:srgbClr val="060D1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325;p46">
              <a:extLst>
                <a:ext uri="{FF2B5EF4-FFF2-40B4-BE49-F238E27FC236}">
                  <a16:creationId xmlns:a16="http://schemas.microsoft.com/office/drawing/2014/main" id="{F4901288-1BA2-91FF-A0A9-DFFCF90F61A4}"/>
                </a:ext>
              </a:extLst>
            </p:cNvPr>
            <p:cNvSpPr/>
            <p:nvPr/>
          </p:nvSpPr>
          <p:spPr>
            <a:xfrm>
              <a:off x="3566023" y="2796674"/>
              <a:ext cx="222546" cy="196734"/>
            </a:xfrm>
            <a:custGeom>
              <a:avLst/>
              <a:gdLst/>
              <a:ahLst/>
              <a:cxnLst/>
              <a:rect l="l" t="t" r="r" b="b"/>
              <a:pathLst>
                <a:path w="2121" h="1875" fill="none" extrusionOk="0">
                  <a:moveTo>
                    <a:pt x="2121" y="0"/>
                  </a:moveTo>
                  <a:lnTo>
                    <a:pt x="2121" y="0"/>
                  </a:lnTo>
                  <a:lnTo>
                    <a:pt x="1967" y="123"/>
                  </a:lnTo>
                  <a:lnTo>
                    <a:pt x="1967" y="123"/>
                  </a:lnTo>
                  <a:lnTo>
                    <a:pt x="1475" y="522"/>
                  </a:lnTo>
                  <a:lnTo>
                    <a:pt x="984" y="953"/>
                  </a:lnTo>
                  <a:lnTo>
                    <a:pt x="984" y="953"/>
                  </a:lnTo>
                  <a:lnTo>
                    <a:pt x="462" y="1413"/>
                  </a:lnTo>
                  <a:lnTo>
                    <a:pt x="1" y="1874"/>
                  </a:lnTo>
                  <a:lnTo>
                    <a:pt x="1" y="1874"/>
                  </a:lnTo>
                  <a:lnTo>
                    <a:pt x="31" y="1874"/>
                  </a:lnTo>
                  <a:lnTo>
                    <a:pt x="31" y="1874"/>
                  </a:lnTo>
                  <a:lnTo>
                    <a:pt x="953" y="1045"/>
                  </a:lnTo>
                  <a:lnTo>
                    <a:pt x="1813" y="307"/>
                  </a:lnTo>
                  <a:lnTo>
                    <a:pt x="212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326;p46">
              <a:extLst>
                <a:ext uri="{FF2B5EF4-FFF2-40B4-BE49-F238E27FC236}">
                  <a16:creationId xmlns:a16="http://schemas.microsoft.com/office/drawing/2014/main" id="{8751FECE-34DA-A0EC-8133-6B209A024B0E}"/>
                </a:ext>
              </a:extLst>
            </p:cNvPr>
            <p:cNvSpPr/>
            <p:nvPr/>
          </p:nvSpPr>
          <p:spPr>
            <a:xfrm>
              <a:off x="3920673" y="2635405"/>
              <a:ext cx="22664" cy="9758"/>
            </a:xfrm>
            <a:custGeom>
              <a:avLst/>
              <a:gdLst/>
              <a:ahLst/>
              <a:cxnLst/>
              <a:rect l="l" t="t" r="r" b="b"/>
              <a:pathLst>
                <a:path w="216" h="93" fill="none" extrusionOk="0">
                  <a:moveTo>
                    <a:pt x="0" y="1"/>
                  </a:moveTo>
                  <a:lnTo>
                    <a:pt x="0" y="31"/>
                  </a:lnTo>
                  <a:lnTo>
                    <a:pt x="93" y="62"/>
                  </a:lnTo>
                  <a:lnTo>
                    <a:pt x="185" y="93"/>
                  </a:lnTo>
                  <a:lnTo>
                    <a:pt x="216" y="62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Google Shape;2327;p46">
              <a:extLst>
                <a:ext uri="{FF2B5EF4-FFF2-40B4-BE49-F238E27FC236}">
                  <a16:creationId xmlns:a16="http://schemas.microsoft.com/office/drawing/2014/main" id="{4CE8BDD0-E90D-2213-D42A-08C9BC620767}"/>
                </a:ext>
              </a:extLst>
            </p:cNvPr>
            <p:cNvSpPr/>
            <p:nvPr/>
          </p:nvSpPr>
          <p:spPr>
            <a:xfrm>
              <a:off x="3179162" y="2935280"/>
              <a:ext cx="1512074" cy="673828"/>
            </a:xfrm>
            <a:custGeom>
              <a:avLst/>
              <a:gdLst/>
              <a:ahLst/>
              <a:cxnLst/>
              <a:rect l="l" t="t" r="r" b="b"/>
              <a:pathLst>
                <a:path w="14411" h="6422" extrusionOk="0">
                  <a:moveTo>
                    <a:pt x="14411" y="0"/>
                  </a:moveTo>
                  <a:lnTo>
                    <a:pt x="12844" y="185"/>
                  </a:lnTo>
                  <a:lnTo>
                    <a:pt x="9249" y="615"/>
                  </a:lnTo>
                  <a:lnTo>
                    <a:pt x="7221" y="830"/>
                  </a:lnTo>
                  <a:lnTo>
                    <a:pt x="5285" y="1014"/>
                  </a:lnTo>
                  <a:lnTo>
                    <a:pt x="3688" y="1106"/>
                  </a:lnTo>
                  <a:lnTo>
                    <a:pt x="3073" y="1137"/>
                  </a:lnTo>
                  <a:lnTo>
                    <a:pt x="2612" y="1137"/>
                  </a:lnTo>
                  <a:lnTo>
                    <a:pt x="2059" y="1106"/>
                  </a:lnTo>
                  <a:lnTo>
                    <a:pt x="1844" y="1045"/>
                  </a:lnTo>
                  <a:lnTo>
                    <a:pt x="1660" y="983"/>
                  </a:lnTo>
                  <a:lnTo>
                    <a:pt x="1537" y="922"/>
                  </a:lnTo>
                  <a:lnTo>
                    <a:pt x="1414" y="861"/>
                  </a:lnTo>
                  <a:lnTo>
                    <a:pt x="1322" y="799"/>
                  </a:lnTo>
                  <a:lnTo>
                    <a:pt x="1291" y="707"/>
                  </a:lnTo>
                  <a:lnTo>
                    <a:pt x="892" y="1076"/>
                  </a:lnTo>
                  <a:lnTo>
                    <a:pt x="584" y="1414"/>
                  </a:lnTo>
                  <a:lnTo>
                    <a:pt x="339" y="1752"/>
                  </a:lnTo>
                  <a:lnTo>
                    <a:pt x="185" y="2028"/>
                  </a:lnTo>
                  <a:lnTo>
                    <a:pt x="93" y="2274"/>
                  </a:lnTo>
                  <a:lnTo>
                    <a:pt x="31" y="2458"/>
                  </a:lnTo>
                  <a:lnTo>
                    <a:pt x="1" y="2612"/>
                  </a:lnTo>
                  <a:lnTo>
                    <a:pt x="1" y="3749"/>
                  </a:lnTo>
                  <a:lnTo>
                    <a:pt x="1" y="4640"/>
                  </a:lnTo>
                  <a:lnTo>
                    <a:pt x="62" y="5316"/>
                  </a:lnTo>
                  <a:lnTo>
                    <a:pt x="123" y="5777"/>
                  </a:lnTo>
                  <a:lnTo>
                    <a:pt x="154" y="6115"/>
                  </a:lnTo>
                  <a:lnTo>
                    <a:pt x="216" y="6299"/>
                  </a:lnTo>
                  <a:lnTo>
                    <a:pt x="277" y="6422"/>
                  </a:lnTo>
                  <a:lnTo>
                    <a:pt x="277" y="6176"/>
                  </a:lnTo>
                  <a:lnTo>
                    <a:pt x="308" y="5900"/>
                  </a:lnTo>
                  <a:lnTo>
                    <a:pt x="369" y="5623"/>
                  </a:lnTo>
                  <a:lnTo>
                    <a:pt x="461" y="5347"/>
                  </a:lnTo>
                  <a:lnTo>
                    <a:pt x="554" y="5070"/>
                  </a:lnTo>
                  <a:lnTo>
                    <a:pt x="707" y="4824"/>
                  </a:lnTo>
                  <a:lnTo>
                    <a:pt x="892" y="4578"/>
                  </a:lnTo>
                  <a:lnTo>
                    <a:pt x="1076" y="4333"/>
                  </a:lnTo>
                  <a:lnTo>
                    <a:pt x="1291" y="4117"/>
                  </a:lnTo>
                  <a:lnTo>
                    <a:pt x="1537" y="3933"/>
                  </a:lnTo>
                  <a:lnTo>
                    <a:pt x="1813" y="3780"/>
                  </a:lnTo>
                  <a:lnTo>
                    <a:pt x="2090" y="3687"/>
                  </a:lnTo>
                  <a:lnTo>
                    <a:pt x="2397" y="3626"/>
                  </a:lnTo>
                  <a:lnTo>
                    <a:pt x="2704" y="3595"/>
                  </a:lnTo>
                  <a:lnTo>
                    <a:pt x="3073" y="3657"/>
                  </a:lnTo>
                  <a:lnTo>
                    <a:pt x="3411" y="3749"/>
                  </a:lnTo>
                  <a:lnTo>
                    <a:pt x="3811" y="3933"/>
                  </a:lnTo>
                  <a:lnTo>
                    <a:pt x="4149" y="4148"/>
                  </a:lnTo>
                  <a:lnTo>
                    <a:pt x="4425" y="4394"/>
                  </a:lnTo>
                  <a:lnTo>
                    <a:pt x="4640" y="4640"/>
                  </a:lnTo>
                  <a:lnTo>
                    <a:pt x="4825" y="4947"/>
                  </a:lnTo>
                  <a:lnTo>
                    <a:pt x="4978" y="5224"/>
                  </a:lnTo>
                  <a:lnTo>
                    <a:pt x="5070" y="5500"/>
                  </a:lnTo>
                  <a:lnTo>
                    <a:pt x="5132" y="5777"/>
                  </a:lnTo>
                  <a:lnTo>
                    <a:pt x="5961" y="5777"/>
                  </a:lnTo>
                  <a:lnTo>
                    <a:pt x="6791" y="5746"/>
                  </a:lnTo>
                  <a:lnTo>
                    <a:pt x="7682" y="5685"/>
                  </a:lnTo>
                  <a:lnTo>
                    <a:pt x="8542" y="5592"/>
                  </a:lnTo>
                  <a:lnTo>
                    <a:pt x="9403" y="5439"/>
                  </a:lnTo>
                  <a:lnTo>
                    <a:pt x="10202" y="5285"/>
                  </a:lnTo>
                  <a:lnTo>
                    <a:pt x="10570" y="5193"/>
                  </a:lnTo>
                  <a:lnTo>
                    <a:pt x="10908" y="5070"/>
                  </a:lnTo>
                  <a:lnTo>
                    <a:pt x="11246" y="4947"/>
                  </a:lnTo>
                  <a:lnTo>
                    <a:pt x="11553" y="4793"/>
                  </a:lnTo>
                  <a:lnTo>
                    <a:pt x="12014" y="4517"/>
                  </a:lnTo>
                  <a:lnTo>
                    <a:pt x="12414" y="4179"/>
                  </a:lnTo>
                  <a:lnTo>
                    <a:pt x="12782" y="3841"/>
                  </a:lnTo>
                  <a:lnTo>
                    <a:pt x="13120" y="3472"/>
                  </a:lnTo>
                  <a:lnTo>
                    <a:pt x="13366" y="3073"/>
                  </a:lnTo>
                  <a:lnTo>
                    <a:pt x="13612" y="2673"/>
                  </a:lnTo>
                  <a:lnTo>
                    <a:pt x="13796" y="2274"/>
                  </a:lnTo>
                  <a:lnTo>
                    <a:pt x="13950" y="1875"/>
                  </a:lnTo>
                  <a:lnTo>
                    <a:pt x="14104" y="1506"/>
                  </a:lnTo>
                  <a:lnTo>
                    <a:pt x="14196" y="1137"/>
                  </a:lnTo>
                  <a:lnTo>
                    <a:pt x="14319" y="553"/>
                  </a:lnTo>
                  <a:lnTo>
                    <a:pt x="14380" y="154"/>
                  </a:lnTo>
                  <a:lnTo>
                    <a:pt x="14411" y="0"/>
                  </a:ln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Google Shape;2328;p46">
              <a:extLst>
                <a:ext uri="{FF2B5EF4-FFF2-40B4-BE49-F238E27FC236}">
                  <a16:creationId xmlns:a16="http://schemas.microsoft.com/office/drawing/2014/main" id="{D6EE46FF-5FFE-91BD-F00E-E41543BDE11C}"/>
                </a:ext>
              </a:extLst>
            </p:cNvPr>
            <p:cNvSpPr/>
            <p:nvPr/>
          </p:nvSpPr>
          <p:spPr>
            <a:xfrm>
              <a:off x="3179162" y="2935280"/>
              <a:ext cx="1512074" cy="673828"/>
            </a:xfrm>
            <a:custGeom>
              <a:avLst/>
              <a:gdLst/>
              <a:ahLst/>
              <a:cxnLst/>
              <a:rect l="l" t="t" r="r" b="b"/>
              <a:pathLst>
                <a:path w="14411" h="6422" fill="none" extrusionOk="0">
                  <a:moveTo>
                    <a:pt x="2612" y="1137"/>
                  </a:moveTo>
                  <a:lnTo>
                    <a:pt x="2612" y="1137"/>
                  </a:lnTo>
                  <a:lnTo>
                    <a:pt x="2059" y="1106"/>
                  </a:lnTo>
                  <a:lnTo>
                    <a:pt x="1844" y="1045"/>
                  </a:lnTo>
                  <a:lnTo>
                    <a:pt x="1660" y="983"/>
                  </a:lnTo>
                  <a:lnTo>
                    <a:pt x="1537" y="922"/>
                  </a:lnTo>
                  <a:lnTo>
                    <a:pt x="1414" y="861"/>
                  </a:lnTo>
                  <a:lnTo>
                    <a:pt x="1322" y="799"/>
                  </a:lnTo>
                  <a:lnTo>
                    <a:pt x="1291" y="707"/>
                  </a:lnTo>
                  <a:lnTo>
                    <a:pt x="1291" y="707"/>
                  </a:lnTo>
                  <a:lnTo>
                    <a:pt x="892" y="1076"/>
                  </a:lnTo>
                  <a:lnTo>
                    <a:pt x="584" y="1414"/>
                  </a:lnTo>
                  <a:lnTo>
                    <a:pt x="339" y="1752"/>
                  </a:lnTo>
                  <a:lnTo>
                    <a:pt x="185" y="2028"/>
                  </a:lnTo>
                  <a:lnTo>
                    <a:pt x="93" y="2274"/>
                  </a:lnTo>
                  <a:lnTo>
                    <a:pt x="31" y="2458"/>
                  </a:lnTo>
                  <a:lnTo>
                    <a:pt x="1" y="2612"/>
                  </a:lnTo>
                  <a:lnTo>
                    <a:pt x="1" y="2612"/>
                  </a:lnTo>
                  <a:lnTo>
                    <a:pt x="1" y="3749"/>
                  </a:lnTo>
                  <a:lnTo>
                    <a:pt x="1" y="4640"/>
                  </a:lnTo>
                  <a:lnTo>
                    <a:pt x="62" y="5316"/>
                  </a:lnTo>
                  <a:lnTo>
                    <a:pt x="123" y="5777"/>
                  </a:lnTo>
                  <a:lnTo>
                    <a:pt x="154" y="6115"/>
                  </a:lnTo>
                  <a:lnTo>
                    <a:pt x="216" y="6299"/>
                  </a:lnTo>
                  <a:lnTo>
                    <a:pt x="277" y="6422"/>
                  </a:lnTo>
                  <a:lnTo>
                    <a:pt x="277" y="6422"/>
                  </a:lnTo>
                  <a:lnTo>
                    <a:pt x="277" y="6176"/>
                  </a:lnTo>
                  <a:lnTo>
                    <a:pt x="308" y="5900"/>
                  </a:lnTo>
                  <a:lnTo>
                    <a:pt x="369" y="5623"/>
                  </a:lnTo>
                  <a:lnTo>
                    <a:pt x="461" y="5347"/>
                  </a:lnTo>
                  <a:lnTo>
                    <a:pt x="554" y="5070"/>
                  </a:lnTo>
                  <a:lnTo>
                    <a:pt x="707" y="4824"/>
                  </a:lnTo>
                  <a:lnTo>
                    <a:pt x="892" y="4578"/>
                  </a:lnTo>
                  <a:lnTo>
                    <a:pt x="1076" y="4333"/>
                  </a:lnTo>
                  <a:lnTo>
                    <a:pt x="1291" y="4117"/>
                  </a:lnTo>
                  <a:lnTo>
                    <a:pt x="1537" y="3933"/>
                  </a:lnTo>
                  <a:lnTo>
                    <a:pt x="1813" y="3780"/>
                  </a:lnTo>
                  <a:lnTo>
                    <a:pt x="2090" y="3687"/>
                  </a:lnTo>
                  <a:lnTo>
                    <a:pt x="2397" y="3626"/>
                  </a:lnTo>
                  <a:lnTo>
                    <a:pt x="2704" y="3595"/>
                  </a:lnTo>
                  <a:lnTo>
                    <a:pt x="3073" y="3657"/>
                  </a:lnTo>
                  <a:lnTo>
                    <a:pt x="3411" y="3749"/>
                  </a:lnTo>
                  <a:lnTo>
                    <a:pt x="3411" y="3749"/>
                  </a:lnTo>
                  <a:lnTo>
                    <a:pt x="3811" y="3933"/>
                  </a:lnTo>
                  <a:lnTo>
                    <a:pt x="4149" y="4148"/>
                  </a:lnTo>
                  <a:lnTo>
                    <a:pt x="4425" y="4394"/>
                  </a:lnTo>
                  <a:lnTo>
                    <a:pt x="4640" y="4640"/>
                  </a:lnTo>
                  <a:lnTo>
                    <a:pt x="4825" y="4947"/>
                  </a:lnTo>
                  <a:lnTo>
                    <a:pt x="4978" y="5224"/>
                  </a:lnTo>
                  <a:lnTo>
                    <a:pt x="5070" y="5500"/>
                  </a:lnTo>
                  <a:lnTo>
                    <a:pt x="5132" y="5777"/>
                  </a:lnTo>
                  <a:lnTo>
                    <a:pt x="5132" y="5777"/>
                  </a:lnTo>
                  <a:lnTo>
                    <a:pt x="5961" y="5777"/>
                  </a:lnTo>
                  <a:lnTo>
                    <a:pt x="6791" y="5746"/>
                  </a:lnTo>
                  <a:lnTo>
                    <a:pt x="7682" y="5685"/>
                  </a:lnTo>
                  <a:lnTo>
                    <a:pt x="8542" y="5592"/>
                  </a:lnTo>
                  <a:lnTo>
                    <a:pt x="9403" y="5439"/>
                  </a:lnTo>
                  <a:lnTo>
                    <a:pt x="10202" y="5285"/>
                  </a:lnTo>
                  <a:lnTo>
                    <a:pt x="10570" y="5193"/>
                  </a:lnTo>
                  <a:lnTo>
                    <a:pt x="10908" y="5070"/>
                  </a:lnTo>
                  <a:lnTo>
                    <a:pt x="11246" y="4947"/>
                  </a:lnTo>
                  <a:lnTo>
                    <a:pt x="11553" y="4793"/>
                  </a:lnTo>
                  <a:lnTo>
                    <a:pt x="11553" y="4793"/>
                  </a:lnTo>
                  <a:lnTo>
                    <a:pt x="12014" y="4517"/>
                  </a:lnTo>
                  <a:lnTo>
                    <a:pt x="12414" y="4179"/>
                  </a:lnTo>
                  <a:lnTo>
                    <a:pt x="12782" y="3841"/>
                  </a:lnTo>
                  <a:lnTo>
                    <a:pt x="13120" y="3472"/>
                  </a:lnTo>
                  <a:lnTo>
                    <a:pt x="13366" y="3073"/>
                  </a:lnTo>
                  <a:lnTo>
                    <a:pt x="13612" y="2673"/>
                  </a:lnTo>
                  <a:lnTo>
                    <a:pt x="13796" y="2274"/>
                  </a:lnTo>
                  <a:lnTo>
                    <a:pt x="13950" y="1875"/>
                  </a:lnTo>
                  <a:lnTo>
                    <a:pt x="14104" y="1506"/>
                  </a:lnTo>
                  <a:lnTo>
                    <a:pt x="14196" y="1137"/>
                  </a:lnTo>
                  <a:lnTo>
                    <a:pt x="14319" y="553"/>
                  </a:lnTo>
                  <a:lnTo>
                    <a:pt x="14380" y="154"/>
                  </a:lnTo>
                  <a:lnTo>
                    <a:pt x="14411" y="0"/>
                  </a:lnTo>
                  <a:lnTo>
                    <a:pt x="14411" y="0"/>
                  </a:lnTo>
                  <a:lnTo>
                    <a:pt x="12844" y="185"/>
                  </a:lnTo>
                  <a:lnTo>
                    <a:pt x="9249" y="615"/>
                  </a:lnTo>
                  <a:lnTo>
                    <a:pt x="7221" y="830"/>
                  </a:lnTo>
                  <a:lnTo>
                    <a:pt x="5285" y="1014"/>
                  </a:lnTo>
                  <a:lnTo>
                    <a:pt x="3688" y="1106"/>
                  </a:lnTo>
                  <a:lnTo>
                    <a:pt x="3073" y="1137"/>
                  </a:lnTo>
                  <a:lnTo>
                    <a:pt x="2612" y="113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Google Shape;2329;p46">
              <a:extLst>
                <a:ext uri="{FF2B5EF4-FFF2-40B4-BE49-F238E27FC236}">
                  <a16:creationId xmlns:a16="http://schemas.microsoft.com/office/drawing/2014/main" id="{4E7E85FE-CBF3-05D3-E2F4-2222B42DBD2E}"/>
                </a:ext>
              </a:extLst>
            </p:cNvPr>
            <p:cNvSpPr/>
            <p:nvPr/>
          </p:nvSpPr>
          <p:spPr>
            <a:xfrm>
              <a:off x="4536483" y="2935280"/>
              <a:ext cx="154764" cy="19411"/>
            </a:xfrm>
            <a:custGeom>
              <a:avLst/>
              <a:gdLst/>
              <a:ahLst/>
              <a:cxnLst/>
              <a:rect l="l" t="t" r="r" b="b"/>
              <a:pathLst>
                <a:path w="1475" h="185" extrusionOk="0">
                  <a:moveTo>
                    <a:pt x="1475" y="0"/>
                  </a:moveTo>
                  <a:lnTo>
                    <a:pt x="1475" y="0"/>
                  </a:lnTo>
                  <a:lnTo>
                    <a:pt x="0" y="185"/>
                  </a:lnTo>
                  <a:lnTo>
                    <a:pt x="0" y="185"/>
                  </a:lnTo>
                  <a:lnTo>
                    <a:pt x="0" y="185"/>
                  </a:lnTo>
                  <a:lnTo>
                    <a:pt x="1475" y="0"/>
                  </a:lnTo>
                  <a:close/>
                </a:path>
              </a:pathLst>
            </a:custGeom>
            <a:solidFill>
              <a:srgbClr val="0E1A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330;p46">
              <a:extLst>
                <a:ext uri="{FF2B5EF4-FFF2-40B4-BE49-F238E27FC236}">
                  <a16:creationId xmlns:a16="http://schemas.microsoft.com/office/drawing/2014/main" id="{E42A7187-E095-E233-4EF2-CF9FE666BA50}"/>
                </a:ext>
              </a:extLst>
            </p:cNvPr>
            <p:cNvSpPr/>
            <p:nvPr/>
          </p:nvSpPr>
          <p:spPr>
            <a:xfrm>
              <a:off x="4536483" y="2935280"/>
              <a:ext cx="154764" cy="19411"/>
            </a:xfrm>
            <a:custGeom>
              <a:avLst/>
              <a:gdLst/>
              <a:ahLst/>
              <a:cxnLst/>
              <a:rect l="l" t="t" r="r" b="b"/>
              <a:pathLst>
                <a:path w="1475" h="185" fill="none" extrusionOk="0">
                  <a:moveTo>
                    <a:pt x="1475" y="0"/>
                  </a:moveTo>
                  <a:lnTo>
                    <a:pt x="1475" y="0"/>
                  </a:lnTo>
                  <a:lnTo>
                    <a:pt x="0" y="185"/>
                  </a:lnTo>
                  <a:lnTo>
                    <a:pt x="0" y="185"/>
                  </a:lnTo>
                  <a:lnTo>
                    <a:pt x="0" y="185"/>
                  </a:lnTo>
                  <a:lnTo>
                    <a:pt x="1475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331;p46">
              <a:extLst>
                <a:ext uri="{FF2B5EF4-FFF2-40B4-BE49-F238E27FC236}">
                  <a16:creationId xmlns:a16="http://schemas.microsoft.com/office/drawing/2014/main" id="{C378AF25-E575-E896-21FE-E9CCC007D7FB}"/>
                </a:ext>
              </a:extLst>
            </p:cNvPr>
            <p:cNvSpPr/>
            <p:nvPr/>
          </p:nvSpPr>
          <p:spPr>
            <a:xfrm>
              <a:off x="3707883" y="3502610"/>
              <a:ext cx="9758" cy="35570"/>
            </a:xfrm>
            <a:custGeom>
              <a:avLst/>
              <a:gdLst/>
              <a:ahLst/>
              <a:cxnLst/>
              <a:rect l="l" t="t" r="r" b="b"/>
              <a:pathLst>
                <a:path w="93" h="339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93" y="339"/>
                  </a:lnTo>
                  <a:lnTo>
                    <a:pt x="93" y="33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29F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332;p46">
              <a:extLst>
                <a:ext uri="{FF2B5EF4-FFF2-40B4-BE49-F238E27FC236}">
                  <a16:creationId xmlns:a16="http://schemas.microsoft.com/office/drawing/2014/main" id="{20D62EAF-C5AF-920C-393D-0A9BD0CA6EEE}"/>
                </a:ext>
              </a:extLst>
            </p:cNvPr>
            <p:cNvSpPr/>
            <p:nvPr/>
          </p:nvSpPr>
          <p:spPr>
            <a:xfrm>
              <a:off x="3707883" y="3502610"/>
              <a:ext cx="9758" cy="35570"/>
            </a:xfrm>
            <a:custGeom>
              <a:avLst/>
              <a:gdLst/>
              <a:ahLst/>
              <a:cxnLst/>
              <a:rect l="l" t="t" r="r" b="b"/>
              <a:pathLst>
                <a:path w="93" h="339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93" y="339"/>
                  </a:lnTo>
                  <a:lnTo>
                    <a:pt x="93" y="339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333;p46">
              <a:extLst>
                <a:ext uri="{FF2B5EF4-FFF2-40B4-BE49-F238E27FC236}">
                  <a16:creationId xmlns:a16="http://schemas.microsoft.com/office/drawing/2014/main" id="{B998FCE2-276F-8CD7-2820-F05EC93F2E0A}"/>
                </a:ext>
              </a:extLst>
            </p:cNvPr>
            <p:cNvSpPr/>
            <p:nvPr/>
          </p:nvSpPr>
          <p:spPr>
            <a:xfrm>
              <a:off x="3691725" y="3460745"/>
              <a:ext cx="16263" cy="41970"/>
            </a:xfrm>
            <a:custGeom>
              <a:avLst/>
              <a:gdLst/>
              <a:ahLst/>
              <a:cxnLst/>
              <a:rect l="l" t="t" r="r" b="b"/>
              <a:pathLst>
                <a:path w="155" h="400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55" y="400"/>
                  </a:lnTo>
                  <a:lnTo>
                    <a:pt x="155" y="400"/>
                  </a:lnTo>
                  <a:lnTo>
                    <a:pt x="155" y="400"/>
                  </a:lnTo>
                  <a:lnTo>
                    <a:pt x="155" y="400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1B1D1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334;p46">
              <a:extLst>
                <a:ext uri="{FF2B5EF4-FFF2-40B4-BE49-F238E27FC236}">
                  <a16:creationId xmlns:a16="http://schemas.microsoft.com/office/drawing/2014/main" id="{581C1D23-B691-C644-E58A-1CC8E361528B}"/>
                </a:ext>
              </a:extLst>
            </p:cNvPr>
            <p:cNvSpPr/>
            <p:nvPr/>
          </p:nvSpPr>
          <p:spPr>
            <a:xfrm>
              <a:off x="3691725" y="3460745"/>
              <a:ext cx="16263" cy="41970"/>
            </a:xfrm>
            <a:custGeom>
              <a:avLst/>
              <a:gdLst/>
              <a:ahLst/>
              <a:cxnLst/>
              <a:rect l="l" t="t" r="r" b="b"/>
              <a:pathLst>
                <a:path w="155" h="400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55" y="400"/>
                  </a:lnTo>
                  <a:lnTo>
                    <a:pt x="155" y="400"/>
                  </a:lnTo>
                  <a:lnTo>
                    <a:pt x="155" y="400"/>
                  </a:lnTo>
                  <a:lnTo>
                    <a:pt x="155" y="400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335;p46">
              <a:extLst>
                <a:ext uri="{FF2B5EF4-FFF2-40B4-BE49-F238E27FC236}">
                  <a16:creationId xmlns:a16="http://schemas.microsoft.com/office/drawing/2014/main" id="{C9070D0F-3672-5F1C-4CD0-CC95C3135DC3}"/>
                </a:ext>
              </a:extLst>
            </p:cNvPr>
            <p:cNvSpPr/>
            <p:nvPr/>
          </p:nvSpPr>
          <p:spPr>
            <a:xfrm>
              <a:off x="3717536" y="3538074"/>
              <a:ext cx="105" cy="3358"/>
            </a:xfrm>
            <a:custGeom>
              <a:avLst/>
              <a:gdLst/>
              <a:ahLst/>
              <a:cxnLst/>
              <a:rect l="l" t="t" r="r" b="b"/>
              <a:pathLst>
                <a:path w="1" h="32" extrusionOk="0">
                  <a:moveTo>
                    <a:pt x="1" y="32"/>
                  </a:moveTo>
                  <a:lnTo>
                    <a:pt x="1" y="32"/>
                  </a:lnTo>
                  <a:lnTo>
                    <a:pt x="1" y="32"/>
                  </a:lnTo>
                  <a:lnTo>
                    <a:pt x="1" y="32"/>
                  </a:lnTo>
                  <a:lnTo>
                    <a:pt x="1" y="32"/>
                  </a:lnTo>
                  <a:close/>
                  <a:moveTo>
                    <a:pt x="1" y="1"/>
                  </a:moveTo>
                  <a:lnTo>
                    <a:pt x="1" y="1"/>
                  </a:lnTo>
                  <a:lnTo>
                    <a:pt x="1" y="32"/>
                  </a:lnTo>
                  <a:lnTo>
                    <a:pt x="1" y="32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329F4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336;p46">
              <a:extLst>
                <a:ext uri="{FF2B5EF4-FFF2-40B4-BE49-F238E27FC236}">
                  <a16:creationId xmlns:a16="http://schemas.microsoft.com/office/drawing/2014/main" id="{D0F9F3F3-3C04-EB0C-AEE7-221924D73028}"/>
                </a:ext>
              </a:extLst>
            </p:cNvPr>
            <p:cNvSpPr/>
            <p:nvPr/>
          </p:nvSpPr>
          <p:spPr>
            <a:xfrm>
              <a:off x="3717536" y="3541327"/>
              <a:ext cx="105" cy="10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337;p46">
              <a:extLst>
                <a:ext uri="{FF2B5EF4-FFF2-40B4-BE49-F238E27FC236}">
                  <a16:creationId xmlns:a16="http://schemas.microsoft.com/office/drawing/2014/main" id="{8AE930A8-D516-33D8-DB47-D2CF59F5076A}"/>
                </a:ext>
              </a:extLst>
            </p:cNvPr>
            <p:cNvSpPr/>
            <p:nvPr/>
          </p:nvSpPr>
          <p:spPr>
            <a:xfrm>
              <a:off x="3717536" y="3538074"/>
              <a:ext cx="105" cy="3358"/>
            </a:xfrm>
            <a:custGeom>
              <a:avLst/>
              <a:gdLst/>
              <a:ahLst/>
              <a:cxnLst/>
              <a:rect l="l" t="t" r="r" b="b"/>
              <a:pathLst>
                <a:path w="1" h="32" fill="none" extrusionOk="0">
                  <a:moveTo>
                    <a:pt x="1" y="1"/>
                  </a:moveTo>
                  <a:lnTo>
                    <a:pt x="1" y="1"/>
                  </a:lnTo>
                  <a:lnTo>
                    <a:pt x="1" y="32"/>
                  </a:lnTo>
                  <a:lnTo>
                    <a:pt x="1" y="32"/>
                  </a:lnTo>
                  <a:lnTo>
                    <a:pt x="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338;p46">
              <a:extLst>
                <a:ext uri="{FF2B5EF4-FFF2-40B4-BE49-F238E27FC236}">
                  <a16:creationId xmlns:a16="http://schemas.microsoft.com/office/drawing/2014/main" id="{EC9B5B0E-B867-32BE-A4C3-CED16DA95635}"/>
                </a:ext>
              </a:extLst>
            </p:cNvPr>
            <p:cNvSpPr/>
            <p:nvPr/>
          </p:nvSpPr>
          <p:spPr>
            <a:xfrm>
              <a:off x="3691725" y="2935280"/>
              <a:ext cx="999516" cy="606152"/>
            </a:xfrm>
            <a:custGeom>
              <a:avLst/>
              <a:gdLst/>
              <a:ahLst/>
              <a:cxnLst/>
              <a:rect l="l" t="t" r="r" b="b"/>
              <a:pathLst>
                <a:path w="9526" h="5777" extrusionOk="0">
                  <a:moveTo>
                    <a:pt x="9526" y="0"/>
                  </a:moveTo>
                  <a:lnTo>
                    <a:pt x="8051" y="185"/>
                  </a:lnTo>
                  <a:lnTo>
                    <a:pt x="7928" y="615"/>
                  </a:lnTo>
                  <a:lnTo>
                    <a:pt x="7775" y="1106"/>
                  </a:lnTo>
                  <a:lnTo>
                    <a:pt x="7559" y="1659"/>
                  </a:lnTo>
                  <a:lnTo>
                    <a:pt x="7252" y="2182"/>
                  </a:lnTo>
                  <a:lnTo>
                    <a:pt x="7099" y="2458"/>
                  </a:lnTo>
                  <a:lnTo>
                    <a:pt x="6914" y="2704"/>
                  </a:lnTo>
                  <a:lnTo>
                    <a:pt x="6699" y="2981"/>
                  </a:lnTo>
                  <a:lnTo>
                    <a:pt x="6484" y="3226"/>
                  </a:lnTo>
                  <a:lnTo>
                    <a:pt x="6238" y="3442"/>
                  </a:lnTo>
                  <a:lnTo>
                    <a:pt x="5962" y="3657"/>
                  </a:lnTo>
                  <a:lnTo>
                    <a:pt x="5655" y="3872"/>
                  </a:lnTo>
                  <a:lnTo>
                    <a:pt x="5347" y="4056"/>
                  </a:lnTo>
                  <a:lnTo>
                    <a:pt x="4825" y="4271"/>
                  </a:lnTo>
                  <a:lnTo>
                    <a:pt x="4241" y="4486"/>
                  </a:lnTo>
                  <a:lnTo>
                    <a:pt x="3596" y="4640"/>
                  </a:lnTo>
                  <a:lnTo>
                    <a:pt x="2889" y="4763"/>
                  </a:lnTo>
                  <a:lnTo>
                    <a:pt x="2182" y="4855"/>
                  </a:lnTo>
                  <a:lnTo>
                    <a:pt x="1445" y="4947"/>
                  </a:lnTo>
                  <a:lnTo>
                    <a:pt x="708" y="4978"/>
                  </a:lnTo>
                  <a:lnTo>
                    <a:pt x="1" y="5009"/>
                  </a:lnTo>
                  <a:lnTo>
                    <a:pt x="155" y="5408"/>
                  </a:lnTo>
                  <a:lnTo>
                    <a:pt x="247" y="5746"/>
                  </a:lnTo>
                  <a:lnTo>
                    <a:pt x="247" y="5777"/>
                  </a:lnTo>
                  <a:lnTo>
                    <a:pt x="1076" y="5777"/>
                  </a:lnTo>
                  <a:lnTo>
                    <a:pt x="1906" y="5746"/>
                  </a:lnTo>
                  <a:lnTo>
                    <a:pt x="2797" y="5685"/>
                  </a:lnTo>
                  <a:lnTo>
                    <a:pt x="3657" y="5592"/>
                  </a:lnTo>
                  <a:lnTo>
                    <a:pt x="4518" y="5439"/>
                  </a:lnTo>
                  <a:lnTo>
                    <a:pt x="5317" y="5285"/>
                  </a:lnTo>
                  <a:lnTo>
                    <a:pt x="5685" y="5193"/>
                  </a:lnTo>
                  <a:lnTo>
                    <a:pt x="6023" y="5070"/>
                  </a:lnTo>
                  <a:lnTo>
                    <a:pt x="6361" y="4947"/>
                  </a:lnTo>
                  <a:lnTo>
                    <a:pt x="6668" y="4793"/>
                  </a:lnTo>
                  <a:lnTo>
                    <a:pt x="7129" y="4517"/>
                  </a:lnTo>
                  <a:lnTo>
                    <a:pt x="7529" y="4179"/>
                  </a:lnTo>
                  <a:lnTo>
                    <a:pt x="7897" y="3841"/>
                  </a:lnTo>
                  <a:lnTo>
                    <a:pt x="8235" y="3472"/>
                  </a:lnTo>
                  <a:lnTo>
                    <a:pt x="8481" y="3073"/>
                  </a:lnTo>
                  <a:lnTo>
                    <a:pt x="8727" y="2673"/>
                  </a:lnTo>
                  <a:lnTo>
                    <a:pt x="8911" y="2274"/>
                  </a:lnTo>
                  <a:lnTo>
                    <a:pt x="9065" y="1875"/>
                  </a:lnTo>
                  <a:lnTo>
                    <a:pt x="9219" y="1506"/>
                  </a:lnTo>
                  <a:lnTo>
                    <a:pt x="9311" y="1137"/>
                  </a:lnTo>
                  <a:lnTo>
                    <a:pt x="9434" y="553"/>
                  </a:lnTo>
                  <a:lnTo>
                    <a:pt x="9495" y="154"/>
                  </a:lnTo>
                  <a:lnTo>
                    <a:pt x="9526" y="0"/>
                  </a:lnTo>
                  <a:close/>
                </a:path>
              </a:pathLst>
            </a:custGeom>
            <a:solidFill>
              <a:srgbClr val="E2E2E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339;p46">
              <a:extLst>
                <a:ext uri="{FF2B5EF4-FFF2-40B4-BE49-F238E27FC236}">
                  <a16:creationId xmlns:a16="http://schemas.microsoft.com/office/drawing/2014/main" id="{DB59415F-25A4-439D-571B-9C389F522F50}"/>
                </a:ext>
              </a:extLst>
            </p:cNvPr>
            <p:cNvSpPr/>
            <p:nvPr/>
          </p:nvSpPr>
          <p:spPr>
            <a:xfrm>
              <a:off x="3691725" y="2935280"/>
              <a:ext cx="999516" cy="606152"/>
            </a:xfrm>
            <a:custGeom>
              <a:avLst/>
              <a:gdLst/>
              <a:ahLst/>
              <a:cxnLst/>
              <a:rect l="l" t="t" r="r" b="b"/>
              <a:pathLst>
                <a:path w="9526" h="5777" fill="none" extrusionOk="0">
                  <a:moveTo>
                    <a:pt x="9526" y="0"/>
                  </a:moveTo>
                  <a:lnTo>
                    <a:pt x="9526" y="0"/>
                  </a:lnTo>
                  <a:lnTo>
                    <a:pt x="9526" y="0"/>
                  </a:lnTo>
                  <a:lnTo>
                    <a:pt x="9526" y="0"/>
                  </a:lnTo>
                  <a:lnTo>
                    <a:pt x="8051" y="185"/>
                  </a:lnTo>
                  <a:lnTo>
                    <a:pt x="8051" y="185"/>
                  </a:lnTo>
                  <a:lnTo>
                    <a:pt x="7928" y="615"/>
                  </a:lnTo>
                  <a:lnTo>
                    <a:pt x="7775" y="1106"/>
                  </a:lnTo>
                  <a:lnTo>
                    <a:pt x="7559" y="1659"/>
                  </a:lnTo>
                  <a:lnTo>
                    <a:pt x="7252" y="2182"/>
                  </a:lnTo>
                  <a:lnTo>
                    <a:pt x="7099" y="2458"/>
                  </a:lnTo>
                  <a:lnTo>
                    <a:pt x="6914" y="2704"/>
                  </a:lnTo>
                  <a:lnTo>
                    <a:pt x="6699" y="2981"/>
                  </a:lnTo>
                  <a:lnTo>
                    <a:pt x="6484" y="3226"/>
                  </a:lnTo>
                  <a:lnTo>
                    <a:pt x="6238" y="3442"/>
                  </a:lnTo>
                  <a:lnTo>
                    <a:pt x="5962" y="3657"/>
                  </a:lnTo>
                  <a:lnTo>
                    <a:pt x="5655" y="3872"/>
                  </a:lnTo>
                  <a:lnTo>
                    <a:pt x="5347" y="4056"/>
                  </a:lnTo>
                  <a:lnTo>
                    <a:pt x="5347" y="4056"/>
                  </a:lnTo>
                  <a:lnTo>
                    <a:pt x="4825" y="4271"/>
                  </a:lnTo>
                  <a:lnTo>
                    <a:pt x="4241" y="4486"/>
                  </a:lnTo>
                  <a:lnTo>
                    <a:pt x="3596" y="4640"/>
                  </a:lnTo>
                  <a:lnTo>
                    <a:pt x="2889" y="4763"/>
                  </a:lnTo>
                  <a:lnTo>
                    <a:pt x="2182" y="4855"/>
                  </a:lnTo>
                  <a:lnTo>
                    <a:pt x="1445" y="4947"/>
                  </a:lnTo>
                  <a:lnTo>
                    <a:pt x="708" y="4978"/>
                  </a:lnTo>
                  <a:lnTo>
                    <a:pt x="1" y="5009"/>
                  </a:lnTo>
                  <a:lnTo>
                    <a:pt x="1" y="5009"/>
                  </a:lnTo>
                  <a:lnTo>
                    <a:pt x="155" y="5408"/>
                  </a:lnTo>
                  <a:lnTo>
                    <a:pt x="155" y="5408"/>
                  </a:lnTo>
                  <a:lnTo>
                    <a:pt x="155" y="5408"/>
                  </a:lnTo>
                  <a:lnTo>
                    <a:pt x="247" y="5746"/>
                  </a:lnTo>
                  <a:lnTo>
                    <a:pt x="247" y="5746"/>
                  </a:lnTo>
                  <a:lnTo>
                    <a:pt x="247" y="5746"/>
                  </a:lnTo>
                  <a:lnTo>
                    <a:pt x="247" y="5746"/>
                  </a:lnTo>
                  <a:lnTo>
                    <a:pt x="247" y="5777"/>
                  </a:lnTo>
                  <a:lnTo>
                    <a:pt x="247" y="5777"/>
                  </a:lnTo>
                  <a:lnTo>
                    <a:pt x="247" y="5777"/>
                  </a:lnTo>
                  <a:lnTo>
                    <a:pt x="247" y="5777"/>
                  </a:lnTo>
                  <a:lnTo>
                    <a:pt x="247" y="5777"/>
                  </a:lnTo>
                  <a:lnTo>
                    <a:pt x="247" y="5777"/>
                  </a:lnTo>
                  <a:lnTo>
                    <a:pt x="247" y="5777"/>
                  </a:lnTo>
                  <a:lnTo>
                    <a:pt x="1076" y="5777"/>
                  </a:lnTo>
                  <a:lnTo>
                    <a:pt x="1906" y="5746"/>
                  </a:lnTo>
                  <a:lnTo>
                    <a:pt x="2797" y="5685"/>
                  </a:lnTo>
                  <a:lnTo>
                    <a:pt x="3657" y="5592"/>
                  </a:lnTo>
                  <a:lnTo>
                    <a:pt x="4518" y="5439"/>
                  </a:lnTo>
                  <a:lnTo>
                    <a:pt x="5317" y="5285"/>
                  </a:lnTo>
                  <a:lnTo>
                    <a:pt x="5685" y="5193"/>
                  </a:lnTo>
                  <a:lnTo>
                    <a:pt x="6023" y="5070"/>
                  </a:lnTo>
                  <a:lnTo>
                    <a:pt x="6361" y="4947"/>
                  </a:lnTo>
                  <a:lnTo>
                    <a:pt x="6668" y="4793"/>
                  </a:lnTo>
                  <a:lnTo>
                    <a:pt x="6668" y="4793"/>
                  </a:lnTo>
                  <a:lnTo>
                    <a:pt x="7129" y="4517"/>
                  </a:lnTo>
                  <a:lnTo>
                    <a:pt x="7529" y="4179"/>
                  </a:lnTo>
                  <a:lnTo>
                    <a:pt x="7897" y="3841"/>
                  </a:lnTo>
                  <a:lnTo>
                    <a:pt x="8235" y="3472"/>
                  </a:lnTo>
                  <a:lnTo>
                    <a:pt x="8481" y="3073"/>
                  </a:lnTo>
                  <a:lnTo>
                    <a:pt x="8727" y="2673"/>
                  </a:lnTo>
                  <a:lnTo>
                    <a:pt x="8911" y="2274"/>
                  </a:lnTo>
                  <a:lnTo>
                    <a:pt x="9065" y="1875"/>
                  </a:lnTo>
                  <a:lnTo>
                    <a:pt x="9219" y="1506"/>
                  </a:lnTo>
                  <a:lnTo>
                    <a:pt x="9311" y="1137"/>
                  </a:lnTo>
                  <a:lnTo>
                    <a:pt x="9434" y="553"/>
                  </a:lnTo>
                  <a:lnTo>
                    <a:pt x="9495" y="154"/>
                  </a:lnTo>
                  <a:lnTo>
                    <a:pt x="9526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340;p46">
              <a:extLst>
                <a:ext uri="{FF2B5EF4-FFF2-40B4-BE49-F238E27FC236}">
                  <a16:creationId xmlns:a16="http://schemas.microsoft.com/office/drawing/2014/main" id="{CC195C13-AD2F-087C-4DCE-7FFE34EC2F1D}"/>
                </a:ext>
              </a:extLst>
            </p:cNvPr>
            <p:cNvSpPr/>
            <p:nvPr/>
          </p:nvSpPr>
          <p:spPr>
            <a:xfrm>
              <a:off x="3672418" y="2657964"/>
              <a:ext cx="1012421" cy="345098"/>
            </a:xfrm>
            <a:custGeom>
              <a:avLst/>
              <a:gdLst/>
              <a:ahLst/>
              <a:cxnLst/>
              <a:rect l="l" t="t" r="r" b="b"/>
              <a:pathLst>
                <a:path w="9649" h="3289" extrusionOk="0">
                  <a:moveTo>
                    <a:pt x="5992" y="1"/>
                  </a:moveTo>
                  <a:lnTo>
                    <a:pt x="5255" y="32"/>
                  </a:lnTo>
                  <a:lnTo>
                    <a:pt x="4487" y="154"/>
                  </a:lnTo>
                  <a:lnTo>
                    <a:pt x="4149" y="247"/>
                  </a:lnTo>
                  <a:lnTo>
                    <a:pt x="3780" y="339"/>
                  </a:lnTo>
                  <a:lnTo>
                    <a:pt x="3473" y="462"/>
                  </a:lnTo>
                  <a:lnTo>
                    <a:pt x="3165" y="615"/>
                  </a:lnTo>
                  <a:lnTo>
                    <a:pt x="2889" y="769"/>
                  </a:lnTo>
                  <a:lnTo>
                    <a:pt x="2612" y="953"/>
                  </a:lnTo>
                  <a:lnTo>
                    <a:pt x="1691" y="1752"/>
                  </a:lnTo>
                  <a:lnTo>
                    <a:pt x="830" y="2490"/>
                  </a:lnTo>
                  <a:lnTo>
                    <a:pt x="1" y="3288"/>
                  </a:lnTo>
                  <a:lnTo>
                    <a:pt x="1" y="3288"/>
                  </a:lnTo>
                  <a:lnTo>
                    <a:pt x="984" y="3258"/>
                  </a:lnTo>
                  <a:lnTo>
                    <a:pt x="3411" y="3104"/>
                  </a:lnTo>
                  <a:lnTo>
                    <a:pt x="4947" y="2981"/>
                  </a:lnTo>
                  <a:lnTo>
                    <a:pt x="6545" y="2828"/>
                  </a:lnTo>
                  <a:lnTo>
                    <a:pt x="8143" y="2613"/>
                  </a:lnTo>
                  <a:lnTo>
                    <a:pt x="8911" y="2490"/>
                  </a:lnTo>
                  <a:lnTo>
                    <a:pt x="9648" y="2367"/>
                  </a:lnTo>
                  <a:lnTo>
                    <a:pt x="9587" y="2090"/>
                  </a:lnTo>
                  <a:lnTo>
                    <a:pt x="9464" y="1783"/>
                  </a:lnTo>
                  <a:lnTo>
                    <a:pt x="9311" y="1414"/>
                  </a:lnTo>
                  <a:lnTo>
                    <a:pt x="9095" y="1045"/>
                  </a:lnTo>
                  <a:lnTo>
                    <a:pt x="8942" y="861"/>
                  </a:lnTo>
                  <a:lnTo>
                    <a:pt x="8788" y="677"/>
                  </a:lnTo>
                  <a:lnTo>
                    <a:pt x="8604" y="523"/>
                  </a:lnTo>
                  <a:lnTo>
                    <a:pt x="8419" y="370"/>
                  </a:lnTo>
                  <a:lnTo>
                    <a:pt x="8204" y="247"/>
                  </a:lnTo>
                  <a:lnTo>
                    <a:pt x="7959" y="185"/>
                  </a:lnTo>
                  <a:lnTo>
                    <a:pt x="7375" y="62"/>
                  </a:lnTo>
                  <a:lnTo>
                    <a:pt x="6699" y="1"/>
                  </a:lnTo>
                  <a:close/>
                </a:path>
              </a:pathLst>
            </a:custGeom>
            <a:solidFill>
              <a:srgbClr val="2A4F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341;p46">
              <a:extLst>
                <a:ext uri="{FF2B5EF4-FFF2-40B4-BE49-F238E27FC236}">
                  <a16:creationId xmlns:a16="http://schemas.microsoft.com/office/drawing/2014/main" id="{D2971820-7407-43B5-3E85-2C31742331C1}"/>
                </a:ext>
              </a:extLst>
            </p:cNvPr>
            <p:cNvSpPr/>
            <p:nvPr/>
          </p:nvSpPr>
          <p:spPr>
            <a:xfrm>
              <a:off x="3672418" y="2657964"/>
              <a:ext cx="1012421" cy="345098"/>
            </a:xfrm>
            <a:custGeom>
              <a:avLst/>
              <a:gdLst/>
              <a:ahLst/>
              <a:cxnLst/>
              <a:rect l="l" t="t" r="r" b="b"/>
              <a:pathLst>
                <a:path w="9649" h="3289" fill="none" extrusionOk="0">
                  <a:moveTo>
                    <a:pt x="9648" y="2367"/>
                  </a:moveTo>
                  <a:lnTo>
                    <a:pt x="9648" y="2367"/>
                  </a:lnTo>
                  <a:lnTo>
                    <a:pt x="9587" y="2090"/>
                  </a:lnTo>
                  <a:lnTo>
                    <a:pt x="9464" y="1783"/>
                  </a:lnTo>
                  <a:lnTo>
                    <a:pt x="9311" y="1414"/>
                  </a:lnTo>
                  <a:lnTo>
                    <a:pt x="9095" y="1045"/>
                  </a:lnTo>
                  <a:lnTo>
                    <a:pt x="8942" y="861"/>
                  </a:lnTo>
                  <a:lnTo>
                    <a:pt x="8788" y="677"/>
                  </a:lnTo>
                  <a:lnTo>
                    <a:pt x="8604" y="523"/>
                  </a:lnTo>
                  <a:lnTo>
                    <a:pt x="8419" y="370"/>
                  </a:lnTo>
                  <a:lnTo>
                    <a:pt x="8204" y="247"/>
                  </a:lnTo>
                  <a:lnTo>
                    <a:pt x="7959" y="185"/>
                  </a:lnTo>
                  <a:lnTo>
                    <a:pt x="7959" y="185"/>
                  </a:lnTo>
                  <a:lnTo>
                    <a:pt x="7375" y="62"/>
                  </a:lnTo>
                  <a:lnTo>
                    <a:pt x="6699" y="1"/>
                  </a:lnTo>
                  <a:lnTo>
                    <a:pt x="5992" y="1"/>
                  </a:lnTo>
                  <a:lnTo>
                    <a:pt x="5255" y="32"/>
                  </a:lnTo>
                  <a:lnTo>
                    <a:pt x="4487" y="154"/>
                  </a:lnTo>
                  <a:lnTo>
                    <a:pt x="4149" y="247"/>
                  </a:lnTo>
                  <a:lnTo>
                    <a:pt x="3780" y="339"/>
                  </a:lnTo>
                  <a:lnTo>
                    <a:pt x="3473" y="462"/>
                  </a:lnTo>
                  <a:lnTo>
                    <a:pt x="3165" y="615"/>
                  </a:lnTo>
                  <a:lnTo>
                    <a:pt x="2889" y="769"/>
                  </a:lnTo>
                  <a:lnTo>
                    <a:pt x="2612" y="953"/>
                  </a:lnTo>
                  <a:lnTo>
                    <a:pt x="2612" y="953"/>
                  </a:lnTo>
                  <a:lnTo>
                    <a:pt x="1691" y="1752"/>
                  </a:lnTo>
                  <a:lnTo>
                    <a:pt x="830" y="2490"/>
                  </a:lnTo>
                  <a:lnTo>
                    <a:pt x="1" y="3288"/>
                  </a:lnTo>
                  <a:lnTo>
                    <a:pt x="1" y="3288"/>
                  </a:lnTo>
                  <a:lnTo>
                    <a:pt x="984" y="3258"/>
                  </a:lnTo>
                  <a:lnTo>
                    <a:pt x="3411" y="3104"/>
                  </a:lnTo>
                  <a:lnTo>
                    <a:pt x="4947" y="2981"/>
                  </a:lnTo>
                  <a:lnTo>
                    <a:pt x="6545" y="2828"/>
                  </a:lnTo>
                  <a:lnTo>
                    <a:pt x="8143" y="2613"/>
                  </a:lnTo>
                  <a:lnTo>
                    <a:pt x="8911" y="2490"/>
                  </a:lnTo>
                  <a:lnTo>
                    <a:pt x="9648" y="2367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342;p46">
              <a:extLst>
                <a:ext uri="{FF2B5EF4-FFF2-40B4-BE49-F238E27FC236}">
                  <a16:creationId xmlns:a16="http://schemas.microsoft.com/office/drawing/2014/main" id="{F0B7182F-041A-D690-9DC6-3D9A94DEAA7A}"/>
                </a:ext>
              </a:extLst>
            </p:cNvPr>
            <p:cNvSpPr/>
            <p:nvPr/>
          </p:nvSpPr>
          <p:spPr>
            <a:xfrm>
              <a:off x="3672418" y="2861098"/>
              <a:ext cx="154869" cy="141964"/>
            </a:xfrm>
            <a:custGeom>
              <a:avLst/>
              <a:gdLst/>
              <a:ahLst/>
              <a:cxnLst/>
              <a:rect l="l" t="t" r="r" b="b"/>
              <a:pathLst>
                <a:path w="1476" h="1353" extrusionOk="0">
                  <a:moveTo>
                    <a:pt x="1475" y="1"/>
                  </a:moveTo>
                  <a:lnTo>
                    <a:pt x="431" y="953"/>
                  </a:lnTo>
                  <a:lnTo>
                    <a:pt x="1" y="1352"/>
                  </a:lnTo>
                  <a:lnTo>
                    <a:pt x="1475" y="1291"/>
                  </a:lnTo>
                  <a:lnTo>
                    <a:pt x="1475" y="1"/>
                  </a:lnTo>
                  <a:close/>
                </a:path>
              </a:pathLst>
            </a:custGeom>
            <a:solidFill>
              <a:srgbClr val="0A13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343;p46">
              <a:extLst>
                <a:ext uri="{FF2B5EF4-FFF2-40B4-BE49-F238E27FC236}">
                  <a16:creationId xmlns:a16="http://schemas.microsoft.com/office/drawing/2014/main" id="{FB6E5528-FFD8-767B-1F93-7E7839E95890}"/>
                </a:ext>
              </a:extLst>
            </p:cNvPr>
            <p:cNvSpPr/>
            <p:nvPr/>
          </p:nvSpPr>
          <p:spPr>
            <a:xfrm>
              <a:off x="3907767" y="2990051"/>
              <a:ext cx="6610" cy="3358"/>
            </a:xfrm>
            <a:custGeom>
              <a:avLst/>
              <a:gdLst/>
              <a:ahLst/>
              <a:cxnLst/>
              <a:rect l="l" t="t" r="r" b="b"/>
              <a:pathLst>
                <a:path w="63" h="32" extrusionOk="0">
                  <a:moveTo>
                    <a:pt x="62" y="1"/>
                  </a:moveTo>
                  <a:lnTo>
                    <a:pt x="62" y="1"/>
                  </a:lnTo>
                  <a:lnTo>
                    <a:pt x="1" y="31"/>
                  </a:lnTo>
                  <a:lnTo>
                    <a:pt x="1" y="31"/>
                  </a:lnTo>
                  <a:lnTo>
                    <a:pt x="62" y="1"/>
                  </a:lnTo>
                  <a:close/>
                </a:path>
              </a:pathLst>
            </a:custGeom>
            <a:solidFill>
              <a:srgbClr val="0A14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344;p46">
              <a:extLst>
                <a:ext uri="{FF2B5EF4-FFF2-40B4-BE49-F238E27FC236}">
                  <a16:creationId xmlns:a16="http://schemas.microsoft.com/office/drawing/2014/main" id="{3491CCDB-662B-61CF-B8CF-4C6D4ACD76C0}"/>
                </a:ext>
              </a:extLst>
            </p:cNvPr>
            <p:cNvSpPr/>
            <p:nvPr/>
          </p:nvSpPr>
          <p:spPr>
            <a:xfrm>
              <a:off x="3907767" y="2990051"/>
              <a:ext cx="6610" cy="3358"/>
            </a:xfrm>
            <a:custGeom>
              <a:avLst/>
              <a:gdLst/>
              <a:ahLst/>
              <a:cxnLst/>
              <a:rect l="l" t="t" r="r" b="b"/>
              <a:pathLst>
                <a:path w="63" h="32" fill="none" extrusionOk="0">
                  <a:moveTo>
                    <a:pt x="62" y="1"/>
                  </a:moveTo>
                  <a:lnTo>
                    <a:pt x="62" y="1"/>
                  </a:lnTo>
                  <a:lnTo>
                    <a:pt x="1" y="31"/>
                  </a:lnTo>
                  <a:lnTo>
                    <a:pt x="1" y="31"/>
                  </a:lnTo>
                  <a:lnTo>
                    <a:pt x="6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345;p46">
              <a:extLst>
                <a:ext uri="{FF2B5EF4-FFF2-40B4-BE49-F238E27FC236}">
                  <a16:creationId xmlns:a16="http://schemas.microsoft.com/office/drawing/2014/main" id="{F3228687-BF72-F1DE-1D84-1FD7253CDC46}"/>
                </a:ext>
              </a:extLst>
            </p:cNvPr>
            <p:cNvSpPr/>
            <p:nvPr/>
          </p:nvSpPr>
          <p:spPr>
            <a:xfrm>
              <a:off x="3907767" y="2657964"/>
              <a:ext cx="351499" cy="335445"/>
            </a:xfrm>
            <a:custGeom>
              <a:avLst/>
              <a:gdLst/>
              <a:ahLst/>
              <a:cxnLst/>
              <a:rect l="l" t="t" r="r" b="b"/>
              <a:pathLst>
                <a:path w="3350" h="3197" extrusionOk="0">
                  <a:moveTo>
                    <a:pt x="3350" y="1"/>
                  </a:moveTo>
                  <a:lnTo>
                    <a:pt x="3165" y="32"/>
                  </a:lnTo>
                  <a:lnTo>
                    <a:pt x="1" y="3196"/>
                  </a:lnTo>
                  <a:lnTo>
                    <a:pt x="62" y="3166"/>
                  </a:lnTo>
                  <a:lnTo>
                    <a:pt x="185" y="3166"/>
                  </a:lnTo>
                  <a:lnTo>
                    <a:pt x="3350" y="1"/>
                  </a:lnTo>
                  <a:close/>
                </a:path>
              </a:pathLst>
            </a:custGeom>
            <a:solidFill>
              <a:srgbClr val="1A35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346;p46">
              <a:extLst>
                <a:ext uri="{FF2B5EF4-FFF2-40B4-BE49-F238E27FC236}">
                  <a16:creationId xmlns:a16="http://schemas.microsoft.com/office/drawing/2014/main" id="{53384328-A5DF-9620-7D75-B9C258A7E216}"/>
                </a:ext>
              </a:extLst>
            </p:cNvPr>
            <p:cNvSpPr/>
            <p:nvPr/>
          </p:nvSpPr>
          <p:spPr>
            <a:xfrm>
              <a:off x="3907767" y="2657964"/>
              <a:ext cx="351499" cy="335445"/>
            </a:xfrm>
            <a:custGeom>
              <a:avLst/>
              <a:gdLst/>
              <a:ahLst/>
              <a:cxnLst/>
              <a:rect l="l" t="t" r="r" b="b"/>
              <a:pathLst>
                <a:path w="3350" h="3197" fill="none" extrusionOk="0">
                  <a:moveTo>
                    <a:pt x="3350" y="1"/>
                  </a:moveTo>
                  <a:lnTo>
                    <a:pt x="3350" y="1"/>
                  </a:lnTo>
                  <a:lnTo>
                    <a:pt x="3165" y="32"/>
                  </a:lnTo>
                  <a:lnTo>
                    <a:pt x="1" y="3196"/>
                  </a:lnTo>
                  <a:lnTo>
                    <a:pt x="1" y="3196"/>
                  </a:lnTo>
                  <a:lnTo>
                    <a:pt x="1" y="3196"/>
                  </a:lnTo>
                  <a:lnTo>
                    <a:pt x="1" y="3196"/>
                  </a:lnTo>
                  <a:lnTo>
                    <a:pt x="62" y="3166"/>
                  </a:lnTo>
                  <a:lnTo>
                    <a:pt x="62" y="3166"/>
                  </a:lnTo>
                  <a:lnTo>
                    <a:pt x="185" y="3166"/>
                  </a:lnTo>
                  <a:lnTo>
                    <a:pt x="335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347;p46">
              <a:extLst>
                <a:ext uri="{FF2B5EF4-FFF2-40B4-BE49-F238E27FC236}">
                  <a16:creationId xmlns:a16="http://schemas.microsoft.com/office/drawing/2014/main" id="{5A230D20-4B0B-E121-A907-67390CA85756}"/>
                </a:ext>
              </a:extLst>
            </p:cNvPr>
            <p:cNvSpPr/>
            <p:nvPr/>
          </p:nvSpPr>
          <p:spPr>
            <a:xfrm>
              <a:off x="4104398" y="2661216"/>
              <a:ext cx="348351" cy="319287"/>
            </a:xfrm>
            <a:custGeom>
              <a:avLst/>
              <a:gdLst/>
              <a:ahLst/>
              <a:cxnLst/>
              <a:rect l="l" t="t" r="r" b="b"/>
              <a:pathLst>
                <a:path w="3320" h="3043" extrusionOk="0">
                  <a:moveTo>
                    <a:pt x="3012" y="1"/>
                  </a:moveTo>
                  <a:lnTo>
                    <a:pt x="1" y="3042"/>
                  </a:lnTo>
                  <a:lnTo>
                    <a:pt x="370" y="3012"/>
                  </a:lnTo>
                  <a:lnTo>
                    <a:pt x="3319" y="31"/>
                  </a:lnTo>
                  <a:lnTo>
                    <a:pt x="3012" y="1"/>
                  </a:lnTo>
                  <a:close/>
                </a:path>
              </a:pathLst>
            </a:custGeom>
            <a:solidFill>
              <a:srgbClr val="1A35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Google Shape;2348;p46">
              <a:extLst>
                <a:ext uri="{FF2B5EF4-FFF2-40B4-BE49-F238E27FC236}">
                  <a16:creationId xmlns:a16="http://schemas.microsoft.com/office/drawing/2014/main" id="{EE3636A6-3AA4-A398-5A77-81ED3DA5A051}"/>
                </a:ext>
              </a:extLst>
            </p:cNvPr>
            <p:cNvSpPr/>
            <p:nvPr/>
          </p:nvSpPr>
          <p:spPr>
            <a:xfrm>
              <a:off x="4104398" y="2661216"/>
              <a:ext cx="348351" cy="319287"/>
            </a:xfrm>
            <a:custGeom>
              <a:avLst/>
              <a:gdLst/>
              <a:ahLst/>
              <a:cxnLst/>
              <a:rect l="l" t="t" r="r" b="b"/>
              <a:pathLst>
                <a:path w="3320" h="3043" fill="none" extrusionOk="0">
                  <a:moveTo>
                    <a:pt x="3012" y="1"/>
                  </a:moveTo>
                  <a:lnTo>
                    <a:pt x="1" y="3042"/>
                  </a:lnTo>
                  <a:lnTo>
                    <a:pt x="1" y="3042"/>
                  </a:lnTo>
                  <a:lnTo>
                    <a:pt x="370" y="3012"/>
                  </a:lnTo>
                  <a:lnTo>
                    <a:pt x="3319" y="31"/>
                  </a:lnTo>
                  <a:lnTo>
                    <a:pt x="3319" y="31"/>
                  </a:lnTo>
                  <a:lnTo>
                    <a:pt x="301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349;p46">
              <a:extLst>
                <a:ext uri="{FF2B5EF4-FFF2-40B4-BE49-F238E27FC236}">
                  <a16:creationId xmlns:a16="http://schemas.microsoft.com/office/drawing/2014/main" id="{857612DA-EA3F-0C6C-8C62-A6F49BCEF327}"/>
                </a:ext>
              </a:extLst>
            </p:cNvPr>
            <p:cNvSpPr/>
            <p:nvPr/>
          </p:nvSpPr>
          <p:spPr>
            <a:xfrm>
              <a:off x="4478459" y="2783769"/>
              <a:ext cx="164522" cy="158017"/>
            </a:xfrm>
            <a:custGeom>
              <a:avLst/>
              <a:gdLst/>
              <a:ahLst/>
              <a:cxnLst/>
              <a:rect l="l" t="t" r="r" b="b"/>
              <a:pathLst>
                <a:path w="1568" h="1506" extrusionOk="0">
                  <a:moveTo>
                    <a:pt x="1506" y="0"/>
                  </a:moveTo>
                  <a:lnTo>
                    <a:pt x="0" y="1506"/>
                  </a:lnTo>
                  <a:lnTo>
                    <a:pt x="184" y="1475"/>
                  </a:lnTo>
                  <a:lnTo>
                    <a:pt x="1567" y="92"/>
                  </a:lnTo>
                  <a:lnTo>
                    <a:pt x="1506" y="0"/>
                  </a:lnTo>
                  <a:close/>
                </a:path>
              </a:pathLst>
            </a:custGeom>
            <a:solidFill>
              <a:srgbClr val="1A35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350;p46">
              <a:extLst>
                <a:ext uri="{FF2B5EF4-FFF2-40B4-BE49-F238E27FC236}">
                  <a16:creationId xmlns:a16="http://schemas.microsoft.com/office/drawing/2014/main" id="{8B84C5B8-44E7-94D0-D6EF-E275EE0225D1}"/>
                </a:ext>
              </a:extLst>
            </p:cNvPr>
            <p:cNvSpPr/>
            <p:nvPr/>
          </p:nvSpPr>
          <p:spPr>
            <a:xfrm>
              <a:off x="4478459" y="2783769"/>
              <a:ext cx="164522" cy="158017"/>
            </a:xfrm>
            <a:custGeom>
              <a:avLst/>
              <a:gdLst/>
              <a:ahLst/>
              <a:cxnLst/>
              <a:rect l="l" t="t" r="r" b="b"/>
              <a:pathLst>
                <a:path w="1568" h="1506" fill="none" extrusionOk="0">
                  <a:moveTo>
                    <a:pt x="1506" y="0"/>
                  </a:moveTo>
                  <a:lnTo>
                    <a:pt x="0" y="1506"/>
                  </a:lnTo>
                  <a:lnTo>
                    <a:pt x="0" y="1506"/>
                  </a:lnTo>
                  <a:lnTo>
                    <a:pt x="184" y="1475"/>
                  </a:lnTo>
                  <a:lnTo>
                    <a:pt x="1567" y="92"/>
                  </a:lnTo>
                  <a:lnTo>
                    <a:pt x="1567" y="92"/>
                  </a:lnTo>
                  <a:lnTo>
                    <a:pt x="1506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Google Shape;2351;p46">
              <a:extLst>
                <a:ext uri="{FF2B5EF4-FFF2-40B4-BE49-F238E27FC236}">
                  <a16:creationId xmlns:a16="http://schemas.microsoft.com/office/drawing/2014/main" id="{5536E71E-1F1B-E0C7-C020-44C4BD221E96}"/>
                </a:ext>
              </a:extLst>
            </p:cNvPr>
            <p:cNvSpPr/>
            <p:nvPr/>
          </p:nvSpPr>
          <p:spPr>
            <a:xfrm>
              <a:off x="4488112" y="2670869"/>
              <a:ext cx="9758" cy="270916"/>
            </a:xfrm>
            <a:custGeom>
              <a:avLst/>
              <a:gdLst/>
              <a:ahLst/>
              <a:cxnLst/>
              <a:rect l="l" t="t" r="r" b="b"/>
              <a:pathLst>
                <a:path w="93" h="2582" extrusionOk="0">
                  <a:moveTo>
                    <a:pt x="0" y="1"/>
                  </a:moveTo>
                  <a:lnTo>
                    <a:pt x="0" y="2582"/>
                  </a:lnTo>
                  <a:lnTo>
                    <a:pt x="92" y="2582"/>
                  </a:lnTo>
                  <a:lnTo>
                    <a:pt x="92" y="1"/>
                  </a:lnTo>
                  <a:close/>
                </a:path>
              </a:pathLst>
            </a:custGeom>
            <a:solidFill>
              <a:srgbClr val="0A13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Google Shape;2352;p46">
              <a:extLst>
                <a:ext uri="{FF2B5EF4-FFF2-40B4-BE49-F238E27FC236}">
                  <a16:creationId xmlns:a16="http://schemas.microsoft.com/office/drawing/2014/main" id="{62F85BCC-8682-5E8D-76E1-9E3511AD494F}"/>
                </a:ext>
              </a:extLst>
            </p:cNvPr>
            <p:cNvSpPr/>
            <p:nvPr/>
          </p:nvSpPr>
          <p:spPr>
            <a:xfrm>
              <a:off x="4488112" y="2670869"/>
              <a:ext cx="9758" cy="270916"/>
            </a:xfrm>
            <a:custGeom>
              <a:avLst/>
              <a:gdLst/>
              <a:ahLst/>
              <a:cxnLst/>
              <a:rect l="l" t="t" r="r" b="b"/>
              <a:pathLst>
                <a:path w="93" h="2582" fill="none" extrusionOk="0">
                  <a:moveTo>
                    <a:pt x="0" y="1"/>
                  </a:moveTo>
                  <a:lnTo>
                    <a:pt x="0" y="2582"/>
                  </a:lnTo>
                  <a:lnTo>
                    <a:pt x="92" y="2582"/>
                  </a:lnTo>
                  <a:lnTo>
                    <a:pt x="9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353;p46">
              <a:extLst>
                <a:ext uri="{FF2B5EF4-FFF2-40B4-BE49-F238E27FC236}">
                  <a16:creationId xmlns:a16="http://schemas.microsoft.com/office/drawing/2014/main" id="{590E9133-C0B5-E756-4DB1-E7BBFC9336A5}"/>
                </a:ext>
              </a:extLst>
            </p:cNvPr>
            <p:cNvSpPr/>
            <p:nvPr/>
          </p:nvSpPr>
          <p:spPr>
            <a:xfrm>
              <a:off x="3240438" y="3080287"/>
              <a:ext cx="206387" cy="113004"/>
            </a:xfrm>
            <a:custGeom>
              <a:avLst/>
              <a:gdLst/>
              <a:ahLst/>
              <a:cxnLst/>
              <a:rect l="l" t="t" r="r" b="b"/>
              <a:pathLst>
                <a:path w="1967" h="1077" extrusionOk="0">
                  <a:moveTo>
                    <a:pt x="1291" y="1"/>
                  </a:moveTo>
                  <a:lnTo>
                    <a:pt x="1106" y="62"/>
                  </a:lnTo>
                  <a:lnTo>
                    <a:pt x="953" y="93"/>
                  </a:lnTo>
                  <a:lnTo>
                    <a:pt x="799" y="155"/>
                  </a:lnTo>
                  <a:lnTo>
                    <a:pt x="523" y="339"/>
                  </a:lnTo>
                  <a:lnTo>
                    <a:pt x="338" y="493"/>
                  </a:lnTo>
                  <a:lnTo>
                    <a:pt x="185" y="677"/>
                  </a:lnTo>
                  <a:lnTo>
                    <a:pt x="93" y="830"/>
                  </a:lnTo>
                  <a:lnTo>
                    <a:pt x="0" y="984"/>
                  </a:lnTo>
                  <a:lnTo>
                    <a:pt x="338" y="1046"/>
                  </a:lnTo>
                  <a:lnTo>
                    <a:pt x="646" y="1076"/>
                  </a:lnTo>
                  <a:lnTo>
                    <a:pt x="922" y="1046"/>
                  </a:lnTo>
                  <a:lnTo>
                    <a:pt x="1168" y="984"/>
                  </a:lnTo>
                  <a:lnTo>
                    <a:pt x="1383" y="892"/>
                  </a:lnTo>
                  <a:lnTo>
                    <a:pt x="1567" y="800"/>
                  </a:lnTo>
                  <a:lnTo>
                    <a:pt x="1752" y="677"/>
                  </a:lnTo>
                  <a:lnTo>
                    <a:pt x="1844" y="523"/>
                  </a:lnTo>
                  <a:lnTo>
                    <a:pt x="1936" y="431"/>
                  </a:lnTo>
                  <a:lnTo>
                    <a:pt x="1967" y="339"/>
                  </a:lnTo>
                  <a:lnTo>
                    <a:pt x="1967" y="247"/>
                  </a:lnTo>
                  <a:lnTo>
                    <a:pt x="1936" y="155"/>
                  </a:lnTo>
                  <a:lnTo>
                    <a:pt x="1875" y="93"/>
                  </a:lnTo>
                  <a:lnTo>
                    <a:pt x="1782" y="32"/>
                  </a:lnTo>
                  <a:lnTo>
                    <a:pt x="1660" y="1"/>
                  </a:lnTo>
                  <a:close/>
                </a:path>
              </a:pathLst>
            </a:custGeom>
            <a:solidFill>
              <a:srgbClr val="DCD6D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354;p46">
              <a:extLst>
                <a:ext uri="{FF2B5EF4-FFF2-40B4-BE49-F238E27FC236}">
                  <a16:creationId xmlns:a16="http://schemas.microsoft.com/office/drawing/2014/main" id="{03707D38-121B-C84C-691B-ABD63E4520EA}"/>
                </a:ext>
              </a:extLst>
            </p:cNvPr>
            <p:cNvSpPr/>
            <p:nvPr/>
          </p:nvSpPr>
          <p:spPr>
            <a:xfrm>
              <a:off x="3240438" y="3080287"/>
              <a:ext cx="206387" cy="113004"/>
            </a:xfrm>
            <a:custGeom>
              <a:avLst/>
              <a:gdLst/>
              <a:ahLst/>
              <a:cxnLst/>
              <a:rect l="l" t="t" r="r" b="b"/>
              <a:pathLst>
                <a:path w="1967" h="1077" fill="none" extrusionOk="0">
                  <a:moveTo>
                    <a:pt x="0" y="984"/>
                  </a:moveTo>
                  <a:lnTo>
                    <a:pt x="0" y="984"/>
                  </a:lnTo>
                  <a:lnTo>
                    <a:pt x="93" y="830"/>
                  </a:lnTo>
                  <a:lnTo>
                    <a:pt x="185" y="677"/>
                  </a:lnTo>
                  <a:lnTo>
                    <a:pt x="338" y="493"/>
                  </a:lnTo>
                  <a:lnTo>
                    <a:pt x="523" y="339"/>
                  </a:lnTo>
                  <a:lnTo>
                    <a:pt x="799" y="155"/>
                  </a:lnTo>
                  <a:lnTo>
                    <a:pt x="953" y="93"/>
                  </a:lnTo>
                  <a:lnTo>
                    <a:pt x="1106" y="62"/>
                  </a:lnTo>
                  <a:lnTo>
                    <a:pt x="1291" y="1"/>
                  </a:lnTo>
                  <a:lnTo>
                    <a:pt x="1506" y="1"/>
                  </a:lnTo>
                  <a:lnTo>
                    <a:pt x="1506" y="1"/>
                  </a:lnTo>
                  <a:lnTo>
                    <a:pt x="1660" y="1"/>
                  </a:lnTo>
                  <a:lnTo>
                    <a:pt x="1782" y="32"/>
                  </a:lnTo>
                  <a:lnTo>
                    <a:pt x="1875" y="93"/>
                  </a:lnTo>
                  <a:lnTo>
                    <a:pt x="1936" y="155"/>
                  </a:lnTo>
                  <a:lnTo>
                    <a:pt x="1967" y="247"/>
                  </a:lnTo>
                  <a:lnTo>
                    <a:pt x="1967" y="339"/>
                  </a:lnTo>
                  <a:lnTo>
                    <a:pt x="1936" y="431"/>
                  </a:lnTo>
                  <a:lnTo>
                    <a:pt x="1844" y="523"/>
                  </a:lnTo>
                  <a:lnTo>
                    <a:pt x="1844" y="523"/>
                  </a:lnTo>
                  <a:lnTo>
                    <a:pt x="1752" y="677"/>
                  </a:lnTo>
                  <a:lnTo>
                    <a:pt x="1567" y="800"/>
                  </a:lnTo>
                  <a:lnTo>
                    <a:pt x="1383" y="892"/>
                  </a:lnTo>
                  <a:lnTo>
                    <a:pt x="1168" y="984"/>
                  </a:lnTo>
                  <a:lnTo>
                    <a:pt x="922" y="1046"/>
                  </a:lnTo>
                  <a:lnTo>
                    <a:pt x="646" y="1076"/>
                  </a:lnTo>
                  <a:lnTo>
                    <a:pt x="338" y="1046"/>
                  </a:lnTo>
                  <a:lnTo>
                    <a:pt x="0" y="984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Google Shape;2355;p46">
              <a:extLst>
                <a:ext uri="{FF2B5EF4-FFF2-40B4-BE49-F238E27FC236}">
                  <a16:creationId xmlns:a16="http://schemas.microsoft.com/office/drawing/2014/main" id="{A4C683B3-9C91-9405-77F5-124A39821C06}"/>
                </a:ext>
              </a:extLst>
            </p:cNvPr>
            <p:cNvSpPr/>
            <p:nvPr/>
          </p:nvSpPr>
          <p:spPr>
            <a:xfrm>
              <a:off x="3298462" y="3160974"/>
              <a:ext cx="109752" cy="32317"/>
            </a:xfrm>
            <a:custGeom>
              <a:avLst/>
              <a:gdLst/>
              <a:ahLst/>
              <a:cxnLst/>
              <a:rect l="l" t="t" r="r" b="b"/>
              <a:pathLst>
                <a:path w="1046" h="308" extrusionOk="0">
                  <a:moveTo>
                    <a:pt x="1014" y="31"/>
                  </a:moveTo>
                  <a:lnTo>
                    <a:pt x="1014" y="31"/>
                  </a:lnTo>
                  <a:lnTo>
                    <a:pt x="830" y="123"/>
                  </a:lnTo>
                  <a:lnTo>
                    <a:pt x="584" y="215"/>
                  </a:lnTo>
                  <a:lnTo>
                    <a:pt x="338" y="277"/>
                  </a:lnTo>
                  <a:lnTo>
                    <a:pt x="62" y="307"/>
                  </a:lnTo>
                  <a:lnTo>
                    <a:pt x="62" y="307"/>
                  </a:lnTo>
                  <a:lnTo>
                    <a:pt x="0" y="307"/>
                  </a:lnTo>
                  <a:lnTo>
                    <a:pt x="0" y="307"/>
                  </a:lnTo>
                  <a:lnTo>
                    <a:pt x="62" y="307"/>
                  </a:lnTo>
                  <a:lnTo>
                    <a:pt x="62" y="307"/>
                  </a:lnTo>
                  <a:lnTo>
                    <a:pt x="338" y="277"/>
                  </a:lnTo>
                  <a:lnTo>
                    <a:pt x="584" y="215"/>
                  </a:lnTo>
                  <a:lnTo>
                    <a:pt x="830" y="123"/>
                  </a:lnTo>
                  <a:lnTo>
                    <a:pt x="1014" y="31"/>
                  </a:lnTo>
                  <a:close/>
                  <a:moveTo>
                    <a:pt x="1014" y="31"/>
                  </a:moveTo>
                  <a:lnTo>
                    <a:pt x="1014" y="31"/>
                  </a:lnTo>
                  <a:lnTo>
                    <a:pt x="1014" y="31"/>
                  </a:lnTo>
                  <a:lnTo>
                    <a:pt x="1014" y="31"/>
                  </a:lnTo>
                  <a:lnTo>
                    <a:pt x="1014" y="31"/>
                  </a:lnTo>
                  <a:close/>
                  <a:moveTo>
                    <a:pt x="1045" y="0"/>
                  </a:moveTo>
                  <a:lnTo>
                    <a:pt x="1045" y="0"/>
                  </a:lnTo>
                  <a:lnTo>
                    <a:pt x="1045" y="31"/>
                  </a:lnTo>
                  <a:lnTo>
                    <a:pt x="1045" y="31"/>
                  </a:lnTo>
                  <a:lnTo>
                    <a:pt x="1045" y="0"/>
                  </a:lnTo>
                  <a:close/>
                </a:path>
              </a:pathLst>
            </a:custGeom>
            <a:solidFill>
              <a:srgbClr val="F2F0F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Google Shape;2356;p46">
              <a:extLst>
                <a:ext uri="{FF2B5EF4-FFF2-40B4-BE49-F238E27FC236}">
                  <a16:creationId xmlns:a16="http://schemas.microsoft.com/office/drawing/2014/main" id="{CD4EA3D5-ADBC-B829-C94E-38889FA0D7EF}"/>
                </a:ext>
              </a:extLst>
            </p:cNvPr>
            <p:cNvSpPr/>
            <p:nvPr/>
          </p:nvSpPr>
          <p:spPr>
            <a:xfrm>
              <a:off x="3298462" y="3164122"/>
              <a:ext cx="106499" cy="29169"/>
            </a:xfrm>
            <a:custGeom>
              <a:avLst/>
              <a:gdLst/>
              <a:ahLst/>
              <a:cxnLst/>
              <a:rect l="l" t="t" r="r" b="b"/>
              <a:pathLst>
                <a:path w="1015" h="278" fill="none" extrusionOk="0">
                  <a:moveTo>
                    <a:pt x="1014" y="1"/>
                  </a:moveTo>
                  <a:lnTo>
                    <a:pt x="1014" y="1"/>
                  </a:lnTo>
                  <a:lnTo>
                    <a:pt x="830" y="93"/>
                  </a:lnTo>
                  <a:lnTo>
                    <a:pt x="584" y="185"/>
                  </a:lnTo>
                  <a:lnTo>
                    <a:pt x="338" y="247"/>
                  </a:lnTo>
                  <a:lnTo>
                    <a:pt x="62" y="277"/>
                  </a:lnTo>
                  <a:lnTo>
                    <a:pt x="62" y="277"/>
                  </a:lnTo>
                  <a:lnTo>
                    <a:pt x="0" y="277"/>
                  </a:lnTo>
                  <a:lnTo>
                    <a:pt x="0" y="277"/>
                  </a:lnTo>
                  <a:lnTo>
                    <a:pt x="62" y="277"/>
                  </a:lnTo>
                  <a:lnTo>
                    <a:pt x="62" y="277"/>
                  </a:lnTo>
                  <a:lnTo>
                    <a:pt x="338" y="247"/>
                  </a:lnTo>
                  <a:lnTo>
                    <a:pt x="584" y="185"/>
                  </a:lnTo>
                  <a:lnTo>
                    <a:pt x="830" y="93"/>
                  </a:lnTo>
                  <a:lnTo>
                    <a:pt x="1014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Google Shape;2357;p46">
              <a:extLst>
                <a:ext uri="{FF2B5EF4-FFF2-40B4-BE49-F238E27FC236}">
                  <a16:creationId xmlns:a16="http://schemas.microsoft.com/office/drawing/2014/main" id="{0F26CFA0-22F1-5F4C-1B1C-186A26713945}"/>
                </a:ext>
              </a:extLst>
            </p:cNvPr>
            <p:cNvSpPr/>
            <p:nvPr/>
          </p:nvSpPr>
          <p:spPr>
            <a:xfrm>
              <a:off x="3404857" y="3164122"/>
              <a:ext cx="105" cy="105"/>
            </a:xfrm>
            <a:custGeom>
              <a:avLst/>
              <a:gdLst/>
              <a:ahLst/>
              <a:cxnLst/>
              <a:rect l="l" t="t" r="r" b="b"/>
              <a:pathLst>
                <a:path w="1" h="1" fill="none" extrusionOk="0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Google Shape;2358;p46">
              <a:extLst>
                <a:ext uri="{FF2B5EF4-FFF2-40B4-BE49-F238E27FC236}">
                  <a16:creationId xmlns:a16="http://schemas.microsoft.com/office/drawing/2014/main" id="{487DFD54-D9F0-2D86-D350-243E1F356E44}"/>
                </a:ext>
              </a:extLst>
            </p:cNvPr>
            <p:cNvSpPr/>
            <p:nvPr/>
          </p:nvSpPr>
          <p:spPr>
            <a:xfrm>
              <a:off x="3408110" y="3160974"/>
              <a:ext cx="105" cy="3253"/>
            </a:xfrm>
            <a:custGeom>
              <a:avLst/>
              <a:gdLst/>
              <a:ahLst/>
              <a:cxnLst/>
              <a:rect l="l" t="t" r="r" b="b"/>
              <a:pathLst>
                <a:path w="1" h="31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31"/>
                  </a:lnTo>
                  <a:lnTo>
                    <a:pt x="0" y="31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Google Shape;2359;p46">
              <a:extLst>
                <a:ext uri="{FF2B5EF4-FFF2-40B4-BE49-F238E27FC236}">
                  <a16:creationId xmlns:a16="http://schemas.microsoft.com/office/drawing/2014/main" id="{D8AAC971-52C2-2597-64EF-176F60357641}"/>
                </a:ext>
              </a:extLst>
            </p:cNvPr>
            <p:cNvSpPr/>
            <p:nvPr/>
          </p:nvSpPr>
          <p:spPr>
            <a:xfrm>
              <a:off x="3240438" y="3080287"/>
              <a:ext cx="206387" cy="113004"/>
            </a:xfrm>
            <a:custGeom>
              <a:avLst/>
              <a:gdLst/>
              <a:ahLst/>
              <a:cxnLst/>
              <a:rect l="l" t="t" r="r" b="b"/>
              <a:pathLst>
                <a:path w="1967" h="1077" extrusionOk="0">
                  <a:moveTo>
                    <a:pt x="1844" y="62"/>
                  </a:moveTo>
                  <a:lnTo>
                    <a:pt x="1913" y="108"/>
                  </a:lnTo>
                  <a:lnTo>
                    <a:pt x="1913" y="108"/>
                  </a:lnTo>
                  <a:lnTo>
                    <a:pt x="1905" y="93"/>
                  </a:lnTo>
                  <a:lnTo>
                    <a:pt x="1844" y="62"/>
                  </a:lnTo>
                  <a:close/>
                  <a:moveTo>
                    <a:pt x="1721" y="1"/>
                  </a:moveTo>
                  <a:lnTo>
                    <a:pt x="1721" y="124"/>
                  </a:lnTo>
                  <a:lnTo>
                    <a:pt x="1690" y="216"/>
                  </a:lnTo>
                  <a:lnTo>
                    <a:pt x="1844" y="62"/>
                  </a:lnTo>
                  <a:lnTo>
                    <a:pt x="1721" y="1"/>
                  </a:lnTo>
                  <a:close/>
                  <a:moveTo>
                    <a:pt x="1913" y="108"/>
                  </a:moveTo>
                  <a:lnTo>
                    <a:pt x="1936" y="155"/>
                  </a:lnTo>
                  <a:lnTo>
                    <a:pt x="1096" y="994"/>
                  </a:lnTo>
                  <a:lnTo>
                    <a:pt x="1096" y="994"/>
                  </a:lnTo>
                  <a:lnTo>
                    <a:pt x="1137" y="984"/>
                  </a:lnTo>
                  <a:lnTo>
                    <a:pt x="1383" y="892"/>
                  </a:lnTo>
                  <a:lnTo>
                    <a:pt x="1567" y="800"/>
                  </a:lnTo>
                  <a:lnTo>
                    <a:pt x="1598" y="800"/>
                  </a:lnTo>
                  <a:lnTo>
                    <a:pt x="1598" y="769"/>
                  </a:lnTo>
                  <a:lnTo>
                    <a:pt x="1721" y="677"/>
                  </a:lnTo>
                  <a:lnTo>
                    <a:pt x="1844" y="554"/>
                  </a:lnTo>
                  <a:lnTo>
                    <a:pt x="1905" y="431"/>
                  </a:lnTo>
                  <a:lnTo>
                    <a:pt x="1967" y="339"/>
                  </a:lnTo>
                  <a:lnTo>
                    <a:pt x="1967" y="216"/>
                  </a:lnTo>
                  <a:lnTo>
                    <a:pt x="1936" y="124"/>
                  </a:lnTo>
                  <a:lnTo>
                    <a:pt x="1913" y="108"/>
                  </a:lnTo>
                  <a:close/>
                  <a:moveTo>
                    <a:pt x="1096" y="994"/>
                  </a:moveTo>
                  <a:lnTo>
                    <a:pt x="932" y="1035"/>
                  </a:lnTo>
                  <a:lnTo>
                    <a:pt x="932" y="1035"/>
                  </a:lnTo>
                  <a:lnTo>
                    <a:pt x="1076" y="1015"/>
                  </a:lnTo>
                  <a:lnTo>
                    <a:pt x="1096" y="994"/>
                  </a:lnTo>
                  <a:close/>
                  <a:moveTo>
                    <a:pt x="93" y="830"/>
                  </a:moveTo>
                  <a:lnTo>
                    <a:pt x="0" y="984"/>
                  </a:lnTo>
                  <a:lnTo>
                    <a:pt x="308" y="1046"/>
                  </a:lnTo>
                  <a:lnTo>
                    <a:pt x="406" y="1058"/>
                  </a:lnTo>
                  <a:lnTo>
                    <a:pt x="406" y="1058"/>
                  </a:lnTo>
                  <a:lnTo>
                    <a:pt x="369" y="1046"/>
                  </a:lnTo>
                  <a:lnTo>
                    <a:pt x="584" y="830"/>
                  </a:lnTo>
                  <a:lnTo>
                    <a:pt x="584" y="830"/>
                  </a:lnTo>
                  <a:lnTo>
                    <a:pt x="369" y="861"/>
                  </a:lnTo>
                  <a:lnTo>
                    <a:pt x="93" y="830"/>
                  </a:lnTo>
                  <a:close/>
                  <a:moveTo>
                    <a:pt x="406" y="1058"/>
                  </a:moveTo>
                  <a:lnTo>
                    <a:pt x="461" y="1076"/>
                  </a:lnTo>
                  <a:lnTo>
                    <a:pt x="471" y="1066"/>
                  </a:lnTo>
                  <a:lnTo>
                    <a:pt x="471" y="1066"/>
                  </a:lnTo>
                  <a:lnTo>
                    <a:pt x="406" y="1058"/>
                  </a:lnTo>
                  <a:close/>
                  <a:moveTo>
                    <a:pt x="1322" y="585"/>
                  </a:moveTo>
                  <a:lnTo>
                    <a:pt x="1045" y="738"/>
                  </a:lnTo>
                  <a:lnTo>
                    <a:pt x="707" y="830"/>
                  </a:lnTo>
                  <a:lnTo>
                    <a:pt x="471" y="1066"/>
                  </a:lnTo>
                  <a:lnTo>
                    <a:pt x="471" y="1066"/>
                  </a:lnTo>
                  <a:lnTo>
                    <a:pt x="553" y="1076"/>
                  </a:lnTo>
                  <a:lnTo>
                    <a:pt x="615" y="1076"/>
                  </a:lnTo>
                  <a:lnTo>
                    <a:pt x="891" y="1046"/>
                  </a:lnTo>
                  <a:lnTo>
                    <a:pt x="932" y="1035"/>
                  </a:lnTo>
                  <a:lnTo>
                    <a:pt x="932" y="1035"/>
                  </a:lnTo>
                  <a:lnTo>
                    <a:pt x="861" y="1046"/>
                  </a:lnTo>
                  <a:lnTo>
                    <a:pt x="1322" y="585"/>
                  </a:lnTo>
                  <a:close/>
                </a:path>
              </a:pathLst>
            </a:custGeom>
            <a:solidFill>
              <a:srgbClr val="D1CA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Google Shape;2360;p46">
              <a:extLst>
                <a:ext uri="{FF2B5EF4-FFF2-40B4-BE49-F238E27FC236}">
                  <a16:creationId xmlns:a16="http://schemas.microsoft.com/office/drawing/2014/main" id="{06097A92-B60E-9007-C478-0C354FE9F1BC}"/>
                </a:ext>
              </a:extLst>
            </p:cNvPr>
            <p:cNvSpPr/>
            <p:nvPr/>
          </p:nvSpPr>
          <p:spPr>
            <a:xfrm>
              <a:off x="3240438" y="3080287"/>
              <a:ext cx="206387" cy="113004"/>
            </a:xfrm>
            <a:custGeom>
              <a:avLst/>
              <a:gdLst/>
              <a:ahLst/>
              <a:cxnLst/>
              <a:rect l="l" t="t" r="r" b="b"/>
              <a:pathLst>
                <a:path w="1967" h="1077" fill="none" extrusionOk="0">
                  <a:moveTo>
                    <a:pt x="1721" y="1"/>
                  </a:moveTo>
                  <a:lnTo>
                    <a:pt x="1721" y="1"/>
                  </a:lnTo>
                  <a:lnTo>
                    <a:pt x="1721" y="124"/>
                  </a:lnTo>
                  <a:lnTo>
                    <a:pt x="1690" y="216"/>
                  </a:lnTo>
                  <a:lnTo>
                    <a:pt x="1844" y="62"/>
                  </a:lnTo>
                  <a:lnTo>
                    <a:pt x="1844" y="62"/>
                  </a:lnTo>
                  <a:lnTo>
                    <a:pt x="1905" y="93"/>
                  </a:lnTo>
                  <a:lnTo>
                    <a:pt x="1936" y="155"/>
                  </a:lnTo>
                  <a:lnTo>
                    <a:pt x="1076" y="1015"/>
                  </a:lnTo>
                  <a:lnTo>
                    <a:pt x="1076" y="1015"/>
                  </a:lnTo>
                  <a:lnTo>
                    <a:pt x="861" y="1046"/>
                  </a:lnTo>
                  <a:lnTo>
                    <a:pt x="1322" y="585"/>
                  </a:lnTo>
                  <a:lnTo>
                    <a:pt x="1322" y="585"/>
                  </a:lnTo>
                  <a:lnTo>
                    <a:pt x="1045" y="738"/>
                  </a:lnTo>
                  <a:lnTo>
                    <a:pt x="707" y="830"/>
                  </a:lnTo>
                  <a:lnTo>
                    <a:pt x="461" y="1076"/>
                  </a:lnTo>
                  <a:lnTo>
                    <a:pt x="461" y="1076"/>
                  </a:lnTo>
                  <a:lnTo>
                    <a:pt x="369" y="1046"/>
                  </a:lnTo>
                  <a:lnTo>
                    <a:pt x="584" y="830"/>
                  </a:lnTo>
                  <a:lnTo>
                    <a:pt x="584" y="830"/>
                  </a:lnTo>
                  <a:lnTo>
                    <a:pt x="369" y="861"/>
                  </a:lnTo>
                  <a:lnTo>
                    <a:pt x="369" y="861"/>
                  </a:lnTo>
                  <a:lnTo>
                    <a:pt x="93" y="830"/>
                  </a:lnTo>
                  <a:lnTo>
                    <a:pt x="93" y="830"/>
                  </a:lnTo>
                  <a:lnTo>
                    <a:pt x="0" y="984"/>
                  </a:lnTo>
                  <a:lnTo>
                    <a:pt x="0" y="984"/>
                  </a:lnTo>
                  <a:lnTo>
                    <a:pt x="0" y="984"/>
                  </a:lnTo>
                  <a:lnTo>
                    <a:pt x="308" y="1046"/>
                  </a:lnTo>
                  <a:lnTo>
                    <a:pt x="553" y="1076"/>
                  </a:lnTo>
                  <a:lnTo>
                    <a:pt x="553" y="1076"/>
                  </a:lnTo>
                  <a:lnTo>
                    <a:pt x="615" y="1076"/>
                  </a:lnTo>
                  <a:lnTo>
                    <a:pt x="615" y="1076"/>
                  </a:lnTo>
                  <a:lnTo>
                    <a:pt x="891" y="1046"/>
                  </a:lnTo>
                  <a:lnTo>
                    <a:pt x="1137" y="984"/>
                  </a:lnTo>
                  <a:lnTo>
                    <a:pt x="1383" y="892"/>
                  </a:lnTo>
                  <a:lnTo>
                    <a:pt x="1567" y="800"/>
                  </a:lnTo>
                  <a:lnTo>
                    <a:pt x="1567" y="800"/>
                  </a:lnTo>
                  <a:lnTo>
                    <a:pt x="1567" y="800"/>
                  </a:lnTo>
                  <a:lnTo>
                    <a:pt x="1567" y="800"/>
                  </a:lnTo>
                  <a:lnTo>
                    <a:pt x="1567" y="800"/>
                  </a:lnTo>
                  <a:lnTo>
                    <a:pt x="1567" y="800"/>
                  </a:lnTo>
                  <a:lnTo>
                    <a:pt x="1598" y="800"/>
                  </a:lnTo>
                  <a:lnTo>
                    <a:pt x="1598" y="800"/>
                  </a:lnTo>
                  <a:lnTo>
                    <a:pt x="1598" y="769"/>
                  </a:lnTo>
                  <a:lnTo>
                    <a:pt x="1598" y="769"/>
                  </a:lnTo>
                  <a:lnTo>
                    <a:pt x="1721" y="677"/>
                  </a:lnTo>
                  <a:lnTo>
                    <a:pt x="1844" y="554"/>
                  </a:lnTo>
                  <a:lnTo>
                    <a:pt x="1905" y="431"/>
                  </a:lnTo>
                  <a:lnTo>
                    <a:pt x="1967" y="339"/>
                  </a:lnTo>
                  <a:lnTo>
                    <a:pt x="1967" y="216"/>
                  </a:lnTo>
                  <a:lnTo>
                    <a:pt x="1936" y="124"/>
                  </a:lnTo>
                  <a:lnTo>
                    <a:pt x="1844" y="62"/>
                  </a:lnTo>
                  <a:lnTo>
                    <a:pt x="1721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361;p46">
              <a:extLst>
                <a:ext uri="{FF2B5EF4-FFF2-40B4-BE49-F238E27FC236}">
                  <a16:creationId xmlns:a16="http://schemas.microsoft.com/office/drawing/2014/main" id="{B7AFFC66-80D2-9EBA-0129-74EC6E93499A}"/>
                </a:ext>
              </a:extLst>
            </p:cNvPr>
            <p:cNvSpPr/>
            <p:nvPr/>
          </p:nvSpPr>
          <p:spPr>
            <a:xfrm>
              <a:off x="3301715" y="3080287"/>
              <a:ext cx="99994" cy="87193"/>
            </a:xfrm>
            <a:custGeom>
              <a:avLst/>
              <a:gdLst/>
              <a:ahLst/>
              <a:cxnLst/>
              <a:rect l="l" t="t" r="r" b="b"/>
              <a:pathLst>
                <a:path w="953" h="831" extrusionOk="0">
                  <a:moveTo>
                    <a:pt x="830" y="1"/>
                  </a:moveTo>
                  <a:lnTo>
                    <a:pt x="0" y="830"/>
                  </a:lnTo>
                  <a:lnTo>
                    <a:pt x="123" y="830"/>
                  </a:lnTo>
                  <a:lnTo>
                    <a:pt x="953" y="1"/>
                  </a:lnTo>
                  <a:close/>
                </a:path>
              </a:pathLst>
            </a:custGeom>
            <a:solidFill>
              <a:srgbClr val="CAC2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362;p46">
              <a:extLst>
                <a:ext uri="{FF2B5EF4-FFF2-40B4-BE49-F238E27FC236}">
                  <a16:creationId xmlns:a16="http://schemas.microsoft.com/office/drawing/2014/main" id="{29A447B3-5E7B-DEDE-3885-445D4DE715B4}"/>
                </a:ext>
              </a:extLst>
            </p:cNvPr>
            <p:cNvSpPr/>
            <p:nvPr/>
          </p:nvSpPr>
          <p:spPr>
            <a:xfrm>
              <a:off x="3301715" y="3080287"/>
              <a:ext cx="99994" cy="87193"/>
            </a:xfrm>
            <a:custGeom>
              <a:avLst/>
              <a:gdLst/>
              <a:ahLst/>
              <a:cxnLst/>
              <a:rect l="l" t="t" r="r" b="b"/>
              <a:pathLst>
                <a:path w="953" h="831" fill="none" extrusionOk="0">
                  <a:moveTo>
                    <a:pt x="922" y="1"/>
                  </a:moveTo>
                  <a:lnTo>
                    <a:pt x="922" y="1"/>
                  </a:lnTo>
                  <a:lnTo>
                    <a:pt x="922" y="1"/>
                  </a:lnTo>
                  <a:lnTo>
                    <a:pt x="922" y="1"/>
                  </a:lnTo>
                  <a:lnTo>
                    <a:pt x="922" y="1"/>
                  </a:lnTo>
                  <a:lnTo>
                    <a:pt x="922" y="1"/>
                  </a:lnTo>
                  <a:lnTo>
                    <a:pt x="830" y="1"/>
                  </a:lnTo>
                  <a:lnTo>
                    <a:pt x="0" y="830"/>
                  </a:lnTo>
                  <a:lnTo>
                    <a:pt x="0" y="830"/>
                  </a:lnTo>
                  <a:lnTo>
                    <a:pt x="123" y="830"/>
                  </a:lnTo>
                  <a:lnTo>
                    <a:pt x="953" y="1"/>
                  </a:lnTo>
                  <a:lnTo>
                    <a:pt x="953" y="1"/>
                  </a:lnTo>
                  <a:lnTo>
                    <a:pt x="953" y="1"/>
                  </a:lnTo>
                  <a:lnTo>
                    <a:pt x="953" y="1"/>
                  </a:lnTo>
                  <a:lnTo>
                    <a:pt x="953" y="1"/>
                  </a:lnTo>
                  <a:lnTo>
                    <a:pt x="953" y="1"/>
                  </a:lnTo>
                  <a:lnTo>
                    <a:pt x="92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363;p46">
              <a:extLst>
                <a:ext uri="{FF2B5EF4-FFF2-40B4-BE49-F238E27FC236}">
                  <a16:creationId xmlns:a16="http://schemas.microsoft.com/office/drawing/2014/main" id="{28231A24-B3F0-FB61-FFF5-A785425A6D72}"/>
                </a:ext>
              </a:extLst>
            </p:cNvPr>
            <p:cNvSpPr/>
            <p:nvPr/>
          </p:nvSpPr>
          <p:spPr>
            <a:xfrm>
              <a:off x="3279156" y="3167374"/>
              <a:ext cx="35570" cy="25916"/>
            </a:xfrm>
            <a:custGeom>
              <a:avLst/>
              <a:gdLst/>
              <a:ahLst/>
              <a:cxnLst/>
              <a:rect l="l" t="t" r="r" b="b"/>
              <a:pathLst>
                <a:path w="339" h="247" extrusionOk="0">
                  <a:moveTo>
                    <a:pt x="215" y="0"/>
                  </a:moveTo>
                  <a:lnTo>
                    <a:pt x="0" y="216"/>
                  </a:lnTo>
                  <a:lnTo>
                    <a:pt x="92" y="246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rgbClr val="C0B7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Google Shape;2364;p46">
              <a:extLst>
                <a:ext uri="{FF2B5EF4-FFF2-40B4-BE49-F238E27FC236}">
                  <a16:creationId xmlns:a16="http://schemas.microsoft.com/office/drawing/2014/main" id="{0657A895-CF42-48A2-8AB6-08775DAE41D8}"/>
                </a:ext>
              </a:extLst>
            </p:cNvPr>
            <p:cNvSpPr/>
            <p:nvPr/>
          </p:nvSpPr>
          <p:spPr>
            <a:xfrm>
              <a:off x="3279156" y="3167374"/>
              <a:ext cx="35570" cy="25916"/>
            </a:xfrm>
            <a:custGeom>
              <a:avLst/>
              <a:gdLst/>
              <a:ahLst/>
              <a:cxnLst/>
              <a:rect l="l" t="t" r="r" b="b"/>
              <a:pathLst>
                <a:path w="339" h="247" fill="none" extrusionOk="0">
                  <a:moveTo>
                    <a:pt x="338" y="0"/>
                  </a:moveTo>
                  <a:lnTo>
                    <a:pt x="338" y="0"/>
                  </a:lnTo>
                  <a:lnTo>
                    <a:pt x="215" y="0"/>
                  </a:lnTo>
                  <a:lnTo>
                    <a:pt x="0" y="216"/>
                  </a:lnTo>
                  <a:lnTo>
                    <a:pt x="0" y="216"/>
                  </a:lnTo>
                  <a:lnTo>
                    <a:pt x="92" y="246"/>
                  </a:lnTo>
                  <a:lnTo>
                    <a:pt x="338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Google Shape;2365;p46">
              <a:extLst>
                <a:ext uri="{FF2B5EF4-FFF2-40B4-BE49-F238E27FC236}">
                  <a16:creationId xmlns:a16="http://schemas.microsoft.com/office/drawing/2014/main" id="{BF4236D8-DAD7-7CB7-967F-6792C4DFAEDA}"/>
                </a:ext>
              </a:extLst>
            </p:cNvPr>
            <p:cNvSpPr/>
            <p:nvPr/>
          </p:nvSpPr>
          <p:spPr>
            <a:xfrm>
              <a:off x="3379046" y="3102845"/>
              <a:ext cx="38822" cy="38822"/>
            </a:xfrm>
            <a:custGeom>
              <a:avLst/>
              <a:gdLst/>
              <a:ahLst/>
              <a:cxnLst/>
              <a:rect l="l" t="t" r="r" b="b"/>
              <a:pathLst>
                <a:path w="370" h="370" extrusionOk="0">
                  <a:moveTo>
                    <a:pt x="369" y="1"/>
                  </a:moveTo>
                  <a:lnTo>
                    <a:pt x="1" y="370"/>
                  </a:lnTo>
                  <a:lnTo>
                    <a:pt x="216" y="185"/>
                  </a:lnTo>
                  <a:lnTo>
                    <a:pt x="369" y="1"/>
                  </a:lnTo>
                  <a:close/>
                </a:path>
              </a:pathLst>
            </a:custGeom>
            <a:solidFill>
              <a:srgbClr val="CAC2C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366;p46">
              <a:extLst>
                <a:ext uri="{FF2B5EF4-FFF2-40B4-BE49-F238E27FC236}">
                  <a16:creationId xmlns:a16="http://schemas.microsoft.com/office/drawing/2014/main" id="{AC0D925E-3A22-350F-EE1E-637B93955AFB}"/>
                </a:ext>
              </a:extLst>
            </p:cNvPr>
            <p:cNvSpPr/>
            <p:nvPr/>
          </p:nvSpPr>
          <p:spPr>
            <a:xfrm>
              <a:off x="3379046" y="3102845"/>
              <a:ext cx="38822" cy="38822"/>
            </a:xfrm>
            <a:custGeom>
              <a:avLst/>
              <a:gdLst/>
              <a:ahLst/>
              <a:cxnLst/>
              <a:rect l="l" t="t" r="r" b="b"/>
              <a:pathLst>
                <a:path w="370" h="370" fill="none" extrusionOk="0">
                  <a:moveTo>
                    <a:pt x="369" y="1"/>
                  </a:moveTo>
                  <a:lnTo>
                    <a:pt x="1" y="370"/>
                  </a:lnTo>
                  <a:lnTo>
                    <a:pt x="1" y="370"/>
                  </a:lnTo>
                  <a:lnTo>
                    <a:pt x="216" y="185"/>
                  </a:lnTo>
                  <a:lnTo>
                    <a:pt x="369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367;p46">
              <a:extLst>
                <a:ext uri="{FF2B5EF4-FFF2-40B4-BE49-F238E27FC236}">
                  <a16:creationId xmlns:a16="http://schemas.microsoft.com/office/drawing/2014/main" id="{28F79AB3-6CD1-F43C-6C5C-7C3FACC02AA9}"/>
                </a:ext>
              </a:extLst>
            </p:cNvPr>
            <p:cNvSpPr/>
            <p:nvPr/>
          </p:nvSpPr>
          <p:spPr>
            <a:xfrm>
              <a:off x="3330675" y="3086792"/>
              <a:ext cx="113004" cy="103246"/>
            </a:xfrm>
            <a:custGeom>
              <a:avLst/>
              <a:gdLst/>
              <a:ahLst/>
              <a:cxnLst/>
              <a:rect l="l" t="t" r="r" b="b"/>
              <a:pathLst>
                <a:path w="1077" h="984" extrusionOk="0">
                  <a:moveTo>
                    <a:pt x="984" y="0"/>
                  </a:moveTo>
                  <a:lnTo>
                    <a:pt x="830" y="154"/>
                  </a:lnTo>
                  <a:lnTo>
                    <a:pt x="677" y="338"/>
                  </a:lnTo>
                  <a:lnTo>
                    <a:pt x="462" y="523"/>
                  </a:lnTo>
                  <a:lnTo>
                    <a:pt x="1" y="984"/>
                  </a:lnTo>
                  <a:lnTo>
                    <a:pt x="216" y="953"/>
                  </a:lnTo>
                  <a:lnTo>
                    <a:pt x="1076" y="93"/>
                  </a:lnTo>
                  <a:lnTo>
                    <a:pt x="1045" y="31"/>
                  </a:lnTo>
                  <a:lnTo>
                    <a:pt x="984" y="0"/>
                  </a:lnTo>
                  <a:close/>
                </a:path>
              </a:pathLst>
            </a:custGeom>
            <a:solidFill>
              <a:srgbClr val="C0B7B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368;p46">
              <a:extLst>
                <a:ext uri="{FF2B5EF4-FFF2-40B4-BE49-F238E27FC236}">
                  <a16:creationId xmlns:a16="http://schemas.microsoft.com/office/drawing/2014/main" id="{9A49DBD0-4C83-DDF4-B4AC-EFDF361EE4FE}"/>
                </a:ext>
              </a:extLst>
            </p:cNvPr>
            <p:cNvSpPr/>
            <p:nvPr/>
          </p:nvSpPr>
          <p:spPr>
            <a:xfrm>
              <a:off x="3330675" y="3086792"/>
              <a:ext cx="113004" cy="103246"/>
            </a:xfrm>
            <a:custGeom>
              <a:avLst/>
              <a:gdLst/>
              <a:ahLst/>
              <a:cxnLst/>
              <a:rect l="l" t="t" r="r" b="b"/>
              <a:pathLst>
                <a:path w="1077" h="984" fill="none" extrusionOk="0">
                  <a:moveTo>
                    <a:pt x="984" y="0"/>
                  </a:moveTo>
                  <a:lnTo>
                    <a:pt x="830" y="154"/>
                  </a:lnTo>
                  <a:lnTo>
                    <a:pt x="830" y="154"/>
                  </a:lnTo>
                  <a:lnTo>
                    <a:pt x="677" y="338"/>
                  </a:lnTo>
                  <a:lnTo>
                    <a:pt x="462" y="523"/>
                  </a:lnTo>
                  <a:lnTo>
                    <a:pt x="1" y="984"/>
                  </a:lnTo>
                  <a:lnTo>
                    <a:pt x="1" y="984"/>
                  </a:lnTo>
                  <a:lnTo>
                    <a:pt x="216" y="953"/>
                  </a:lnTo>
                  <a:lnTo>
                    <a:pt x="1076" y="93"/>
                  </a:lnTo>
                  <a:lnTo>
                    <a:pt x="1076" y="93"/>
                  </a:lnTo>
                  <a:lnTo>
                    <a:pt x="1045" y="31"/>
                  </a:lnTo>
                  <a:lnTo>
                    <a:pt x="98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369;p46">
              <a:extLst>
                <a:ext uri="{FF2B5EF4-FFF2-40B4-BE49-F238E27FC236}">
                  <a16:creationId xmlns:a16="http://schemas.microsoft.com/office/drawing/2014/main" id="{6806B7C5-E038-25E5-8B65-CEAD5424B1D6}"/>
                </a:ext>
              </a:extLst>
            </p:cNvPr>
            <p:cNvSpPr/>
            <p:nvPr/>
          </p:nvSpPr>
          <p:spPr>
            <a:xfrm>
              <a:off x="3179162" y="3212492"/>
              <a:ext cx="61381" cy="132310"/>
            </a:xfrm>
            <a:custGeom>
              <a:avLst/>
              <a:gdLst/>
              <a:ahLst/>
              <a:cxnLst/>
              <a:rect l="l" t="t" r="r" b="b"/>
              <a:pathLst>
                <a:path w="585" h="1261" extrusionOk="0">
                  <a:moveTo>
                    <a:pt x="1" y="1"/>
                  </a:moveTo>
                  <a:lnTo>
                    <a:pt x="1" y="1076"/>
                  </a:lnTo>
                  <a:lnTo>
                    <a:pt x="123" y="1168"/>
                  </a:lnTo>
                  <a:lnTo>
                    <a:pt x="246" y="1230"/>
                  </a:lnTo>
                  <a:lnTo>
                    <a:pt x="369" y="1260"/>
                  </a:lnTo>
                  <a:lnTo>
                    <a:pt x="461" y="1168"/>
                  </a:lnTo>
                  <a:lnTo>
                    <a:pt x="492" y="1045"/>
                  </a:lnTo>
                  <a:lnTo>
                    <a:pt x="554" y="769"/>
                  </a:lnTo>
                  <a:lnTo>
                    <a:pt x="584" y="554"/>
                  </a:lnTo>
                  <a:lnTo>
                    <a:pt x="584" y="462"/>
                  </a:lnTo>
                  <a:lnTo>
                    <a:pt x="400" y="369"/>
                  </a:lnTo>
                  <a:lnTo>
                    <a:pt x="246" y="246"/>
                  </a:lnTo>
                  <a:lnTo>
                    <a:pt x="93" y="12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080F1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2370;p46">
              <a:extLst>
                <a:ext uri="{FF2B5EF4-FFF2-40B4-BE49-F238E27FC236}">
                  <a16:creationId xmlns:a16="http://schemas.microsoft.com/office/drawing/2014/main" id="{75B80BF6-E16D-03DF-FC0B-1D9918BB16D8}"/>
                </a:ext>
              </a:extLst>
            </p:cNvPr>
            <p:cNvSpPr/>
            <p:nvPr/>
          </p:nvSpPr>
          <p:spPr>
            <a:xfrm>
              <a:off x="4571948" y="3212492"/>
              <a:ext cx="538475" cy="332193"/>
            </a:xfrm>
            <a:custGeom>
              <a:avLst/>
              <a:gdLst/>
              <a:ahLst/>
              <a:cxnLst/>
              <a:rect l="l" t="t" r="r" b="b"/>
              <a:pathLst>
                <a:path w="5132" h="3166" extrusionOk="0">
                  <a:moveTo>
                    <a:pt x="4302" y="1"/>
                  </a:moveTo>
                  <a:lnTo>
                    <a:pt x="3779" y="31"/>
                  </a:lnTo>
                  <a:lnTo>
                    <a:pt x="3011" y="93"/>
                  </a:lnTo>
                  <a:lnTo>
                    <a:pt x="2612" y="185"/>
                  </a:lnTo>
                  <a:lnTo>
                    <a:pt x="2212" y="277"/>
                  </a:lnTo>
                  <a:lnTo>
                    <a:pt x="1813" y="431"/>
                  </a:lnTo>
                  <a:lnTo>
                    <a:pt x="1444" y="615"/>
                  </a:lnTo>
                  <a:lnTo>
                    <a:pt x="1075" y="892"/>
                  </a:lnTo>
                  <a:lnTo>
                    <a:pt x="738" y="1199"/>
                  </a:lnTo>
                  <a:lnTo>
                    <a:pt x="430" y="1537"/>
                  </a:lnTo>
                  <a:lnTo>
                    <a:pt x="215" y="1875"/>
                  </a:lnTo>
                  <a:lnTo>
                    <a:pt x="62" y="2213"/>
                  </a:lnTo>
                  <a:lnTo>
                    <a:pt x="0" y="2367"/>
                  </a:lnTo>
                  <a:lnTo>
                    <a:pt x="0" y="2489"/>
                  </a:lnTo>
                  <a:lnTo>
                    <a:pt x="0" y="2643"/>
                  </a:lnTo>
                  <a:lnTo>
                    <a:pt x="0" y="2766"/>
                  </a:lnTo>
                  <a:lnTo>
                    <a:pt x="62" y="2858"/>
                  </a:lnTo>
                  <a:lnTo>
                    <a:pt x="154" y="2920"/>
                  </a:lnTo>
                  <a:lnTo>
                    <a:pt x="215" y="2705"/>
                  </a:lnTo>
                  <a:lnTo>
                    <a:pt x="307" y="2489"/>
                  </a:lnTo>
                  <a:lnTo>
                    <a:pt x="400" y="2274"/>
                  </a:lnTo>
                  <a:lnTo>
                    <a:pt x="553" y="2059"/>
                  </a:lnTo>
                  <a:lnTo>
                    <a:pt x="738" y="1813"/>
                  </a:lnTo>
                  <a:lnTo>
                    <a:pt x="922" y="1598"/>
                  </a:lnTo>
                  <a:lnTo>
                    <a:pt x="1168" y="1414"/>
                  </a:lnTo>
                  <a:lnTo>
                    <a:pt x="1444" y="1230"/>
                  </a:lnTo>
                  <a:lnTo>
                    <a:pt x="1751" y="1076"/>
                  </a:lnTo>
                  <a:lnTo>
                    <a:pt x="2028" y="953"/>
                  </a:lnTo>
                  <a:lnTo>
                    <a:pt x="2274" y="892"/>
                  </a:lnTo>
                  <a:lnTo>
                    <a:pt x="2550" y="861"/>
                  </a:lnTo>
                  <a:lnTo>
                    <a:pt x="2765" y="830"/>
                  </a:lnTo>
                  <a:lnTo>
                    <a:pt x="2980" y="861"/>
                  </a:lnTo>
                  <a:lnTo>
                    <a:pt x="3196" y="892"/>
                  </a:lnTo>
                  <a:lnTo>
                    <a:pt x="3380" y="953"/>
                  </a:lnTo>
                  <a:lnTo>
                    <a:pt x="3718" y="1076"/>
                  </a:lnTo>
                  <a:lnTo>
                    <a:pt x="3933" y="1230"/>
                  </a:lnTo>
                  <a:lnTo>
                    <a:pt x="4148" y="1383"/>
                  </a:lnTo>
                  <a:lnTo>
                    <a:pt x="4363" y="1598"/>
                  </a:lnTo>
                  <a:lnTo>
                    <a:pt x="4517" y="1783"/>
                  </a:lnTo>
                  <a:lnTo>
                    <a:pt x="4670" y="1998"/>
                  </a:lnTo>
                  <a:lnTo>
                    <a:pt x="4763" y="2182"/>
                  </a:lnTo>
                  <a:lnTo>
                    <a:pt x="4824" y="2336"/>
                  </a:lnTo>
                  <a:lnTo>
                    <a:pt x="4885" y="2489"/>
                  </a:lnTo>
                  <a:lnTo>
                    <a:pt x="4947" y="2766"/>
                  </a:lnTo>
                  <a:lnTo>
                    <a:pt x="4947" y="2981"/>
                  </a:lnTo>
                  <a:lnTo>
                    <a:pt x="4947" y="3104"/>
                  </a:lnTo>
                  <a:lnTo>
                    <a:pt x="4947" y="3165"/>
                  </a:lnTo>
                  <a:lnTo>
                    <a:pt x="5039" y="3104"/>
                  </a:lnTo>
                  <a:lnTo>
                    <a:pt x="5070" y="3043"/>
                  </a:lnTo>
                  <a:lnTo>
                    <a:pt x="5101" y="2950"/>
                  </a:lnTo>
                  <a:lnTo>
                    <a:pt x="5131" y="2705"/>
                  </a:lnTo>
                  <a:lnTo>
                    <a:pt x="5131" y="2428"/>
                  </a:lnTo>
                  <a:lnTo>
                    <a:pt x="5101" y="2090"/>
                  </a:lnTo>
                  <a:lnTo>
                    <a:pt x="5008" y="1752"/>
                  </a:lnTo>
                  <a:lnTo>
                    <a:pt x="4916" y="1414"/>
                  </a:lnTo>
                  <a:lnTo>
                    <a:pt x="4824" y="1138"/>
                  </a:lnTo>
                  <a:lnTo>
                    <a:pt x="4701" y="922"/>
                  </a:lnTo>
                  <a:lnTo>
                    <a:pt x="4548" y="646"/>
                  </a:lnTo>
                  <a:lnTo>
                    <a:pt x="4425" y="400"/>
                  </a:lnTo>
                  <a:lnTo>
                    <a:pt x="430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2371;p46">
              <a:extLst>
                <a:ext uri="{FF2B5EF4-FFF2-40B4-BE49-F238E27FC236}">
                  <a16:creationId xmlns:a16="http://schemas.microsoft.com/office/drawing/2014/main" id="{7E85E3D6-C7A9-E2BB-085F-491C7D9523B8}"/>
                </a:ext>
              </a:extLst>
            </p:cNvPr>
            <p:cNvSpPr/>
            <p:nvPr/>
          </p:nvSpPr>
          <p:spPr>
            <a:xfrm>
              <a:off x="4578348" y="2857846"/>
              <a:ext cx="112899" cy="167775"/>
            </a:xfrm>
            <a:custGeom>
              <a:avLst/>
              <a:gdLst/>
              <a:ahLst/>
              <a:cxnLst/>
              <a:rect l="l" t="t" r="r" b="b"/>
              <a:pathLst>
                <a:path w="1076" h="1599" extrusionOk="0">
                  <a:moveTo>
                    <a:pt x="892" y="1"/>
                  </a:moveTo>
                  <a:lnTo>
                    <a:pt x="738" y="62"/>
                  </a:lnTo>
                  <a:lnTo>
                    <a:pt x="400" y="216"/>
                  </a:lnTo>
                  <a:lnTo>
                    <a:pt x="246" y="339"/>
                  </a:lnTo>
                  <a:lnTo>
                    <a:pt x="93" y="462"/>
                  </a:lnTo>
                  <a:lnTo>
                    <a:pt x="1" y="615"/>
                  </a:lnTo>
                  <a:lnTo>
                    <a:pt x="1" y="708"/>
                  </a:lnTo>
                  <a:lnTo>
                    <a:pt x="1" y="800"/>
                  </a:lnTo>
                  <a:lnTo>
                    <a:pt x="93" y="984"/>
                  </a:lnTo>
                  <a:lnTo>
                    <a:pt x="216" y="1138"/>
                  </a:lnTo>
                  <a:lnTo>
                    <a:pt x="369" y="1261"/>
                  </a:lnTo>
                  <a:lnTo>
                    <a:pt x="523" y="1383"/>
                  </a:lnTo>
                  <a:lnTo>
                    <a:pt x="830" y="1537"/>
                  </a:lnTo>
                  <a:lnTo>
                    <a:pt x="953" y="1599"/>
                  </a:lnTo>
                  <a:lnTo>
                    <a:pt x="984" y="1445"/>
                  </a:lnTo>
                  <a:lnTo>
                    <a:pt x="1076" y="1015"/>
                  </a:lnTo>
                  <a:lnTo>
                    <a:pt x="1076" y="769"/>
                  </a:lnTo>
                  <a:lnTo>
                    <a:pt x="1076" y="492"/>
                  </a:lnTo>
                  <a:lnTo>
                    <a:pt x="1014" y="247"/>
                  </a:lnTo>
                  <a:lnTo>
                    <a:pt x="953" y="124"/>
                  </a:lnTo>
                  <a:lnTo>
                    <a:pt x="892" y="1"/>
                  </a:lnTo>
                  <a:close/>
                </a:path>
              </a:pathLst>
            </a:custGeom>
            <a:solidFill>
              <a:srgbClr val="0A13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2372;p46">
              <a:extLst>
                <a:ext uri="{FF2B5EF4-FFF2-40B4-BE49-F238E27FC236}">
                  <a16:creationId xmlns:a16="http://schemas.microsoft.com/office/drawing/2014/main" id="{A50919C3-9FBD-7022-EB2E-756466C55775}"/>
                </a:ext>
              </a:extLst>
            </p:cNvPr>
            <p:cNvSpPr/>
            <p:nvPr/>
          </p:nvSpPr>
          <p:spPr>
            <a:xfrm>
              <a:off x="4755673" y="3102845"/>
              <a:ext cx="99994" cy="100098"/>
            </a:xfrm>
            <a:custGeom>
              <a:avLst/>
              <a:gdLst/>
              <a:ahLst/>
              <a:cxnLst/>
              <a:rect l="l" t="t" r="r" b="b"/>
              <a:pathLst>
                <a:path w="953" h="954" extrusionOk="0">
                  <a:moveTo>
                    <a:pt x="369" y="1"/>
                  </a:moveTo>
                  <a:lnTo>
                    <a:pt x="277" y="32"/>
                  </a:lnTo>
                  <a:lnTo>
                    <a:pt x="123" y="124"/>
                  </a:lnTo>
                  <a:lnTo>
                    <a:pt x="31" y="278"/>
                  </a:lnTo>
                  <a:lnTo>
                    <a:pt x="0" y="370"/>
                  </a:lnTo>
                  <a:lnTo>
                    <a:pt x="0" y="462"/>
                  </a:lnTo>
                  <a:lnTo>
                    <a:pt x="0" y="554"/>
                  </a:lnTo>
                  <a:lnTo>
                    <a:pt x="31" y="646"/>
                  </a:lnTo>
                  <a:lnTo>
                    <a:pt x="123" y="800"/>
                  </a:lnTo>
                  <a:lnTo>
                    <a:pt x="277" y="923"/>
                  </a:lnTo>
                  <a:lnTo>
                    <a:pt x="369" y="923"/>
                  </a:lnTo>
                  <a:lnTo>
                    <a:pt x="461" y="953"/>
                  </a:lnTo>
                  <a:lnTo>
                    <a:pt x="584" y="923"/>
                  </a:lnTo>
                  <a:lnTo>
                    <a:pt x="676" y="923"/>
                  </a:lnTo>
                  <a:lnTo>
                    <a:pt x="799" y="800"/>
                  </a:lnTo>
                  <a:lnTo>
                    <a:pt x="922" y="646"/>
                  </a:lnTo>
                  <a:lnTo>
                    <a:pt x="953" y="554"/>
                  </a:lnTo>
                  <a:lnTo>
                    <a:pt x="953" y="462"/>
                  </a:lnTo>
                  <a:lnTo>
                    <a:pt x="953" y="370"/>
                  </a:lnTo>
                  <a:lnTo>
                    <a:pt x="922" y="278"/>
                  </a:lnTo>
                  <a:lnTo>
                    <a:pt x="799" y="124"/>
                  </a:lnTo>
                  <a:lnTo>
                    <a:pt x="676" y="32"/>
                  </a:lnTo>
                  <a:lnTo>
                    <a:pt x="584" y="1"/>
                  </a:lnTo>
                  <a:close/>
                </a:path>
              </a:pathLst>
            </a:custGeom>
            <a:solidFill>
              <a:srgbClr val="34373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2373;p46">
              <a:extLst>
                <a:ext uri="{FF2B5EF4-FFF2-40B4-BE49-F238E27FC236}">
                  <a16:creationId xmlns:a16="http://schemas.microsoft.com/office/drawing/2014/main" id="{894181AB-205B-3B74-90E3-D8CBE8E35665}"/>
                </a:ext>
              </a:extLst>
            </p:cNvPr>
            <p:cNvSpPr/>
            <p:nvPr/>
          </p:nvSpPr>
          <p:spPr>
            <a:xfrm>
              <a:off x="4774980" y="3119004"/>
              <a:ext cx="61381" cy="64634"/>
            </a:xfrm>
            <a:custGeom>
              <a:avLst/>
              <a:gdLst/>
              <a:ahLst/>
              <a:cxnLst/>
              <a:rect l="l" t="t" r="r" b="b"/>
              <a:pathLst>
                <a:path w="585" h="616" extrusionOk="0">
                  <a:moveTo>
                    <a:pt x="277" y="1"/>
                  </a:moveTo>
                  <a:lnTo>
                    <a:pt x="185" y="31"/>
                  </a:lnTo>
                  <a:lnTo>
                    <a:pt x="62" y="93"/>
                  </a:lnTo>
                  <a:lnTo>
                    <a:pt x="1" y="185"/>
                  </a:lnTo>
                  <a:lnTo>
                    <a:pt x="1" y="308"/>
                  </a:lnTo>
                  <a:lnTo>
                    <a:pt x="1" y="431"/>
                  </a:lnTo>
                  <a:lnTo>
                    <a:pt x="62" y="523"/>
                  </a:lnTo>
                  <a:lnTo>
                    <a:pt x="185" y="584"/>
                  </a:lnTo>
                  <a:lnTo>
                    <a:pt x="277" y="615"/>
                  </a:lnTo>
                  <a:lnTo>
                    <a:pt x="400" y="584"/>
                  </a:lnTo>
                  <a:lnTo>
                    <a:pt x="492" y="523"/>
                  </a:lnTo>
                  <a:lnTo>
                    <a:pt x="554" y="431"/>
                  </a:lnTo>
                  <a:lnTo>
                    <a:pt x="585" y="308"/>
                  </a:lnTo>
                  <a:lnTo>
                    <a:pt x="554" y="185"/>
                  </a:lnTo>
                  <a:lnTo>
                    <a:pt x="492" y="93"/>
                  </a:lnTo>
                  <a:lnTo>
                    <a:pt x="400" y="31"/>
                  </a:lnTo>
                  <a:lnTo>
                    <a:pt x="277" y="1"/>
                  </a:lnTo>
                  <a:close/>
                </a:path>
              </a:pathLst>
            </a:custGeom>
            <a:solidFill>
              <a:srgbClr val="7A7A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2374;p46">
              <a:extLst>
                <a:ext uri="{FF2B5EF4-FFF2-40B4-BE49-F238E27FC236}">
                  <a16:creationId xmlns:a16="http://schemas.microsoft.com/office/drawing/2014/main" id="{BA4AB347-77B8-48E8-C421-BA7C048F7BE0}"/>
                </a:ext>
              </a:extLst>
            </p:cNvPr>
            <p:cNvSpPr/>
            <p:nvPr/>
          </p:nvSpPr>
          <p:spPr>
            <a:xfrm>
              <a:off x="4658932" y="2632257"/>
              <a:ext cx="338593" cy="309529"/>
            </a:xfrm>
            <a:custGeom>
              <a:avLst/>
              <a:gdLst/>
              <a:ahLst/>
              <a:cxnLst/>
              <a:rect l="l" t="t" r="r" b="b"/>
              <a:pathLst>
                <a:path w="3227" h="2950" extrusionOk="0">
                  <a:moveTo>
                    <a:pt x="1" y="0"/>
                  </a:moveTo>
                  <a:lnTo>
                    <a:pt x="93" y="61"/>
                  </a:lnTo>
                  <a:lnTo>
                    <a:pt x="216" y="184"/>
                  </a:lnTo>
                  <a:lnTo>
                    <a:pt x="369" y="399"/>
                  </a:lnTo>
                  <a:lnTo>
                    <a:pt x="707" y="891"/>
                  </a:lnTo>
                  <a:lnTo>
                    <a:pt x="1015" y="1352"/>
                  </a:lnTo>
                  <a:lnTo>
                    <a:pt x="1353" y="1813"/>
                  </a:lnTo>
                  <a:lnTo>
                    <a:pt x="1721" y="2274"/>
                  </a:lnTo>
                  <a:lnTo>
                    <a:pt x="1906" y="2458"/>
                  </a:lnTo>
                  <a:lnTo>
                    <a:pt x="2151" y="2642"/>
                  </a:lnTo>
                  <a:lnTo>
                    <a:pt x="2397" y="2796"/>
                  </a:lnTo>
                  <a:lnTo>
                    <a:pt x="2674" y="2919"/>
                  </a:lnTo>
                  <a:lnTo>
                    <a:pt x="2950" y="2950"/>
                  </a:lnTo>
                  <a:lnTo>
                    <a:pt x="3227" y="2950"/>
                  </a:lnTo>
                  <a:lnTo>
                    <a:pt x="2950" y="2919"/>
                  </a:lnTo>
                  <a:lnTo>
                    <a:pt x="2674" y="2858"/>
                  </a:lnTo>
                  <a:lnTo>
                    <a:pt x="2428" y="2735"/>
                  </a:lnTo>
                  <a:lnTo>
                    <a:pt x="2182" y="2581"/>
                  </a:lnTo>
                  <a:lnTo>
                    <a:pt x="1967" y="2397"/>
                  </a:lnTo>
                  <a:lnTo>
                    <a:pt x="1783" y="2212"/>
                  </a:lnTo>
                  <a:lnTo>
                    <a:pt x="1414" y="1751"/>
                  </a:lnTo>
                  <a:lnTo>
                    <a:pt x="1076" y="1290"/>
                  </a:lnTo>
                  <a:lnTo>
                    <a:pt x="769" y="830"/>
                  </a:lnTo>
                  <a:lnTo>
                    <a:pt x="431" y="369"/>
                  </a:lnTo>
                  <a:lnTo>
                    <a:pt x="216" y="154"/>
                  </a:lnTo>
                  <a:lnTo>
                    <a:pt x="124" y="6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0A13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2375;p46">
              <a:extLst>
                <a:ext uri="{FF2B5EF4-FFF2-40B4-BE49-F238E27FC236}">
                  <a16:creationId xmlns:a16="http://schemas.microsoft.com/office/drawing/2014/main" id="{48C71550-D9B0-86ED-1E05-F4B9C3D48DB0}"/>
                </a:ext>
              </a:extLst>
            </p:cNvPr>
            <p:cNvSpPr/>
            <p:nvPr/>
          </p:nvSpPr>
          <p:spPr>
            <a:xfrm>
              <a:off x="4658932" y="2632257"/>
              <a:ext cx="338593" cy="309529"/>
            </a:xfrm>
            <a:custGeom>
              <a:avLst/>
              <a:gdLst/>
              <a:ahLst/>
              <a:cxnLst/>
              <a:rect l="l" t="t" r="r" b="b"/>
              <a:pathLst>
                <a:path w="3227" h="2950" fill="none" extrusionOk="0">
                  <a:moveTo>
                    <a:pt x="1" y="0"/>
                  </a:moveTo>
                  <a:lnTo>
                    <a:pt x="1" y="0"/>
                  </a:lnTo>
                  <a:lnTo>
                    <a:pt x="124" y="61"/>
                  </a:lnTo>
                  <a:lnTo>
                    <a:pt x="216" y="154"/>
                  </a:lnTo>
                  <a:lnTo>
                    <a:pt x="216" y="154"/>
                  </a:lnTo>
                  <a:lnTo>
                    <a:pt x="431" y="369"/>
                  </a:lnTo>
                  <a:lnTo>
                    <a:pt x="431" y="369"/>
                  </a:lnTo>
                  <a:lnTo>
                    <a:pt x="769" y="830"/>
                  </a:lnTo>
                  <a:lnTo>
                    <a:pt x="769" y="830"/>
                  </a:lnTo>
                  <a:lnTo>
                    <a:pt x="1076" y="1290"/>
                  </a:lnTo>
                  <a:lnTo>
                    <a:pt x="1414" y="1751"/>
                  </a:lnTo>
                  <a:lnTo>
                    <a:pt x="1414" y="1751"/>
                  </a:lnTo>
                  <a:lnTo>
                    <a:pt x="1783" y="2212"/>
                  </a:lnTo>
                  <a:lnTo>
                    <a:pt x="1967" y="2397"/>
                  </a:lnTo>
                  <a:lnTo>
                    <a:pt x="2182" y="2581"/>
                  </a:lnTo>
                  <a:lnTo>
                    <a:pt x="2182" y="2581"/>
                  </a:lnTo>
                  <a:lnTo>
                    <a:pt x="2428" y="2735"/>
                  </a:lnTo>
                  <a:lnTo>
                    <a:pt x="2674" y="2858"/>
                  </a:lnTo>
                  <a:lnTo>
                    <a:pt x="2674" y="2858"/>
                  </a:lnTo>
                  <a:lnTo>
                    <a:pt x="2950" y="2919"/>
                  </a:lnTo>
                  <a:lnTo>
                    <a:pt x="3227" y="2950"/>
                  </a:lnTo>
                  <a:lnTo>
                    <a:pt x="3227" y="2950"/>
                  </a:lnTo>
                  <a:lnTo>
                    <a:pt x="2950" y="2950"/>
                  </a:lnTo>
                  <a:lnTo>
                    <a:pt x="2674" y="2919"/>
                  </a:lnTo>
                  <a:lnTo>
                    <a:pt x="2674" y="2919"/>
                  </a:lnTo>
                  <a:lnTo>
                    <a:pt x="2397" y="2796"/>
                  </a:lnTo>
                  <a:lnTo>
                    <a:pt x="2151" y="2642"/>
                  </a:lnTo>
                  <a:lnTo>
                    <a:pt x="2151" y="2642"/>
                  </a:lnTo>
                  <a:lnTo>
                    <a:pt x="1906" y="2458"/>
                  </a:lnTo>
                  <a:lnTo>
                    <a:pt x="1906" y="2458"/>
                  </a:lnTo>
                  <a:lnTo>
                    <a:pt x="1721" y="2274"/>
                  </a:lnTo>
                  <a:lnTo>
                    <a:pt x="1721" y="2274"/>
                  </a:lnTo>
                  <a:lnTo>
                    <a:pt x="1353" y="1813"/>
                  </a:lnTo>
                  <a:lnTo>
                    <a:pt x="1353" y="1813"/>
                  </a:lnTo>
                  <a:lnTo>
                    <a:pt x="1015" y="1352"/>
                  </a:lnTo>
                  <a:lnTo>
                    <a:pt x="707" y="891"/>
                  </a:lnTo>
                  <a:lnTo>
                    <a:pt x="707" y="891"/>
                  </a:lnTo>
                  <a:lnTo>
                    <a:pt x="369" y="399"/>
                  </a:lnTo>
                  <a:lnTo>
                    <a:pt x="369" y="399"/>
                  </a:lnTo>
                  <a:lnTo>
                    <a:pt x="216" y="184"/>
                  </a:lnTo>
                  <a:lnTo>
                    <a:pt x="216" y="184"/>
                  </a:lnTo>
                  <a:lnTo>
                    <a:pt x="93" y="61"/>
                  </a:lnTo>
                  <a:lnTo>
                    <a:pt x="1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2376;p46">
              <a:extLst>
                <a:ext uri="{FF2B5EF4-FFF2-40B4-BE49-F238E27FC236}">
                  <a16:creationId xmlns:a16="http://schemas.microsoft.com/office/drawing/2014/main" id="{0FDDD9D2-DEF2-BC15-F962-CABF7BD52F5F}"/>
                </a:ext>
              </a:extLst>
            </p:cNvPr>
            <p:cNvSpPr/>
            <p:nvPr/>
          </p:nvSpPr>
          <p:spPr>
            <a:xfrm>
              <a:off x="4742767" y="2677375"/>
              <a:ext cx="216146" cy="232199"/>
            </a:xfrm>
            <a:custGeom>
              <a:avLst/>
              <a:gdLst/>
              <a:ahLst/>
              <a:cxnLst/>
              <a:rect l="l" t="t" r="r" b="b"/>
              <a:pathLst>
                <a:path w="2060" h="2213" extrusionOk="0">
                  <a:moveTo>
                    <a:pt x="154" y="0"/>
                  </a:moveTo>
                  <a:lnTo>
                    <a:pt x="62" y="31"/>
                  </a:lnTo>
                  <a:lnTo>
                    <a:pt x="31" y="92"/>
                  </a:lnTo>
                  <a:lnTo>
                    <a:pt x="1" y="185"/>
                  </a:lnTo>
                  <a:lnTo>
                    <a:pt x="31" y="246"/>
                  </a:lnTo>
                  <a:lnTo>
                    <a:pt x="922" y="1414"/>
                  </a:lnTo>
                  <a:lnTo>
                    <a:pt x="1137" y="1690"/>
                  </a:lnTo>
                  <a:lnTo>
                    <a:pt x="1352" y="1905"/>
                  </a:lnTo>
                  <a:lnTo>
                    <a:pt x="1568" y="2028"/>
                  </a:lnTo>
                  <a:lnTo>
                    <a:pt x="1721" y="2120"/>
                  </a:lnTo>
                  <a:lnTo>
                    <a:pt x="1844" y="2182"/>
                  </a:lnTo>
                  <a:lnTo>
                    <a:pt x="1967" y="2212"/>
                  </a:lnTo>
                  <a:lnTo>
                    <a:pt x="2059" y="2212"/>
                  </a:lnTo>
                  <a:lnTo>
                    <a:pt x="1168" y="307"/>
                  </a:lnTo>
                  <a:lnTo>
                    <a:pt x="1107" y="185"/>
                  </a:lnTo>
                  <a:lnTo>
                    <a:pt x="984" y="92"/>
                  </a:lnTo>
                  <a:lnTo>
                    <a:pt x="861" y="31"/>
                  </a:lnTo>
                  <a:lnTo>
                    <a:pt x="707" y="31"/>
                  </a:lnTo>
                  <a:lnTo>
                    <a:pt x="154" y="0"/>
                  </a:lnTo>
                  <a:close/>
                </a:path>
              </a:pathLst>
            </a:custGeom>
            <a:solidFill>
              <a:srgbClr val="2A4F5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2377;p46">
              <a:extLst>
                <a:ext uri="{FF2B5EF4-FFF2-40B4-BE49-F238E27FC236}">
                  <a16:creationId xmlns:a16="http://schemas.microsoft.com/office/drawing/2014/main" id="{826A05A2-232F-55BA-B2FD-8A5874638771}"/>
                </a:ext>
              </a:extLst>
            </p:cNvPr>
            <p:cNvSpPr/>
            <p:nvPr/>
          </p:nvSpPr>
          <p:spPr>
            <a:xfrm>
              <a:off x="4742767" y="2677375"/>
              <a:ext cx="216146" cy="232199"/>
            </a:xfrm>
            <a:custGeom>
              <a:avLst/>
              <a:gdLst/>
              <a:ahLst/>
              <a:cxnLst/>
              <a:rect l="l" t="t" r="r" b="b"/>
              <a:pathLst>
                <a:path w="2060" h="2213" fill="none" extrusionOk="0">
                  <a:moveTo>
                    <a:pt x="154" y="0"/>
                  </a:moveTo>
                  <a:lnTo>
                    <a:pt x="707" y="31"/>
                  </a:lnTo>
                  <a:lnTo>
                    <a:pt x="707" y="31"/>
                  </a:lnTo>
                  <a:lnTo>
                    <a:pt x="861" y="31"/>
                  </a:lnTo>
                  <a:lnTo>
                    <a:pt x="984" y="92"/>
                  </a:lnTo>
                  <a:lnTo>
                    <a:pt x="1107" y="185"/>
                  </a:lnTo>
                  <a:lnTo>
                    <a:pt x="1168" y="307"/>
                  </a:lnTo>
                  <a:lnTo>
                    <a:pt x="2059" y="2212"/>
                  </a:lnTo>
                  <a:lnTo>
                    <a:pt x="2059" y="2212"/>
                  </a:lnTo>
                  <a:lnTo>
                    <a:pt x="1967" y="2212"/>
                  </a:lnTo>
                  <a:lnTo>
                    <a:pt x="1844" y="2182"/>
                  </a:lnTo>
                  <a:lnTo>
                    <a:pt x="1721" y="2120"/>
                  </a:lnTo>
                  <a:lnTo>
                    <a:pt x="1568" y="2028"/>
                  </a:lnTo>
                  <a:lnTo>
                    <a:pt x="1352" y="1905"/>
                  </a:lnTo>
                  <a:lnTo>
                    <a:pt x="1137" y="1690"/>
                  </a:lnTo>
                  <a:lnTo>
                    <a:pt x="922" y="1414"/>
                  </a:lnTo>
                  <a:lnTo>
                    <a:pt x="922" y="1414"/>
                  </a:lnTo>
                  <a:lnTo>
                    <a:pt x="31" y="246"/>
                  </a:lnTo>
                  <a:lnTo>
                    <a:pt x="31" y="246"/>
                  </a:lnTo>
                  <a:lnTo>
                    <a:pt x="1" y="185"/>
                  </a:lnTo>
                  <a:lnTo>
                    <a:pt x="31" y="92"/>
                  </a:lnTo>
                  <a:lnTo>
                    <a:pt x="62" y="31"/>
                  </a:lnTo>
                  <a:lnTo>
                    <a:pt x="15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2378;p46">
              <a:extLst>
                <a:ext uri="{FF2B5EF4-FFF2-40B4-BE49-F238E27FC236}">
                  <a16:creationId xmlns:a16="http://schemas.microsoft.com/office/drawing/2014/main" id="{BD9401CB-EE5C-9AF7-4B17-3AD664173F84}"/>
                </a:ext>
              </a:extLst>
            </p:cNvPr>
            <p:cNvSpPr/>
            <p:nvPr/>
          </p:nvSpPr>
          <p:spPr>
            <a:xfrm>
              <a:off x="4816950" y="2735398"/>
              <a:ext cx="67782" cy="80687"/>
            </a:xfrm>
            <a:custGeom>
              <a:avLst/>
              <a:gdLst/>
              <a:ahLst/>
              <a:cxnLst/>
              <a:rect l="l" t="t" r="r" b="b"/>
              <a:pathLst>
                <a:path w="646" h="769" extrusionOk="0">
                  <a:moveTo>
                    <a:pt x="0" y="584"/>
                  </a:moveTo>
                  <a:lnTo>
                    <a:pt x="0" y="584"/>
                  </a:lnTo>
                  <a:lnTo>
                    <a:pt x="0" y="584"/>
                  </a:lnTo>
                  <a:lnTo>
                    <a:pt x="154" y="768"/>
                  </a:lnTo>
                  <a:lnTo>
                    <a:pt x="154" y="768"/>
                  </a:lnTo>
                  <a:lnTo>
                    <a:pt x="154" y="768"/>
                  </a:lnTo>
                  <a:lnTo>
                    <a:pt x="0" y="584"/>
                  </a:lnTo>
                  <a:close/>
                  <a:moveTo>
                    <a:pt x="584" y="0"/>
                  </a:moveTo>
                  <a:lnTo>
                    <a:pt x="584" y="0"/>
                  </a:lnTo>
                  <a:lnTo>
                    <a:pt x="645" y="154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0A14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2379;p46">
              <a:extLst>
                <a:ext uri="{FF2B5EF4-FFF2-40B4-BE49-F238E27FC236}">
                  <a16:creationId xmlns:a16="http://schemas.microsoft.com/office/drawing/2014/main" id="{1A4F5C8B-2D0A-D994-EA90-A9A141B4D92C}"/>
                </a:ext>
              </a:extLst>
            </p:cNvPr>
            <p:cNvSpPr/>
            <p:nvPr/>
          </p:nvSpPr>
          <p:spPr>
            <a:xfrm>
              <a:off x="4816950" y="2796674"/>
              <a:ext cx="16158" cy="19411"/>
            </a:xfrm>
            <a:custGeom>
              <a:avLst/>
              <a:gdLst/>
              <a:ahLst/>
              <a:cxnLst/>
              <a:rect l="l" t="t" r="r" b="b"/>
              <a:pathLst>
                <a:path w="154" h="185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154" y="184"/>
                  </a:lnTo>
                  <a:lnTo>
                    <a:pt x="154" y="184"/>
                  </a:lnTo>
                  <a:lnTo>
                    <a:pt x="154" y="184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2380;p46">
              <a:extLst>
                <a:ext uri="{FF2B5EF4-FFF2-40B4-BE49-F238E27FC236}">
                  <a16:creationId xmlns:a16="http://schemas.microsoft.com/office/drawing/2014/main" id="{A755BDE0-EA8F-0AE5-2A86-4884B31AFB7F}"/>
                </a:ext>
              </a:extLst>
            </p:cNvPr>
            <p:cNvSpPr/>
            <p:nvPr/>
          </p:nvSpPr>
          <p:spPr>
            <a:xfrm>
              <a:off x="4878227" y="2735398"/>
              <a:ext cx="6505" cy="16158"/>
            </a:xfrm>
            <a:custGeom>
              <a:avLst/>
              <a:gdLst/>
              <a:ahLst/>
              <a:cxnLst/>
              <a:rect l="l" t="t" r="r" b="b"/>
              <a:pathLst>
                <a:path w="62" h="154" fill="none" extrusionOk="0">
                  <a:moveTo>
                    <a:pt x="0" y="0"/>
                  </a:moveTo>
                  <a:lnTo>
                    <a:pt x="0" y="0"/>
                  </a:lnTo>
                  <a:lnTo>
                    <a:pt x="61" y="154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2381;p46">
              <a:extLst>
                <a:ext uri="{FF2B5EF4-FFF2-40B4-BE49-F238E27FC236}">
                  <a16:creationId xmlns:a16="http://schemas.microsoft.com/office/drawing/2014/main" id="{4F60A40F-EEB3-5F5F-E766-48AB03398573}"/>
                </a:ext>
              </a:extLst>
            </p:cNvPr>
            <p:cNvSpPr/>
            <p:nvPr/>
          </p:nvSpPr>
          <p:spPr>
            <a:xfrm>
              <a:off x="4816950" y="2735398"/>
              <a:ext cx="71034" cy="80687"/>
            </a:xfrm>
            <a:custGeom>
              <a:avLst/>
              <a:gdLst/>
              <a:ahLst/>
              <a:cxnLst/>
              <a:rect l="l" t="t" r="r" b="b"/>
              <a:pathLst>
                <a:path w="677" h="769" extrusionOk="0">
                  <a:moveTo>
                    <a:pt x="584" y="0"/>
                  </a:moveTo>
                  <a:lnTo>
                    <a:pt x="0" y="584"/>
                  </a:lnTo>
                  <a:lnTo>
                    <a:pt x="154" y="768"/>
                  </a:lnTo>
                  <a:lnTo>
                    <a:pt x="676" y="246"/>
                  </a:lnTo>
                  <a:lnTo>
                    <a:pt x="645" y="154"/>
                  </a:lnTo>
                  <a:lnTo>
                    <a:pt x="584" y="0"/>
                  </a:lnTo>
                  <a:close/>
                </a:path>
              </a:pathLst>
            </a:custGeom>
            <a:solidFill>
              <a:srgbClr val="1A35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2382;p46">
              <a:extLst>
                <a:ext uri="{FF2B5EF4-FFF2-40B4-BE49-F238E27FC236}">
                  <a16:creationId xmlns:a16="http://schemas.microsoft.com/office/drawing/2014/main" id="{6DA2906E-79CD-0464-69AA-52524E56D090}"/>
                </a:ext>
              </a:extLst>
            </p:cNvPr>
            <p:cNvSpPr/>
            <p:nvPr/>
          </p:nvSpPr>
          <p:spPr>
            <a:xfrm>
              <a:off x="4816950" y="2735398"/>
              <a:ext cx="71034" cy="80687"/>
            </a:xfrm>
            <a:custGeom>
              <a:avLst/>
              <a:gdLst/>
              <a:ahLst/>
              <a:cxnLst/>
              <a:rect l="l" t="t" r="r" b="b"/>
              <a:pathLst>
                <a:path w="677" h="769" fill="none" extrusionOk="0">
                  <a:moveTo>
                    <a:pt x="584" y="0"/>
                  </a:moveTo>
                  <a:lnTo>
                    <a:pt x="0" y="584"/>
                  </a:lnTo>
                  <a:lnTo>
                    <a:pt x="0" y="584"/>
                  </a:lnTo>
                  <a:lnTo>
                    <a:pt x="154" y="768"/>
                  </a:lnTo>
                  <a:lnTo>
                    <a:pt x="676" y="246"/>
                  </a:lnTo>
                  <a:lnTo>
                    <a:pt x="645" y="154"/>
                  </a:lnTo>
                  <a:lnTo>
                    <a:pt x="584" y="0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2383;p46">
              <a:extLst>
                <a:ext uri="{FF2B5EF4-FFF2-40B4-BE49-F238E27FC236}">
                  <a16:creationId xmlns:a16="http://schemas.microsoft.com/office/drawing/2014/main" id="{A90E4BAF-0549-33D7-1862-B61F5EB1ACA7}"/>
                </a:ext>
              </a:extLst>
            </p:cNvPr>
            <p:cNvSpPr/>
            <p:nvPr/>
          </p:nvSpPr>
          <p:spPr>
            <a:xfrm>
              <a:off x="4858815" y="2799822"/>
              <a:ext cx="54981" cy="58128"/>
            </a:xfrm>
            <a:custGeom>
              <a:avLst/>
              <a:gdLst/>
              <a:ahLst/>
              <a:cxnLst/>
              <a:rect l="l" t="t" r="r" b="b"/>
              <a:pathLst>
                <a:path w="524" h="554" extrusionOk="0">
                  <a:moveTo>
                    <a:pt x="462" y="1"/>
                  </a:moveTo>
                  <a:lnTo>
                    <a:pt x="1" y="462"/>
                  </a:lnTo>
                  <a:lnTo>
                    <a:pt x="93" y="554"/>
                  </a:lnTo>
                  <a:lnTo>
                    <a:pt x="523" y="124"/>
                  </a:lnTo>
                  <a:lnTo>
                    <a:pt x="462" y="31"/>
                  </a:lnTo>
                  <a:lnTo>
                    <a:pt x="462" y="1"/>
                  </a:lnTo>
                  <a:close/>
                </a:path>
              </a:pathLst>
            </a:custGeom>
            <a:solidFill>
              <a:srgbClr val="1A354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2384;p46">
              <a:extLst>
                <a:ext uri="{FF2B5EF4-FFF2-40B4-BE49-F238E27FC236}">
                  <a16:creationId xmlns:a16="http://schemas.microsoft.com/office/drawing/2014/main" id="{12A2CA26-E295-59F4-91B3-24DEA50D31CD}"/>
                </a:ext>
              </a:extLst>
            </p:cNvPr>
            <p:cNvSpPr/>
            <p:nvPr/>
          </p:nvSpPr>
          <p:spPr>
            <a:xfrm>
              <a:off x="4858815" y="2799822"/>
              <a:ext cx="54981" cy="58128"/>
            </a:xfrm>
            <a:custGeom>
              <a:avLst/>
              <a:gdLst/>
              <a:ahLst/>
              <a:cxnLst/>
              <a:rect l="l" t="t" r="r" b="b"/>
              <a:pathLst>
                <a:path w="524" h="554" fill="none" extrusionOk="0">
                  <a:moveTo>
                    <a:pt x="462" y="1"/>
                  </a:moveTo>
                  <a:lnTo>
                    <a:pt x="1" y="462"/>
                  </a:lnTo>
                  <a:lnTo>
                    <a:pt x="1" y="462"/>
                  </a:lnTo>
                  <a:lnTo>
                    <a:pt x="93" y="554"/>
                  </a:lnTo>
                  <a:lnTo>
                    <a:pt x="523" y="124"/>
                  </a:lnTo>
                  <a:lnTo>
                    <a:pt x="462" y="31"/>
                  </a:lnTo>
                  <a:lnTo>
                    <a:pt x="462" y="1"/>
                  </a:lnTo>
                </a:path>
              </a:pathLst>
            </a:cu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2385;p46">
              <a:extLst>
                <a:ext uri="{FF2B5EF4-FFF2-40B4-BE49-F238E27FC236}">
                  <a16:creationId xmlns:a16="http://schemas.microsoft.com/office/drawing/2014/main" id="{F9D56686-E055-95F3-4A74-11BE743E9341}"/>
                </a:ext>
              </a:extLst>
            </p:cNvPr>
            <p:cNvSpPr/>
            <p:nvPr/>
          </p:nvSpPr>
          <p:spPr>
            <a:xfrm>
              <a:off x="3717536" y="3038422"/>
              <a:ext cx="80687" cy="496610"/>
            </a:xfrm>
            <a:custGeom>
              <a:avLst/>
              <a:gdLst/>
              <a:ahLst/>
              <a:cxnLst/>
              <a:rect l="l" t="t" r="r" b="b"/>
              <a:pathLst>
                <a:path w="769" h="4733" extrusionOk="0">
                  <a:moveTo>
                    <a:pt x="216" y="0"/>
                  </a:moveTo>
                  <a:lnTo>
                    <a:pt x="124" y="277"/>
                  </a:lnTo>
                  <a:lnTo>
                    <a:pt x="62" y="584"/>
                  </a:lnTo>
                  <a:lnTo>
                    <a:pt x="1" y="1199"/>
                  </a:lnTo>
                  <a:lnTo>
                    <a:pt x="1" y="1813"/>
                  </a:lnTo>
                  <a:lnTo>
                    <a:pt x="62" y="2428"/>
                  </a:lnTo>
                  <a:lnTo>
                    <a:pt x="124" y="2704"/>
                  </a:lnTo>
                  <a:lnTo>
                    <a:pt x="154" y="3012"/>
                  </a:lnTo>
                  <a:lnTo>
                    <a:pt x="247" y="3319"/>
                  </a:lnTo>
                  <a:lnTo>
                    <a:pt x="308" y="3595"/>
                  </a:lnTo>
                  <a:lnTo>
                    <a:pt x="369" y="3749"/>
                  </a:lnTo>
                  <a:lnTo>
                    <a:pt x="431" y="3903"/>
                  </a:lnTo>
                  <a:lnTo>
                    <a:pt x="523" y="4179"/>
                  </a:lnTo>
                  <a:lnTo>
                    <a:pt x="769" y="4732"/>
                  </a:lnTo>
                  <a:lnTo>
                    <a:pt x="585" y="4179"/>
                  </a:lnTo>
                  <a:lnTo>
                    <a:pt x="492" y="3872"/>
                  </a:lnTo>
                  <a:lnTo>
                    <a:pt x="431" y="3749"/>
                  </a:lnTo>
                  <a:lnTo>
                    <a:pt x="400" y="3595"/>
                  </a:lnTo>
                  <a:lnTo>
                    <a:pt x="277" y="3012"/>
                  </a:lnTo>
                  <a:lnTo>
                    <a:pt x="154" y="2397"/>
                  </a:lnTo>
                  <a:lnTo>
                    <a:pt x="124" y="1813"/>
                  </a:lnTo>
                  <a:lnTo>
                    <a:pt x="93" y="1199"/>
                  </a:lnTo>
                  <a:lnTo>
                    <a:pt x="93" y="892"/>
                  </a:lnTo>
                  <a:lnTo>
                    <a:pt x="124" y="584"/>
                  </a:lnTo>
                  <a:lnTo>
                    <a:pt x="154" y="308"/>
                  </a:lnTo>
                  <a:lnTo>
                    <a:pt x="216" y="0"/>
                  </a:lnTo>
                  <a:close/>
                </a:path>
              </a:pathLst>
            </a:custGeom>
            <a:solidFill>
              <a:srgbClr val="96969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2386;p46">
              <a:extLst>
                <a:ext uri="{FF2B5EF4-FFF2-40B4-BE49-F238E27FC236}">
                  <a16:creationId xmlns:a16="http://schemas.microsoft.com/office/drawing/2014/main" id="{68AE211D-23CF-1DF4-23FD-2DF12949C1CF}"/>
                </a:ext>
              </a:extLst>
            </p:cNvPr>
            <p:cNvSpPr/>
            <p:nvPr/>
          </p:nvSpPr>
          <p:spPr>
            <a:xfrm>
              <a:off x="3881955" y="2574129"/>
              <a:ext cx="1012421" cy="80792"/>
            </a:xfrm>
            <a:custGeom>
              <a:avLst/>
              <a:gdLst/>
              <a:ahLst/>
              <a:cxnLst/>
              <a:rect l="l" t="t" r="r" b="b"/>
              <a:pathLst>
                <a:path w="9649" h="770" extrusionOk="0">
                  <a:moveTo>
                    <a:pt x="3565" y="1"/>
                  </a:moveTo>
                  <a:lnTo>
                    <a:pt x="2766" y="32"/>
                  </a:lnTo>
                  <a:lnTo>
                    <a:pt x="2059" y="93"/>
                  </a:lnTo>
                  <a:lnTo>
                    <a:pt x="1476" y="155"/>
                  </a:lnTo>
                  <a:lnTo>
                    <a:pt x="953" y="247"/>
                  </a:lnTo>
                  <a:lnTo>
                    <a:pt x="554" y="339"/>
                  </a:lnTo>
                  <a:lnTo>
                    <a:pt x="1" y="493"/>
                  </a:lnTo>
                  <a:lnTo>
                    <a:pt x="1107" y="769"/>
                  </a:lnTo>
                  <a:lnTo>
                    <a:pt x="1322" y="677"/>
                  </a:lnTo>
                  <a:lnTo>
                    <a:pt x="1629" y="585"/>
                  </a:lnTo>
                  <a:lnTo>
                    <a:pt x="2059" y="523"/>
                  </a:lnTo>
                  <a:lnTo>
                    <a:pt x="2705" y="431"/>
                  </a:lnTo>
                  <a:lnTo>
                    <a:pt x="3565" y="370"/>
                  </a:lnTo>
                  <a:lnTo>
                    <a:pt x="4671" y="370"/>
                  </a:lnTo>
                  <a:lnTo>
                    <a:pt x="6054" y="431"/>
                  </a:lnTo>
                  <a:lnTo>
                    <a:pt x="7283" y="523"/>
                  </a:lnTo>
                  <a:lnTo>
                    <a:pt x="8266" y="585"/>
                  </a:lnTo>
                  <a:lnTo>
                    <a:pt x="9034" y="677"/>
                  </a:lnTo>
                  <a:lnTo>
                    <a:pt x="9587" y="769"/>
                  </a:lnTo>
                  <a:lnTo>
                    <a:pt x="9649" y="677"/>
                  </a:lnTo>
                  <a:lnTo>
                    <a:pt x="9649" y="615"/>
                  </a:lnTo>
                  <a:lnTo>
                    <a:pt x="9618" y="585"/>
                  </a:lnTo>
                  <a:lnTo>
                    <a:pt x="9556" y="554"/>
                  </a:lnTo>
                  <a:lnTo>
                    <a:pt x="9280" y="493"/>
                  </a:lnTo>
                  <a:lnTo>
                    <a:pt x="8819" y="400"/>
                  </a:lnTo>
                  <a:lnTo>
                    <a:pt x="8205" y="308"/>
                  </a:lnTo>
                  <a:lnTo>
                    <a:pt x="6576" y="155"/>
                  </a:lnTo>
                  <a:lnTo>
                    <a:pt x="5562" y="93"/>
                  </a:lnTo>
                  <a:lnTo>
                    <a:pt x="4425" y="32"/>
                  </a:lnTo>
                  <a:lnTo>
                    <a:pt x="3565" y="1"/>
                  </a:lnTo>
                  <a:close/>
                </a:path>
              </a:pathLst>
            </a:custGeom>
            <a:solidFill>
              <a:srgbClr val="0A13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2387;p46">
              <a:extLst>
                <a:ext uri="{FF2B5EF4-FFF2-40B4-BE49-F238E27FC236}">
                  <a16:creationId xmlns:a16="http://schemas.microsoft.com/office/drawing/2014/main" id="{887B87A2-B400-88C8-80BB-3B07668D3D0A}"/>
                </a:ext>
              </a:extLst>
            </p:cNvPr>
            <p:cNvSpPr/>
            <p:nvPr/>
          </p:nvSpPr>
          <p:spPr>
            <a:xfrm>
              <a:off x="3649859" y="3222145"/>
              <a:ext cx="48475" cy="42075"/>
            </a:xfrm>
            <a:custGeom>
              <a:avLst/>
              <a:gdLst/>
              <a:ahLst/>
              <a:cxnLst/>
              <a:rect l="l" t="t" r="r" b="b"/>
              <a:pathLst>
                <a:path w="462" h="401" extrusionOk="0">
                  <a:moveTo>
                    <a:pt x="185" y="1"/>
                  </a:moveTo>
                  <a:lnTo>
                    <a:pt x="123" y="32"/>
                  </a:lnTo>
                  <a:lnTo>
                    <a:pt x="62" y="62"/>
                  </a:lnTo>
                  <a:lnTo>
                    <a:pt x="31" y="124"/>
                  </a:lnTo>
                  <a:lnTo>
                    <a:pt x="1" y="216"/>
                  </a:lnTo>
                  <a:lnTo>
                    <a:pt x="31" y="277"/>
                  </a:lnTo>
                  <a:lnTo>
                    <a:pt x="62" y="339"/>
                  </a:lnTo>
                  <a:lnTo>
                    <a:pt x="123" y="370"/>
                  </a:lnTo>
                  <a:lnTo>
                    <a:pt x="185" y="400"/>
                  </a:lnTo>
                  <a:lnTo>
                    <a:pt x="277" y="400"/>
                  </a:lnTo>
                  <a:lnTo>
                    <a:pt x="339" y="370"/>
                  </a:lnTo>
                  <a:lnTo>
                    <a:pt x="400" y="339"/>
                  </a:lnTo>
                  <a:lnTo>
                    <a:pt x="431" y="277"/>
                  </a:lnTo>
                  <a:lnTo>
                    <a:pt x="461" y="216"/>
                  </a:lnTo>
                  <a:lnTo>
                    <a:pt x="431" y="124"/>
                  </a:lnTo>
                  <a:lnTo>
                    <a:pt x="400" y="62"/>
                  </a:lnTo>
                  <a:lnTo>
                    <a:pt x="339" y="32"/>
                  </a:lnTo>
                  <a:lnTo>
                    <a:pt x="277" y="1"/>
                  </a:lnTo>
                  <a:close/>
                </a:path>
              </a:pathLst>
            </a:custGeom>
            <a:solidFill>
              <a:srgbClr val="FD8C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2388;p46">
              <a:extLst>
                <a:ext uri="{FF2B5EF4-FFF2-40B4-BE49-F238E27FC236}">
                  <a16:creationId xmlns:a16="http://schemas.microsoft.com/office/drawing/2014/main" id="{E1482FF7-3F80-8E73-806A-00E3887E95C5}"/>
                </a:ext>
              </a:extLst>
            </p:cNvPr>
            <p:cNvSpPr/>
            <p:nvPr/>
          </p:nvSpPr>
          <p:spPr>
            <a:xfrm>
              <a:off x="3659512" y="2651563"/>
              <a:ext cx="1031728" cy="357899"/>
            </a:xfrm>
            <a:custGeom>
              <a:avLst/>
              <a:gdLst/>
              <a:ahLst/>
              <a:cxnLst/>
              <a:rect l="l" t="t" r="r" b="b"/>
              <a:pathLst>
                <a:path w="9833" h="3411" extrusionOk="0">
                  <a:moveTo>
                    <a:pt x="6361" y="93"/>
                  </a:moveTo>
                  <a:lnTo>
                    <a:pt x="6822" y="123"/>
                  </a:lnTo>
                  <a:lnTo>
                    <a:pt x="7283" y="154"/>
                  </a:lnTo>
                  <a:lnTo>
                    <a:pt x="7682" y="215"/>
                  </a:lnTo>
                  <a:lnTo>
                    <a:pt x="8051" y="277"/>
                  </a:lnTo>
                  <a:lnTo>
                    <a:pt x="8297" y="369"/>
                  </a:lnTo>
                  <a:lnTo>
                    <a:pt x="8512" y="492"/>
                  </a:lnTo>
                  <a:lnTo>
                    <a:pt x="8696" y="615"/>
                  </a:lnTo>
                  <a:lnTo>
                    <a:pt x="8880" y="769"/>
                  </a:lnTo>
                  <a:lnTo>
                    <a:pt x="9034" y="953"/>
                  </a:lnTo>
                  <a:lnTo>
                    <a:pt x="9157" y="1137"/>
                  </a:lnTo>
                  <a:lnTo>
                    <a:pt x="9372" y="1506"/>
                  </a:lnTo>
                  <a:lnTo>
                    <a:pt x="9556" y="1844"/>
                  </a:lnTo>
                  <a:lnTo>
                    <a:pt x="9649" y="2151"/>
                  </a:lnTo>
                  <a:lnTo>
                    <a:pt x="9710" y="2366"/>
                  </a:lnTo>
                  <a:lnTo>
                    <a:pt x="9710" y="2379"/>
                  </a:lnTo>
                  <a:lnTo>
                    <a:pt x="9710" y="2379"/>
                  </a:lnTo>
                  <a:lnTo>
                    <a:pt x="9034" y="2520"/>
                  </a:lnTo>
                  <a:lnTo>
                    <a:pt x="8266" y="2643"/>
                  </a:lnTo>
                  <a:lnTo>
                    <a:pt x="6668" y="2827"/>
                  </a:lnTo>
                  <a:lnTo>
                    <a:pt x="5070" y="2981"/>
                  </a:lnTo>
                  <a:lnTo>
                    <a:pt x="3534" y="3104"/>
                  </a:lnTo>
                  <a:lnTo>
                    <a:pt x="1107" y="3257"/>
                  </a:lnTo>
                  <a:lnTo>
                    <a:pt x="400" y="3288"/>
                  </a:lnTo>
                  <a:lnTo>
                    <a:pt x="260" y="3288"/>
                  </a:lnTo>
                  <a:lnTo>
                    <a:pt x="400" y="3165"/>
                  </a:lnTo>
                  <a:lnTo>
                    <a:pt x="1414" y="2243"/>
                  </a:lnTo>
                  <a:lnTo>
                    <a:pt x="2059" y="1629"/>
                  </a:lnTo>
                  <a:lnTo>
                    <a:pt x="2766" y="1045"/>
                  </a:lnTo>
                  <a:lnTo>
                    <a:pt x="3104" y="799"/>
                  </a:lnTo>
                  <a:lnTo>
                    <a:pt x="3503" y="615"/>
                  </a:lnTo>
                  <a:lnTo>
                    <a:pt x="3934" y="461"/>
                  </a:lnTo>
                  <a:lnTo>
                    <a:pt x="4394" y="308"/>
                  </a:lnTo>
                  <a:lnTo>
                    <a:pt x="4886" y="215"/>
                  </a:lnTo>
                  <a:lnTo>
                    <a:pt x="5378" y="154"/>
                  </a:lnTo>
                  <a:lnTo>
                    <a:pt x="5869" y="123"/>
                  </a:lnTo>
                  <a:lnTo>
                    <a:pt x="6361" y="93"/>
                  </a:lnTo>
                  <a:close/>
                  <a:moveTo>
                    <a:pt x="5869" y="0"/>
                  </a:moveTo>
                  <a:lnTo>
                    <a:pt x="5347" y="31"/>
                  </a:lnTo>
                  <a:lnTo>
                    <a:pt x="4855" y="123"/>
                  </a:lnTo>
                  <a:lnTo>
                    <a:pt x="4364" y="215"/>
                  </a:lnTo>
                  <a:lnTo>
                    <a:pt x="3903" y="338"/>
                  </a:lnTo>
                  <a:lnTo>
                    <a:pt x="3473" y="523"/>
                  </a:lnTo>
                  <a:lnTo>
                    <a:pt x="3073" y="707"/>
                  </a:lnTo>
                  <a:lnTo>
                    <a:pt x="2705" y="953"/>
                  </a:lnTo>
                  <a:lnTo>
                    <a:pt x="1752" y="1752"/>
                  </a:lnTo>
                  <a:lnTo>
                    <a:pt x="922" y="2520"/>
                  </a:lnTo>
                  <a:lnTo>
                    <a:pt x="125" y="3288"/>
                  </a:lnTo>
                  <a:lnTo>
                    <a:pt x="124" y="3288"/>
                  </a:lnTo>
                  <a:lnTo>
                    <a:pt x="124" y="3289"/>
                  </a:lnTo>
                  <a:lnTo>
                    <a:pt x="124" y="3289"/>
                  </a:lnTo>
                  <a:lnTo>
                    <a:pt x="93" y="3319"/>
                  </a:lnTo>
                  <a:lnTo>
                    <a:pt x="1" y="3411"/>
                  </a:lnTo>
                  <a:lnTo>
                    <a:pt x="124" y="3411"/>
                  </a:lnTo>
                  <a:lnTo>
                    <a:pt x="1107" y="3349"/>
                  </a:lnTo>
                  <a:lnTo>
                    <a:pt x="3534" y="3227"/>
                  </a:lnTo>
                  <a:lnTo>
                    <a:pt x="5070" y="3104"/>
                  </a:lnTo>
                  <a:lnTo>
                    <a:pt x="6699" y="2950"/>
                  </a:lnTo>
                  <a:lnTo>
                    <a:pt x="8297" y="2735"/>
                  </a:lnTo>
                  <a:lnTo>
                    <a:pt x="9065" y="2612"/>
                  </a:lnTo>
                  <a:lnTo>
                    <a:pt x="9771" y="2489"/>
                  </a:lnTo>
                  <a:lnTo>
                    <a:pt x="9833" y="2489"/>
                  </a:lnTo>
                  <a:lnTo>
                    <a:pt x="9833" y="2428"/>
                  </a:lnTo>
                  <a:lnTo>
                    <a:pt x="9741" y="2120"/>
                  </a:lnTo>
                  <a:lnTo>
                    <a:pt x="9649" y="1813"/>
                  </a:lnTo>
                  <a:lnTo>
                    <a:pt x="9495" y="1444"/>
                  </a:lnTo>
                  <a:lnTo>
                    <a:pt x="9249" y="1045"/>
                  </a:lnTo>
                  <a:lnTo>
                    <a:pt x="9126" y="861"/>
                  </a:lnTo>
                  <a:lnTo>
                    <a:pt x="8942" y="707"/>
                  </a:lnTo>
                  <a:lnTo>
                    <a:pt x="8758" y="523"/>
                  </a:lnTo>
                  <a:lnTo>
                    <a:pt x="8573" y="400"/>
                  </a:lnTo>
                  <a:lnTo>
                    <a:pt x="8327" y="277"/>
                  </a:lnTo>
                  <a:lnTo>
                    <a:pt x="8082" y="185"/>
                  </a:lnTo>
                  <a:lnTo>
                    <a:pt x="7713" y="93"/>
                  </a:lnTo>
                  <a:lnTo>
                    <a:pt x="7283" y="31"/>
                  </a:lnTo>
                  <a:lnTo>
                    <a:pt x="6853" y="0"/>
                  </a:lnTo>
                  <a:close/>
                </a:path>
              </a:pathLst>
            </a:custGeom>
            <a:solidFill>
              <a:srgbClr val="0A13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2389;p46">
              <a:extLst>
                <a:ext uri="{FF2B5EF4-FFF2-40B4-BE49-F238E27FC236}">
                  <a16:creationId xmlns:a16="http://schemas.microsoft.com/office/drawing/2014/main" id="{365BF82F-1737-71A1-B6C9-C33B1195B9B4}"/>
                </a:ext>
              </a:extLst>
            </p:cNvPr>
            <p:cNvSpPr/>
            <p:nvPr/>
          </p:nvSpPr>
          <p:spPr>
            <a:xfrm>
              <a:off x="3778813" y="2922375"/>
              <a:ext cx="80687" cy="93593"/>
            </a:xfrm>
            <a:custGeom>
              <a:avLst/>
              <a:gdLst/>
              <a:ahLst/>
              <a:cxnLst/>
              <a:rect l="l" t="t" r="r" b="b"/>
              <a:pathLst>
                <a:path w="769" h="892" extrusionOk="0">
                  <a:moveTo>
                    <a:pt x="154" y="0"/>
                  </a:moveTo>
                  <a:lnTo>
                    <a:pt x="93" y="31"/>
                  </a:lnTo>
                  <a:lnTo>
                    <a:pt x="62" y="62"/>
                  </a:lnTo>
                  <a:lnTo>
                    <a:pt x="31" y="93"/>
                  </a:lnTo>
                  <a:lnTo>
                    <a:pt x="1" y="154"/>
                  </a:lnTo>
                  <a:lnTo>
                    <a:pt x="1" y="768"/>
                  </a:lnTo>
                  <a:lnTo>
                    <a:pt x="31" y="799"/>
                  </a:lnTo>
                  <a:lnTo>
                    <a:pt x="62" y="861"/>
                  </a:lnTo>
                  <a:lnTo>
                    <a:pt x="93" y="891"/>
                  </a:lnTo>
                  <a:lnTo>
                    <a:pt x="677" y="891"/>
                  </a:lnTo>
                  <a:lnTo>
                    <a:pt x="707" y="861"/>
                  </a:lnTo>
                  <a:lnTo>
                    <a:pt x="738" y="799"/>
                  </a:lnTo>
                  <a:lnTo>
                    <a:pt x="769" y="768"/>
                  </a:lnTo>
                  <a:lnTo>
                    <a:pt x="769" y="615"/>
                  </a:lnTo>
                  <a:lnTo>
                    <a:pt x="738" y="492"/>
                  </a:lnTo>
                  <a:lnTo>
                    <a:pt x="707" y="400"/>
                  </a:lnTo>
                  <a:lnTo>
                    <a:pt x="646" y="277"/>
                  </a:lnTo>
                  <a:lnTo>
                    <a:pt x="584" y="185"/>
                  </a:lnTo>
                  <a:lnTo>
                    <a:pt x="492" y="123"/>
                  </a:lnTo>
                  <a:lnTo>
                    <a:pt x="369" y="62"/>
                  </a:lnTo>
                  <a:lnTo>
                    <a:pt x="277" y="31"/>
                  </a:lnTo>
                  <a:lnTo>
                    <a:pt x="154" y="0"/>
                  </a:lnTo>
                  <a:close/>
                </a:path>
              </a:pathLst>
            </a:custGeom>
            <a:solidFill>
              <a:srgbClr val="070D0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2390;p46">
              <a:extLst>
                <a:ext uri="{FF2B5EF4-FFF2-40B4-BE49-F238E27FC236}">
                  <a16:creationId xmlns:a16="http://schemas.microsoft.com/office/drawing/2014/main" id="{24376727-FA2E-CA21-49A4-DC99B0A8904D}"/>
                </a:ext>
              </a:extLst>
            </p:cNvPr>
            <p:cNvSpPr/>
            <p:nvPr/>
          </p:nvSpPr>
          <p:spPr>
            <a:xfrm>
              <a:off x="4736367" y="2674122"/>
              <a:ext cx="228946" cy="241852"/>
            </a:xfrm>
            <a:custGeom>
              <a:avLst/>
              <a:gdLst/>
              <a:ahLst/>
              <a:cxnLst/>
              <a:rect l="l" t="t" r="r" b="b"/>
              <a:pathLst>
                <a:path w="2182" h="2305" extrusionOk="0">
                  <a:moveTo>
                    <a:pt x="768" y="93"/>
                  </a:moveTo>
                  <a:lnTo>
                    <a:pt x="891" y="123"/>
                  </a:lnTo>
                  <a:lnTo>
                    <a:pt x="1014" y="185"/>
                  </a:lnTo>
                  <a:lnTo>
                    <a:pt x="1106" y="246"/>
                  </a:lnTo>
                  <a:lnTo>
                    <a:pt x="1168" y="369"/>
                  </a:lnTo>
                  <a:lnTo>
                    <a:pt x="2016" y="2182"/>
                  </a:lnTo>
                  <a:lnTo>
                    <a:pt x="1997" y="2182"/>
                  </a:lnTo>
                  <a:lnTo>
                    <a:pt x="1874" y="2151"/>
                  </a:lnTo>
                  <a:lnTo>
                    <a:pt x="1751" y="2090"/>
                  </a:lnTo>
                  <a:lnTo>
                    <a:pt x="1598" y="1998"/>
                  </a:lnTo>
                  <a:lnTo>
                    <a:pt x="1413" y="1844"/>
                  </a:lnTo>
                  <a:lnTo>
                    <a:pt x="1229" y="1660"/>
                  </a:lnTo>
                  <a:lnTo>
                    <a:pt x="1045" y="1414"/>
                  </a:lnTo>
                  <a:lnTo>
                    <a:pt x="154" y="246"/>
                  </a:lnTo>
                  <a:lnTo>
                    <a:pt x="123" y="185"/>
                  </a:lnTo>
                  <a:lnTo>
                    <a:pt x="154" y="123"/>
                  </a:lnTo>
                  <a:lnTo>
                    <a:pt x="215" y="93"/>
                  </a:lnTo>
                  <a:close/>
                  <a:moveTo>
                    <a:pt x="123" y="0"/>
                  </a:moveTo>
                  <a:lnTo>
                    <a:pt x="62" y="62"/>
                  </a:lnTo>
                  <a:lnTo>
                    <a:pt x="31" y="123"/>
                  </a:lnTo>
                  <a:lnTo>
                    <a:pt x="0" y="185"/>
                  </a:lnTo>
                  <a:lnTo>
                    <a:pt x="31" y="246"/>
                  </a:lnTo>
                  <a:lnTo>
                    <a:pt x="62" y="308"/>
                  </a:lnTo>
                  <a:lnTo>
                    <a:pt x="953" y="1475"/>
                  </a:lnTo>
                  <a:lnTo>
                    <a:pt x="1168" y="1752"/>
                  </a:lnTo>
                  <a:lnTo>
                    <a:pt x="1352" y="1936"/>
                  </a:lnTo>
                  <a:lnTo>
                    <a:pt x="1536" y="2090"/>
                  </a:lnTo>
                  <a:lnTo>
                    <a:pt x="1690" y="2182"/>
                  </a:lnTo>
                  <a:lnTo>
                    <a:pt x="1844" y="2243"/>
                  </a:lnTo>
                  <a:lnTo>
                    <a:pt x="1967" y="2274"/>
                  </a:lnTo>
                  <a:lnTo>
                    <a:pt x="2089" y="2305"/>
                  </a:lnTo>
                  <a:lnTo>
                    <a:pt x="2182" y="2305"/>
                  </a:lnTo>
                  <a:lnTo>
                    <a:pt x="1291" y="308"/>
                  </a:lnTo>
                  <a:lnTo>
                    <a:pt x="1198" y="185"/>
                  </a:lnTo>
                  <a:lnTo>
                    <a:pt x="1076" y="93"/>
                  </a:lnTo>
                  <a:lnTo>
                    <a:pt x="922" y="31"/>
                  </a:lnTo>
                  <a:lnTo>
                    <a:pt x="768" y="0"/>
                  </a:lnTo>
                  <a:close/>
                </a:path>
              </a:pathLst>
            </a:custGeom>
            <a:solidFill>
              <a:srgbClr val="0A131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 panose="020B0604020202020204"/>
                <a:defRPr sz="1400" b="0" i="0" u="none" strike="noStrike" cap="none">
                  <a:solidFill>
                    <a:srgbClr val="000000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defRPr>
              </a:lvl9pPr>
            </a:lstStyle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24" name="TextBox 323">
            <a:extLst>
              <a:ext uri="{FF2B5EF4-FFF2-40B4-BE49-F238E27FC236}">
                <a16:creationId xmlns:a16="http://schemas.microsoft.com/office/drawing/2014/main" id="{189B444A-DC2F-1AC5-9422-BD6D327A1436}"/>
              </a:ext>
            </a:extLst>
          </p:cNvPr>
          <p:cNvSpPr txBox="1"/>
          <p:nvPr/>
        </p:nvSpPr>
        <p:spPr>
          <a:xfrm>
            <a:off x="573494" y="1694337"/>
            <a:ext cx="3360058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335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-GB" sz="1800" dirty="0">
                <a:latin typeface="Franklin Gothic Heavy" panose="020B0903020102020204" pitchFamily="34" charset="0"/>
              </a:rPr>
              <a:t>Real-time Short Circuit Detection</a:t>
            </a:r>
          </a:p>
        </p:txBody>
      </p:sp>
      <p:sp>
        <p:nvSpPr>
          <p:cNvPr id="325" name="Google Shape;2391;p46">
            <a:extLst>
              <a:ext uri="{FF2B5EF4-FFF2-40B4-BE49-F238E27FC236}">
                <a16:creationId xmlns:a16="http://schemas.microsoft.com/office/drawing/2014/main" id="{8D555399-C0D1-A419-68BF-EE866A897866}"/>
              </a:ext>
            </a:extLst>
          </p:cNvPr>
          <p:cNvSpPr/>
          <p:nvPr/>
        </p:nvSpPr>
        <p:spPr>
          <a:xfrm>
            <a:off x="274657" y="1838571"/>
            <a:ext cx="481200" cy="481200"/>
          </a:xfrm>
          <a:prstGeom prst="ellipse">
            <a:avLst/>
          </a:prstGeom>
          <a:solidFill>
            <a:srgbClr val="81E5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chemeClr val="bg1"/>
                </a:solidFill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rPr>
              <a:t>1</a:t>
            </a:r>
            <a:endParaRPr sz="2000" b="1" dirty="0">
              <a:solidFill>
                <a:schemeClr val="bg1"/>
              </a:solidFill>
              <a:latin typeface="Fira Sans" panose="020B0503050000020004"/>
              <a:ea typeface="Fira Sans" panose="020B0503050000020004"/>
              <a:cs typeface="Fira Sans" panose="020B0503050000020004"/>
              <a:sym typeface="Fira Sans" panose="020B0503050000020004"/>
            </a:endParaRPr>
          </a:p>
        </p:txBody>
      </p:sp>
      <p:sp>
        <p:nvSpPr>
          <p:cNvPr id="326" name="Google Shape;2391;p46">
            <a:extLst>
              <a:ext uri="{FF2B5EF4-FFF2-40B4-BE49-F238E27FC236}">
                <a16:creationId xmlns:a16="http://schemas.microsoft.com/office/drawing/2014/main" id="{F5C3D49A-0CCA-2FF3-3B32-8A80F4AA19B0}"/>
              </a:ext>
            </a:extLst>
          </p:cNvPr>
          <p:cNvSpPr/>
          <p:nvPr/>
        </p:nvSpPr>
        <p:spPr>
          <a:xfrm>
            <a:off x="274657" y="5568743"/>
            <a:ext cx="481200" cy="481200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rPr>
              <a:t>1</a:t>
            </a:r>
            <a:endParaRPr sz="2000" b="1">
              <a:solidFill>
                <a:schemeClr val="lt1"/>
              </a:solidFill>
              <a:latin typeface="Fira Sans" panose="020B0503050000020004"/>
              <a:ea typeface="Fira Sans" panose="020B0503050000020004"/>
              <a:cs typeface="Fira Sans" panose="020B0503050000020004"/>
              <a:sym typeface="Fira Sans" panose="020B0503050000020004"/>
            </a:endParaRPr>
          </a:p>
        </p:txBody>
      </p:sp>
      <p:sp>
        <p:nvSpPr>
          <p:cNvPr id="327" name="Google Shape;2391;p46">
            <a:extLst>
              <a:ext uri="{FF2B5EF4-FFF2-40B4-BE49-F238E27FC236}">
                <a16:creationId xmlns:a16="http://schemas.microsoft.com/office/drawing/2014/main" id="{6AB6E6B0-26D2-2024-A8A9-5E80AF042C3A}"/>
              </a:ext>
            </a:extLst>
          </p:cNvPr>
          <p:cNvSpPr/>
          <p:nvPr/>
        </p:nvSpPr>
        <p:spPr>
          <a:xfrm>
            <a:off x="274657" y="3669600"/>
            <a:ext cx="481200" cy="4812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rPr>
              <a:t>1</a:t>
            </a:r>
            <a:endParaRPr sz="2000" b="1">
              <a:solidFill>
                <a:schemeClr val="lt1"/>
              </a:solidFill>
              <a:latin typeface="Fira Sans" panose="020B0503050000020004"/>
              <a:ea typeface="Fira Sans" panose="020B0503050000020004"/>
              <a:cs typeface="Fira Sans" panose="020B0503050000020004"/>
              <a:sym typeface="Fira Sans" panose="020B0503050000020004"/>
            </a:endParaRPr>
          </a:p>
        </p:txBody>
      </p:sp>
      <p:sp>
        <p:nvSpPr>
          <p:cNvPr id="328" name="Google Shape;2391;p46">
            <a:extLst>
              <a:ext uri="{FF2B5EF4-FFF2-40B4-BE49-F238E27FC236}">
                <a16:creationId xmlns:a16="http://schemas.microsoft.com/office/drawing/2014/main" id="{9B336864-D2F0-546D-20C1-6F49C1C81F51}"/>
              </a:ext>
            </a:extLst>
          </p:cNvPr>
          <p:cNvSpPr/>
          <p:nvPr/>
        </p:nvSpPr>
        <p:spPr>
          <a:xfrm>
            <a:off x="11612363" y="5517943"/>
            <a:ext cx="481200" cy="481200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rPr>
              <a:t>1</a:t>
            </a:r>
            <a:endParaRPr sz="2000" b="1">
              <a:solidFill>
                <a:schemeClr val="lt1"/>
              </a:solidFill>
              <a:latin typeface="Fira Sans" panose="020B0503050000020004"/>
              <a:ea typeface="Fira Sans" panose="020B0503050000020004"/>
              <a:cs typeface="Fira Sans" panose="020B0503050000020004"/>
              <a:sym typeface="Fira Sans" panose="020B0503050000020004"/>
            </a:endParaRPr>
          </a:p>
        </p:txBody>
      </p:sp>
      <p:sp>
        <p:nvSpPr>
          <p:cNvPr id="329" name="Google Shape;2391;p46">
            <a:extLst>
              <a:ext uri="{FF2B5EF4-FFF2-40B4-BE49-F238E27FC236}">
                <a16:creationId xmlns:a16="http://schemas.microsoft.com/office/drawing/2014/main" id="{FFCBEABF-A840-E687-B3DB-B350C2EE8861}"/>
              </a:ext>
            </a:extLst>
          </p:cNvPr>
          <p:cNvSpPr/>
          <p:nvPr/>
        </p:nvSpPr>
        <p:spPr>
          <a:xfrm>
            <a:off x="11612363" y="3725428"/>
            <a:ext cx="481200" cy="4812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rPr>
              <a:t>1</a:t>
            </a:r>
            <a:endParaRPr sz="2000" b="1">
              <a:solidFill>
                <a:schemeClr val="lt1"/>
              </a:solidFill>
              <a:latin typeface="Fira Sans" panose="020B0503050000020004"/>
              <a:ea typeface="Fira Sans" panose="020B0503050000020004"/>
              <a:cs typeface="Fira Sans" panose="020B0503050000020004"/>
              <a:sym typeface="Fira Sans" panose="020B0503050000020004"/>
            </a:endParaRPr>
          </a:p>
        </p:txBody>
      </p:sp>
      <p:sp>
        <p:nvSpPr>
          <p:cNvPr id="330" name="Google Shape;2391;p46">
            <a:extLst>
              <a:ext uri="{FF2B5EF4-FFF2-40B4-BE49-F238E27FC236}">
                <a16:creationId xmlns:a16="http://schemas.microsoft.com/office/drawing/2014/main" id="{349CACE0-63BC-1CAE-1239-E40B16D9138D}"/>
              </a:ext>
            </a:extLst>
          </p:cNvPr>
          <p:cNvSpPr/>
          <p:nvPr/>
        </p:nvSpPr>
        <p:spPr>
          <a:xfrm>
            <a:off x="11612363" y="1838571"/>
            <a:ext cx="481200" cy="481200"/>
          </a:xfrm>
          <a:prstGeom prst="ellipse">
            <a:avLst/>
          </a:pr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chemeClr val="lt1"/>
                </a:solidFill>
                <a:latin typeface="Fira Sans" panose="020B0503050000020004"/>
                <a:ea typeface="Fira Sans" panose="020B0503050000020004"/>
                <a:cs typeface="Fira Sans" panose="020B0503050000020004"/>
                <a:sym typeface="Fira Sans" panose="020B0503050000020004"/>
              </a:rPr>
              <a:t>1</a:t>
            </a:r>
            <a:endParaRPr sz="2000" b="1" dirty="0">
              <a:solidFill>
                <a:schemeClr val="lt1"/>
              </a:solidFill>
              <a:latin typeface="Fira Sans" panose="020B0503050000020004"/>
              <a:ea typeface="Fira Sans" panose="020B0503050000020004"/>
              <a:cs typeface="Fira Sans" panose="020B0503050000020004"/>
              <a:sym typeface="Fira Sans" panose="020B0503050000020004"/>
            </a:endParaRPr>
          </a:p>
        </p:txBody>
      </p:sp>
      <p:sp>
        <p:nvSpPr>
          <p:cNvPr id="332" name="TextBox 331">
            <a:extLst>
              <a:ext uri="{FF2B5EF4-FFF2-40B4-BE49-F238E27FC236}">
                <a16:creationId xmlns:a16="http://schemas.microsoft.com/office/drawing/2014/main" id="{FC3AA116-D993-B27B-33F8-D766B7C5E1B7}"/>
              </a:ext>
            </a:extLst>
          </p:cNvPr>
          <p:cNvSpPr txBox="1"/>
          <p:nvPr/>
        </p:nvSpPr>
        <p:spPr>
          <a:xfrm>
            <a:off x="785287" y="3473926"/>
            <a:ext cx="2936471" cy="872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335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-GB" sz="1800" dirty="0">
                <a:latin typeface="Franklin Gothic Heavy" panose="020B0903020102020204" pitchFamily="34" charset="0"/>
              </a:rPr>
              <a:t>Predictive Maintenance Algorithms</a:t>
            </a:r>
          </a:p>
        </p:txBody>
      </p:sp>
      <p:sp>
        <p:nvSpPr>
          <p:cNvPr id="334" name="TextBox 333">
            <a:extLst>
              <a:ext uri="{FF2B5EF4-FFF2-40B4-BE49-F238E27FC236}">
                <a16:creationId xmlns:a16="http://schemas.microsoft.com/office/drawing/2014/main" id="{3E929EB1-267E-5C26-8C5E-75D8E9D10F90}"/>
              </a:ext>
            </a:extLst>
          </p:cNvPr>
          <p:cNvSpPr txBox="1"/>
          <p:nvPr/>
        </p:nvSpPr>
        <p:spPr>
          <a:xfrm>
            <a:off x="889196" y="5322269"/>
            <a:ext cx="2936472" cy="872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335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en-GB" dirty="0">
                <a:latin typeface="Franklin Gothic Heavy" panose="020B0903020102020204" pitchFamily="34" charset="0"/>
              </a:rPr>
              <a:t>Automated Circuit Isolation Mechanism</a:t>
            </a:r>
          </a:p>
        </p:txBody>
      </p:sp>
      <p:sp>
        <p:nvSpPr>
          <p:cNvPr id="336" name="TextBox 335">
            <a:extLst>
              <a:ext uri="{FF2B5EF4-FFF2-40B4-BE49-F238E27FC236}">
                <a16:creationId xmlns:a16="http://schemas.microsoft.com/office/drawing/2014/main" id="{D7A6A56A-2D29-0781-F9B8-DE9DF152AFBE}"/>
              </a:ext>
            </a:extLst>
          </p:cNvPr>
          <p:cNvSpPr txBox="1"/>
          <p:nvPr/>
        </p:nvSpPr>
        <p:spPr>
          <a:xfrm>
            <a:off x="6988926" y="1767782"/>
            <a:ext cx="609738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dirty="0">
                <a:latin typeface="Franklin Gothic Heavy" panose="020B0903020102020204" pitchFamily="34" charset="0"/>
              </a:rPr>
              <a:t>Advanced Thermal and</a:t>
            </a:r>
          </a:p>
          <a:p>
            <a:pPr algn="ctr"/>
            <a:r>
              <a:rPr lang="en-GB" sz="1800" dirty="0">
                <a:latin typeface="Franklin Gothic Heavy" panose="020B0903020102020204" pitchFamily="34" charset="0"/>
              </a:rPr>
              <a:t> Voltage Monitoring</a:t>
            </a:r>
            <a:endParaRPr lang="en-IN" dirty="0">
              <a:latin typeface="Franklin Gothic Heavy" panose="020B0903020102020204" pitchFamily="34" charset="0"/>
            </a:endParaRPr>
          </a:p>
        </p:txBody>
      </p:sp>
      <p:sp>
        <p:nvSpPr>
          <p:cNvPr id="338" name="TextBox 337">
            <a:extLst>
              <a:ext uri="{FF2B5EF4-FFF2-40B4-BE49-F238E27FC236}">
                <a16:creationId xmlns:a16="http://schemas.microsoft.com/office/drawing/2014/main" id="{5547D484-8C11-E78A-C1AF-29C3B75520C9}"/>
              </a:ext>
            </a:extLst>
          </p:cNvPr>
          <p:cNvSpPr txBox="1"/>
          <p:nvPr/>
        </p:nvSpPr>
        <p:spPr>
          <a:xfrm>
            <a:off x="9228353" y="3473925"/>
            <a:ext cx="3071552" cy="872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335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</a:pPr>
            <a:r>
              <a:rPr lang="en-GB" sz="1800">
                <a:solidFill>
                  <a:srgbClr val="000000"/>
                </a:solidFill>
                <a:latin typeface="Franklin Gothic Heavy" panose="020B0903020102020204" pitchFamily="34" charset="0"/>
              </a:rPr>
              <a:t>Self-Healing </a:t>
            </a:r>
          </a:p>
          <a:p>
            <a:pPr marL="133350"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</a:pPr>
            <a:r>
              <a:rPr lang="en-GB" sz="1800">
                <a:solidFill>
                  <a:srgbClr val="000000"/>
                </a:solidFill>
                <a:latin typeface="Franklin Gothic Heavy" panose="020B0903020102020204" pitchFamily="34" charset="0"/>
              </a:rPr>
              <a:t>Technology </a:t>
            </a:r>
            <a:endParaRPr lang="en-GB" sz="1800" dirty="0">
              <a:solidFill>
                <a:srgbClr val="000000"/>
              </a:solidFill>
              <a:latin typeface="Franklin Gothic Heavy" panose="020B0903020102020204" pitchFamily="34" charset="0"/>
            </a:endParaRPr>
          </a:p>
        </p:txBody>
      </p:sp>
      <p:sp>
        <p:nvSpPr>
          <p:cNvPr id="340" name="TextBox 339">
            <a:extLst>
              <a:ext uri="{FF2B5EF4-FFF2-40B4-BE49-F238E27FC236}">
                <a16:creationId xmlns:a16="http://schemas.microsoft.com/office/drawing/2014/main" id="{DCE15D1C-7CFC-EF80-C399-A76C80FDCE87}"/>
              </a:ext>
            </a:extLst>
          </p:cNvPr>
          <p:cNvSpPr txBox="1"/>
          <p:nvPr/>
        </p:nvSpPr>
        <p:spPr>
          <a:xfrm>
            <a:off x="8742911" y="5285183"/>
            <a:ext cx="2589414" cy="872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33350" lvl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</a:pPr>
            <a:r>
              <a:rPr lang="en-GB" sz="1800" dirty="0">
                <a:solidFill>
                  <a:srgbClr val="000000"/>
                </a:solidFill>
                <a:latin typeface="Franklin Gothic Heavy" panose="020B0903020102020204" pitchFamily="34" charset="0"/>
              </a:rPr>
              <a:t>AI-Based Predictive Analytics</a:t>
            </a:r>
          </a:p>
        </p:txBody>
      </p:sp>
    </p:spTree>
    <p:extLst>
      <p:ext uri="{BB962C8B-B14F-4D97-AF65-F5344CB8AC3E}">
        <p14:creationId xmlns:p14="http://schemas.microsoft.com/office/powerpoint/2010/main" val="26628407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84179-CEE3-37F0-F892-AA49D01FC9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2EA3E30-A1FB-AB6F-3D17-EAD806A2E0D7}"/>
              </a:ext>
            </a:extLst>
          </p:cNvPr>
          <p:cNvSpPr txBox="1"/>
          <p:nvPr/>
        </p:nvSpPr>
        <p:spPr>
          <a:xfrm>
            <a:off x="999723" y="674998"/>
            <a:ext cx="60949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latin typeface="Franklin Gothic Heavy" panose="020B0903020102020204" pitchFamily="34" charset="0"/>
              </a:rPr>
              <a:t>Advantages</a:t>
            </a:r>
            <a:r>
              <a:rPr lang="en-IN" sz="2800" dirty="0">
                <a:latin typeface="Franklin Gothic Heavy" panose="020B0903020102020204" pitchFamily="34" charset="0"/>
              </a:rPr>
              <a:t> of Proposed solution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768086-D5A3-558B-C0C3-8D1BF1F085B6}"/>
              </a:ext>
            </a:extLst>
          </p:cNvPr>
          <p:cNvSpPr txBox="1"/>
          <p:nvPr/>
        </p:nvSpPr>
        <p:spPr>
          <a:xfrm>
            <a:off x="1284514" y="1803952"/>
            <a:ext cx="10261600" cy="37444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76250" lvl="0" indent="-342900" algn="l" rtl="0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Wingdings" panose="05000000000000000000" pitchFamily="2" charset="2"/>
              <a:buChar char="Ø"/>
            </a:pPr>
            <a:r>
              <a:rPr lang="en-GB" sz="2000" dirty="0">
                <a:solidFill>
                  <a:srgbClr val="000000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Real-time detection allows quicker response to short circuits, minimizing damage.</a:t>
            </a:r>
          </a:p>
          <a:p>
            <a:pPr marL="47625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Wingdings" panose="05000000000000000000" pitchFamily="2" charset="2"/>
              <a:buChar char="Ø"/>
            </a:pPr>
            <a:r>
              <a:rPr lang="en-GB" sz="2000" dirty="0">
                <a:solidFill>
                  <a:srgbClr val="000000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AI-based predictive analytics enhance maintenance scheduling, reducing downtime.</a:t>
            </a:r>
          </a:p>
          <a:p>
            <a:pPr marL="47625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Wingdings" panose="05000000000000000000" pitchFamily="2" charset="2"/>
              <a:buChar char="Ø"/>
            </a:pPr>
            <a:r>
              <a:rPr lang="en-GB" sz="2000" dirty="0">
                <a:solidFill>
                  <a:srgbClr val="000000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Automated circuit isolation ensures rapid protection and system recovery without manual intervention.</a:t>
            </a:r>
          </a:p>
          <a:p>
            <a:pPr marL="47625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Wingdings" panose="05000000000000000000" pitchFamily="2" charset="2"/>
              <a:buChar char="Ø"/>
            </a:pPr>
            <a:r>
              <a:rPr lang="en-GB" sz="2000" dirty="0">
                <a:solidFill>
                  <a:srgbClr val="000000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Self-healing technology restores functionality by automatically correcting faults.</a:t>
            </a:r>
          </a:p>
          <a:p>
            <a:pPr marL="47625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Wingdings" panose="05000000000000000000" pitchFamily="2" charset="2"/>
              <a:buChar char="Ø"/>
            </a:pPr>
            <a:r>
              <a:rPr lang="en-GB" sz="2000" dirty="0">
                <a:solidFill>
                  <a:srgbClr val="000000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Wireless communication enables remote monitoring and instant updates for system health.</a:t>
            </a:r>
          </a:p>
          <a:p>
            <a:pPr marL="47625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Wingdings" panose="05000000000000000000" pitchFamily="2" charset="2"/>
              <a:buChar char="Ø"/>
            </a:pPr>
            <a:r>
              <a:rPr lang="en-GB" sz="2000" dirty="0">
                <a:solidFill>
                  <a:srgbClr val="000000"/>
                </a:solidFill>
                <a:latin typeface="Bell MT" panose="02020503060305020303" pitchFamily="18" charset="0"/>
                <a:cs typeface="Arial" panose="020B0604020202020204" pitchFamily="34" charset="0"/>
              </a:rPr>
              <a:t>Advanced thermal and voltage monitoring optimizes performance and prevents overheating issues.</a:t>
            </a:r>
            <a:endParaRPr lang="en-GB" sz="2000" dirty="0">
              <a:latin typeface="Bell MT" panose="02020503060305020303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78820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524CA-1D96-4516-C82F-724498CDE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5C53ED9-A718-5ACF-B428-20B3EFD14E6D}"/>
              </a:ext>
            </a:extLst>
          </p:cNvPr>
          <p:cNvSpPr txBox="1"/>
          <p:nvPr/>
        </p:nvSpPr>
        <p:spPr>
          <a:xfrm>
            <a:off x="933807" y="728036"/>
            <a:ext cx="60949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dirty="0">
                <a:latin typeface="Franklin Gothic Heavy" panose="020B0903020102020204" pitchFamily="34" charset="0"/>
              </a:rPr>
              <a:t>Conclusion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F6B9B6-E97C-F0D5-E1C9-0C8F0993E370}"/>
              </a:ext>
            </a:extLst>
          </p:cNvPr>
          <p:cNvSpPr txBox="1"/>
          <p:nvPr/>
        </p:nvSpPr>
        <p:spPr>
          <a:xfrm>
            <a:off x="2651562" y="2090172"/>
            <a:ext cx="707655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457200" algn="just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He proposed advanced short circuit preventive mechanism for electric vehicles enhances system reliability and safety through real-time detection, predictive maintenance, and automated fault isolation. By integrating AI-based analytics, self-healing technology, and wireless communication, the system offers a robust solution to minimize risks, improve performance, and reduce downtime. This innovative approach not only ensures better protection of critical components but also optimizes long-term operational efficiency, making it a significant advancement in the field of electric vehicle safety and management</a:t>
            </a:r>
            <a:r>
              <a:rPr lang="en-GB" sz="2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FF763A2-02F4-36DC-959B-930FB6ADD8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21" r="14221"/>
          <a:stretch/>
        </p:blipFill>
        <p:spPr>
          <a:xfrm>
            <a:off x="0" y="963585"/>
            <a:ext cx="12192000" cy="5976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94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C2B347-CC20-4081-8EAA-F0044C7B7E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77" r="7393"/>
          <a:stretch/>
        </p:blipFill>
        <p:spPr>
          <a:xfrm>
            <a:off x="145144" y="1"/>
            <a:ext cx="12126684" cy="672374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1796A40-7D13-4383-4E45-D854027BB066}"/>
              </a:ext>
            </a:extLst>
          </p:cNvPr>
          <p:cNvSpPr txBox="1"/>
          <p:nvPr/>
        </p:nvSpPr>
        <p:spPr>
          <a:xfrm>
            <a:off x="6157686" y="1807496"/>
            <a:ext cx="302622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latin typeface="Cooper Black" panose="0208090404030B020404" pitchFamily="18" charset="0"/>
              </a:rPr>
              <a:t>ANY</a:t>
            </a:r>
          </a:p>
          <a:p>
            <a:pPr algn="ctr"/>
            <a:r>
              <a:rPr lang="en-IN" sz="3200" dirty="0">
                <a:latin typeface="Cooper Black" panose="0208090404030B020404" pitchFamily="18" charset="0"/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18225653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</TotalTime>
  <Words>442</Words>
  <Application>Microsoft Office PowerPoint</Application>
  <PresentationFormat>Widescreen</PresentationFormat>
  <Paragraphs>54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1" baseType="lpstr">
      <vt:lpstr>Arial</vt:lpstr>
      <vt:lpstr>Arial Rounded MT Bold</vt:lpstr>
      <vt:lpstr>Bell MT</vt:lpstr>
      <vt:lpstr>Calibri</vt:lpstr>
      <vt:lpstr>Calibri Light</vt:lpstr>
      <vt:lpstr>Cooper Black</vt:lpstr>
      <vt:lpstr>Fira Sans</vt:lpstr>
      <vt:lpstr>Franklin Gothic Heavy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subash P</dc:creator>
  <cp:lastModifiedBy>subash P</cp:lastModifiedBy>
  <cp:revision>2</cp:revision>
  <dcterms:created xsi:type="dcterms:W3CDTF">2025-01-21T10:04:45Z</dcterms:created>
  <dcterms:modified xsi:type="dcterms:W3CDTF">2025-01-21T14:15:30Z</dcterms:modified>
</cp:coreProperties>
</file>