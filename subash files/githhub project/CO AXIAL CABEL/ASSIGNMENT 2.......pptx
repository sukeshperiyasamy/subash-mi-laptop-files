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9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7733A-4790-433A-98AE-738124579EDB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8F374-E236-4BD9-9184-BAA2B5EA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15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7733A-4790-433A-98AE-738124579EDB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8F374-E236-4BD9-9184-BAA2B5EA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61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7733A-4790-433A-98AE-738124579EDB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8F374-E236-4BD9-9184-BAA2B5EA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68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7733A-4790-433A-98AE-738124579EDB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8F374-E236-4BD9-9184-BAA2B5EA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169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7733A-4790-433A-98AE-738124579EDB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8F374-E236-4BD9-9184-BAA2B5EA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249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7733A-4790-433A-98AE-738124579EDB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8F374-E236-4BD9-9184-BAA2B5EA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1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7733A-4790-433A-98AE-738124579EDB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8F374-E236-4BD9-9184-BAA2B5EA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14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7733A-4790-433A-98AE-738124579EDB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8F374-E236-4BD9-9184-BAA2B5EA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40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7733A-4790-433A-98AE-738124579EDB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8F374-E236-4BD9-9184-BAA2B5EA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47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7733A-4790-433A-98AE-738124579EDB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8F374-E236-4BD9-9184-BAA2B5EA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1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7733A-4790-433A-98AE-738124579EDB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8F374-E236-4BD9-9184-BAA2B5EA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33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7733A-4790-433A-98AE-738124579EDB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8F374-E236-4BD9-9184-BAA2B5EAA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7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533400"/>
            <a:ext cx="7620000" cy="563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20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609600"/>
            <a:ext cx="76200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563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533400"/>
            <a:ext cx="7543800" cy="556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713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6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685801"/>
            <a:ext cx="71628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761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8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7848600" cy="548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60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1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762000"/>
            <a:ext cx="74676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861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1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685800"/>
            <a:ext cx="74676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19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16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7772400" cy="556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297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17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7696200" cy="563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913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2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75438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667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26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533400"/>
            <a:ext cx="76962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837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9600"/>
            <a:ext cx="7848600" cy="558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3500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8162264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7590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On-screen Show (4:3)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prabyuva@gmail.com</cp:lastModifiedBy>
  <cp:revision>4</cp:revision>
  <dcterms:created xsi:type="dcterms:W3CDTF">2022-10-26T04:09:53Z</dcterms:created>
  <dcterms:modified xsi:type="dcterms:W3CDTF">2022-10-26T08:25:48Z</dcterms:modified>
</cp:coreProperties>
</file>