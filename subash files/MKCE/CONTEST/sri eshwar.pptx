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75" d="100"/>
          <a:sy n="75" d="100"/>
        </p:scale>
        <p:origin x="747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01FB5-9F8C-37C7-8933-2587DB415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8BE09-3B1C-B55D-B16D-DFE99D6B2F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F491D-F888-6B42-97A8-1E684C27B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1F237-5BCB-424C-AEC7-A755FD1CEE6D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771AC-A70C-6D59-C0E2-3F8E46FEF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CFC5A-1A5A-AFB2-0FFF-A47307A2C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ABC07-20A0-44FA-BE93-2E7671E25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21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1DF80-9C50-6AB4-DEAC-C29619477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33F6F-6C59-24BB-0C81-F1DE01C16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FFE43-37CC-4528-6EA9-0C494CAE9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1F237-5BCB-424C-AEC7-A755FD1CEE6D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D8F13-8957-46D1-6704-0022CBDA9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378C7-58B7-7059-0A2B-7B98350A8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ABC07-20A0-44FA-BE93-2E7671E25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420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09FB0-3B96-E749-9499-F596B4E15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F79CA-D174-FDB7-6781-712AD3019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35037-4B91-9EE5-2BDA-76629130A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1F237-5BCB-424C-AEC7-A755FD1CEE6D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758E0-BEE7-5431-AA2D-A35167C89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3F656-6121-0015-E1F6-39E7A18E2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ABC07-20A0-44FA-BE93-2E7671E25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630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D34E5-8D96-62EF-F6F8-152D12FFA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61961-34F8-0B6C-DE67-76BBC879E6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9296C5-B49F-46DF-A799-CCEF75571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392FA-CB22-4614-DDE4-E3CA7EED5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1F237-5BCB-424C-AEC7-A755FD1CEE6D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7E70E-7F7B-D004-C6C4-12E16B936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0C649-DCEB-82A3-2824-11BE61C3C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ABC07-20A0-44FA-BE93-2E7671E25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266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7BF96-0927-EFD4-7EBE-1D3CE003E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0D57F-C2DE-093A-6771-DCD03D46F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B40508-E124-D519-B5C7-D3EE0B962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91EDE-F80E-EF6F-6C68-B3D520E58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E0B83B-475C-53B9-EEC1-2E32E755C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158C8D-1CEF-DCFB-8331-888CA349D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1F237-5BCB-424C-AEC7-A755FD1CEE6D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710E98-ED76-EEA4-F6F6-00083AF40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376B68-F787-E343-6457-D11A33FCC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ABC07-20A0-44FA-BE93-2E7671E25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297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02058-BFD9-84FC-AE32-96892AB32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74857A-CFB0-7645-DB41-B921F7C62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1F237-5BCB-424C-AEC7-A755FD1CEE6D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EFEDC-F3F1-CFC4-9BC4-6B72DB99F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E0024F-2B92-A5FE-E3CD-F7D353B19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ABC07-20A0-44FA-BE93-2E7671E25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059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606392-1F35-98DA-3520-7E68A2A89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1F237-5BCB-424C-AEC7-A755FD1CEE6D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15A41-E244-811D-A01F-62048F50C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FECDD-8A9D-31B8-D47C-D7935DBB5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ABC07-20A0-44FA-BE93-2E7671E25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095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7F561-B5E0-AA9D-8FCD-859917033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D47C0-552B-9182-A1A1-585FA8344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16CC7-0A15-E953-2E14-7E5CE85A0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D276B-F68C-14D1-E503-97BC33588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1F237-5BCB-424C-AEC7-A755FD1CEE6D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BFD39-30A2-8450-15DE-505945DD9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FF6BA9-44A1-ABC1-F543-F92049519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ABC07-20A0-44FA-BE93-2E7671E25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31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D6699-21C7-E0C0-EC28-835449FBC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AD1F7C-E972-DD8F-0192-8940C4442B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D948A8-AA78-7D4D-3714-8DF13AAFF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C6B41-5A79-3C9B-612F-3FF68E3F1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1F237-5BCB-424C-AEC7-A755FD1CEE6D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F2723-FBF5-B6D5-FA06-8EE75968B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83F3E-CE39-D08F-62F2-8D778A1FB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ABC07-20A0-44FA-BE93-2E7671E25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086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60B5C-9AED-518E-3DC8-992770CF6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ED28C-5C33-6819-897B-3A6B88C37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81FC2-6C4D-1D76-C1E2-64AEBF99A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1F237-5BCB-424C-AEC7-A755FD1CEE6D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355C9-DC55-D015-411A-A05FB262B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8D646-5592-9C31-24B6-A31AA078E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ABC07-20A0-44FA-BE93-2E7671E25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619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AB1605-965C-C631-604E-544BA6B55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74FF1C-7CBC-0EEA-12F5-49D3368EF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3B7BA-3A69-1FD2-BF03-BE98AB8D5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1F237-5BCB-424C-AEC7-A755FD1CEE6D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8AE91-D213-A85C-EC60-50F686A6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D0F4B-208C-E3DD-8388-69E4F5E4B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ABC07-20A0-44FA-BE93-2E7671E25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760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7559CF-B112-1560-5FD9-67CA32904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FC4BC-66DF-9427-537B-497005569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BE2C2-B89E-CF2E-F3B8-45EAB88D31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C1F237-5BCB-424C-AEC7-A755FD1CEE6D}" type="datetimeFigureOut">
              <a:rPr lang="en-IN" smtClean="0"/>
              <a:t>11-08-2023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36546-197C-5072-FB43-2A6E1EB1D5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39312-0A5E-A762-4E8C-CD892A5F58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ABC07-20A0-44FA-BE93-2E7671E25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629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033867-374A-A12F-4328-CB270F7D7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370" y="1016000"/>
            <a:ext cx="3250887" cy="5232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7401F93-F196-B1CE-D702-56F93F3CF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057" y="1103085"/>
            <a:ext cx="3519714" cy="514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010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03B22A-03C1-2A6F-38BD-723499A6F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139" y="972456"/>
            <a:ext cx="3130975" cy="526868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733E20-94D7-4EF7-4938-7DC5A01C6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259" y="972456"/>
            <a:ext cx="3130975" cy="526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436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68DAC9-8A3E-E96D-1CBD-CE1809E02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138" y="928913"/>
            <a:ext cx="3642433" cy="52251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E3E617-413D-9A20-D2C1-47B74380D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2685" y="928913"/>
            <a:ext cx="3759201" cy="522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85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C414ED-466B-CFAE-08B2-E0E9C2052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327" y="1270000"/>
            <a:ext cx="3708673" cy="5181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4BCD08-B752-9406-2FD0-B0C75B8BF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076" y="1270000"/>
            <a:ext cx="3708674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330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E102D1-0AA8-D518-75A7-7F227BE48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417" y="856343"/>
            <a:ext cx="3822269" cy="537028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05040B-1151-301C-F767-370FDF39C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046" y="856343"/>
            <a:ext cx="3822269" cy="537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5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sukesh p</dc:creator>
  <cp:lastModifiedBy>sukesh p</cp:lastModifiedBy>
  <cp:revision>1</cp:revision>
  <dcterms:created xsi:type="dcterms:W3CDTF">2023-08-11T08:57:12Z</dcterms:created>
  <dcterms:modified xsi:type="dcterms:W3CDTF">2023-08-11T11:03:56Z</dcterms:modified>
</cp:coreProperties>
</file>