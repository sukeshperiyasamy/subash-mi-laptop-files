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Lst>
  <p:notesMasterIdLst>
    <p:notesMasterId r:id="rId6"/>
  </p:notesMasterIdLst>
  <p:sldIdLst>
    <p:sldId id="256" r:id="rId5"/>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x="9144000" cy="6858000" type="screen4x3"/>
  <p:notesSz cx="6858000" cy="9295130"/>
  <p:defaultTextStyle>
    <a:defPPr>
      <a:defRPr lang="en-GB"/>
    </a:defPPr>
    <a:lvl1pPr marL="0" lvl="0" indent="0" algn="l" defTabSz="449580" rtl="0" eaLnBrk="0" fontAlgn="base" latinLnBrk="0" hangingPunct="0">
      <a:lnSpc>
        <a:spcPct val="100000"/>
      </a:lnSpc>
      <a:spcBef>
        <a:spcPct val="0"/>
      </a:spcBef>
      <a:spcAft>
        <a:spcPct val="0"/>
      </a:spcAft>
      <a:buClr>
        <a:srgbClr val="000000"/>
      </a:buClr>
      <a:buSzPct val="100000"/>
      <a:buFont typeface="Times New Roman" panose="02020603050405020304" pitchFamily="16" charset="0"/>
      <a:buNone/>
      <a:defRPr sz="2400" b="0" i="0" u="none" kern="1200" baseline="0">
        <a:solidFill>
          <a:schemeClr val="bg1"/>
        </a:solidFill>
        <a:latin typeface="Times New Roman" panose="02020603050405020304" pitchFamily="16" charset="0"/>
        <a:ea typeface="Microsoft YaHei" panose="020B0503020204020204" charset="-122"/>
        <a:cs typeface="+mn-cs"/>
      </a:defRPr>
    </a:lvl1pPr>
    <a:lvl2pPr marL="742950" lvl="1" indent="-285750" algn="l" defTabSz="449580" rtl="0" eaLnBrk="0" fontAlgn="base" latinLnBrk="0" hangingPunct="0">
      <a:lnSpc>
        <a:spcPct val="100000"/>
      </a:lnSpc>
      <a:spcBef>
        <a:spcPct val="0"/>
      </a:spcBef>
      <a:spcAft>
        <a:spcPct val="0"/>
      </a:spcAft>
      <a:buClr>
        <a:srgbClr val="000000"/>
      </a:buClr>
      <a:buSzPct val="100000"/>
      <a:buFont typeface="Times New Roman" panose="02020603050405020304" pitchFamily="16" charset="0"/>
      <a:buNone/>
      <a:defRPr sz="2400" b="0" i="0" u="none" kern="1200" baseline="0">
        <a:solidFill>
          <a:schemeClr val="bg1"/>
        </a:solidFill>
        <a:latin typeface="Times New Roman" panose="02020603050405020304" pitchFamily="16" charset="0"/>
        <a:ea typeface="Microsoft YaHei" panose="020B0503020204020204" charset="-122"/>
        <a:cs typeface="+mn-cs"/>
      </a:defRPr>
    </a:lvl2pPr>
    <a:lvl3pPr marL="1143000" lvl="2" indent="-228600" algn="l" defTabSz="449580" rtl="0" eaLnBrk="0" fontAlgn="base" latinLnBrk="0" hangingPunct="0">
      <a:lnSpc>
        <a:spcPct val="100000"/>
      </a:lnSpc>
      <a:spcBef>
        <a:spcPct val="0"/>
      </a:spcBef>
      <a:spcAft>
        <a:spcPct val="0"/>
      </a:spcAft>
      <a:buClr>
        <a:srgbClr val="000000"/>
      </a:buClr>
      <a:buSzPct val="100000"/>
      <a:buFont typeface="Times New Roman" panose="02020603050405020304" pitchFamily="16" charset="0"/>
      <a:buNone/>
      <a:defRPr sz="2400" b="0" i="0" u="none" kern="1200" baseline="0">
        <a:solidFill>
          <a:schemeClr val="bg1"/>
        </a:solidFill>
        <a:latin typeface="Times New Roman" panose="02020603050405020304" pitchFamily="16" charset="0"/>
        <a:ea typeface="Microsoft YaHei" panose="020B0503020204020204" charset="-122"/>
        <a:cs typeface="+mn-cs"/>
      </a:defRPr>
    </a:lvl3pPr>
    <a:lvl4pPr marL="1600200" lvl="3" indent="-228600" algn="l" defTabSz="449580" rtl="0" eaLnBrk="0" fontAlgn="base" latinLnBrk="0" hangingPunct="0">
      <a:lnSpc>
        <a:spcPct val="100000"/>
      </a:lnSpc>
      <a:spcBef>
        <a:spcPct val="0"/>
      </a:spcBef>
      <a:spcAft>
        <a:spcPct val="0"/>
      </a:spcAft>
      <a:buClr>
        <a:srgbClr val="000000"/>
      </a:buClr>
      <a:buSzPct val="100000"/>
      <a:buFont typeface="Times New Roman" panose="02020603050405020304" pitchFamily="16" charset="0"/>
      <a:buNone/>
      <a:defRPr sz="2400" b="0" i="0" u="none" kern="1200" baseline="0">
        <a:solidFill>
          <a:schemeClr val="bg1"/>
        </a:solidFill>
        <a:latin typeface="Times New Roman" panose="02020603050405020304" pitchFamily="16" charset="0"/>
        <a:ea typeface="Microsoft YaHei" panose="020B0503020204020204" charset="-122"/>
        <a:cs typeface="+mn-cs"/>
      </a:defRPr>
    </a:lvl4pPr>
    <a:lvl5pPr marL="2057400" lvl="4" indent="-228600" algn="l" defTabSz="449580" rtl="0" eaLnBrk="0" fontAlgn="base" latinLnBrk="0" hangingPunct="0">
      <a:lnSpc>
        <a:spcPct val="100000"/>
      </a:lnSpc>
      <a:spcBef>
        <a:spcPct val="0"/>
      </a:spcBef>
      <a:spcAft>
        <a:spcPct val="0"/>
      </a:spcAft>
      <a:buClr>
        <a:srgbClr val="000000"/>
      </a:buClr>
      <a:buSzPct val="100000"/>
      <a:buFont typeface="Times New Roman" panose="02020603050405020304" pitchFamily="16" charset="0"/>
      <a:buNone/>
      <a:defRPr sz="2400" b="0" i="0" u="none" kern="1200" baseline="0">
        <a:solidFill>
          <a:schemeClr val="bg1"/>
        </a:solidFill>
        <a:latin typeface="Times New Roman" panose="02020603050405020304" pitchFamily="16" charset="0"/>
        <a:ea typeface="Microsoft YaHei" panose="020B0503020204020204" charset="-122"/>
        <a:cs typeface="+mn-cs"/>
      </a:defRPr>
    </a:lvl5pPr>
    <a:lvl6pPr marL="2286000" lvl="5" indent="-228600" algn="l" defTabSz="449580" rtl="0" eaLnBrk="0" fontAlgn="base" latinLnBrk="0" hangingPunct="0">
      <a:lnSpc>
        <a:spcPct val="100000"/>
      </a:lnSpc>
      <a:spcBef>
        <a:spcPct val="0"/>
      </a:spcBef>
      <a:spcAft>
        <a:spcPct val="0"/>
      </a:spcAft>
      <a:buClr>
        <a:srgbClr val="000000"/>
      </a:buClr>
      <a:buSzPct val="100000"/>
      <a:buFont typeface="Times New Roman" panose="02020603050405020304" pitchFamily="16" charset="0"/>
      <a:buNone/>
      <a:defRPr sz="2400" b="0" i="0" u="none" kern="1200" baseline="0">
        <a:solidFill>
          <a:schemeClr val="bg1"/>
        </a:solidFill>
        <a:latin typeface="Times New Roman" panose="02020603050405020304" pitchFamily="16" charset="0"/>
        <a:ea typeface="Microsoft YaHei" panose="020B0503020204020204" charset="-122"/>
        <a:cs typeface="+mn-cs"/>
      </a:defRPr>
    </a:lvl6pPr>
    <a:lvl7pPr marL="2743200" lvl="6" indent="-228600" algn="l" defTabSz="449580" rtl="0" eaLnBrk="0" fontAlgn="base" latinLnBrk="0" hangingPunct="0">
      <a:lnSpc>
        <a:spcPct val="100000"/>
      </a:lnSpc>
      <a:spcBef>
        <a:spcPct val="0"/>
      </a:spcBef>
      <a:spcAft>
        <a:spcPct val="0"/>
      </a:spcAft>
      <a:buClr>
        <a:srgbClr val="000000"/>
      </a:buClr>
      <a:buSzPct val="100000"/>
      <a:buFont typeface="Times New Roman" panose="02020603050405020304" pitchFamily="16" charset="0"/>
      <a:buNone/>
      <a:defRPr sz="2400" b="0" i="0" u="none" kern="1200" baseline="0">
        <a:solidFill>
          <a:schemeClr val="bg1"/>
        </a:solidFill>
        <a:latin typeface="Times New Roman" panose="02020603050405020304" pitchFamily="16" charset="0"/>
        <a:ea typeface="Microsoft YaHei" panose="020B0503020204020204" charset="-122"/>
        <a:cs typeface="+mn-cs"/>
      </a:defRPr>
    </a:lvl7pPr>
    <a:lvl8pPr marL="3200400" lvl="7" indent="-228600" algn="l" defTabSz="449580" rtl="0" eaLnBrk="0" fontAlgn="base" latinLnBrk="0" hangingPunct="0">
      <a:lnSpc>
        <a:spcPct val="100000"/>
      </a:lnSpc>
      <a:spcBef>
        <a:spcPct val="0"/>
      </a:spcBef>
      <a:spcAft>
        <a:spcPct val="0"/>
      </a:spcAft>
      <a:buClr>
        <a:srgbClr val="000000"/>
      </a:buClr>
      <a:buSzPct val="100000"/>
      <a:buFont typeface="Times New Roman" panose="02020603050405020304" pitchFamily="16" charset="0"/>
      <a:buNone/>
      <a:defRPr sz="2400" b="0" i="0" u="none" kern="1200" baseline="0">
        <a:solidFill>
          <a:schemeClr val="bg1"/>
        </a:solidFill>
        <a:latin typeface="Times New Roman" panose="02020603050405020304" pitchFamily="16" charset="0"/>
        <a:ea typeface="Microsoft YaHei" panose="020B0503020204020204" charset="-122"/>
        <a:cs typeface="+mn-cs"/>
      </a:defRPr>
    </a:lvl8pPr>
    <a:lvl9pPr marL="3657600" lvl="8" indent="-228600" algn="l" defTabSz="449580" rtl="0" eaLnBrk="0" fontAlgn="base" latinLnBrk="0" hangingPunct="0">
      <a:lnSpc>
        <a:spcPct val="100000"/>
      </a:lnSpc>
      <a:spcBef>
        <a:spcPct val="0"/>
      </a:spcBef>
      <a:spcAft>
        <a:spcPct val="0"/>
      </a:spcAft>
      <a:buClr>
        <a:srgbClr val="000000"/>
      </a:buClr>
      <a:buSzPct val="100000"/>
      <a:buFont typeface="Times New Roman" panose="02020603050405020304" pitchFamily="16" charset="0"/>
      <a:buNone/>
      <a:defRPr sz="2400" b="0" i="0" u="none" kern="1200" baseline="0">
        <a:solidFill>
          <a:schemeClr val="bg1"/>
        </a:solidFill>
        <a:latin typeface="Times New Roman" panose="02020603050405020304" pitchFamily="16" charset="0"/>
        <a:ea typeface="Microsoft YaHei" panose="020B0503020204020204"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85" d="100"/>
          <a:sy n="85" d="100"/>
        </p:scale>
        <p:origin x="1210" y="58"/>
      </p:cViewPr>
      <p:guideLst>
        <p:guide orient="horz" pos="2160"/>
        <p:guide pos="2880"/>
      </p:guideLst>
    </p:cSldViewPr>
  </p:slideViewPr>
  <p:outlineViewPr>
    <p:cViewPr varScale="1">
      <p:scale>
        <a:sx n="170" d="200"/>
        <a:sy n="170" d="200"/>
      </p:scale>
      <p:origin x="-780" y="-84"/>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notesMaster" Target="notesMasters/notesMaster1.xml"/><Relationship Id="rId5" Type="http://schemas.openxmlformats.org/officeDocument/2006/relationships/slide" Target="slides/slide1.xml"/><Relationship Id="rId4" Type="http://schemas.openxmlformats.org/officeDocument/2006/relationships/slideMaster" Target="slideMasters/slideMaster3.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Master" Target="slideMasters/slideMaster2.xml"/><Relationship Id="rId29" Type="http://schemas.openxmlformats.org/officeDocument/2006/relationships/presProps" Target="presProps.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4.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7410" name="AutoShape 1"/>
          <p:cNvSpPr/>
          <p:nvPr/>
        </p:nvSpPr>
        <p:spPr>
          <a:xfrm>
            <a:off x="0" y="0"/>
            <a:ext cx="6858000" cy="9294813"/>
          </a:xfrm>
          <a:prstGeom prst="roundRect">
            <a:avLst>
              <a:gd name="adj" fmla="val 23"/>
            </a:avLst>
          </a:prstGeom>
          <a:solidFill>
            <a:srgbClr val="FFFFFF"/>
          </a:solidFill>
          <a:ln w="9525">
            <a:noFill/>
          </a:ln>
        </p:spPr>
        <p:txBody>
          <a:bodyPr wrap="none" anchor="ctr" anchorCtr="0"/>
          <a:p>
            <a:pPr lvl="0" eaLnBrk="1" hangingPunct="1"/>
            <a:endParaRPr lang="en-IN" altLang="x-none" dirty="0"/>
          </a:p>
        </p:txBody>
      </p:sp>
      <p:sp>
        <p:nvSpPr>
          <p:cNvPr id="17411" name="AutoShape 2"/>
          <p:cNvSpPr/>
          <p:nvPr/>
        </p:nvSpPr>
        <p:spPr>
          <a:xfrm>
            <a:off x="0" y="0"/>
            <a:ext cx="6858000" cy="9294813"/>
          </a:xfrm>
          <a:prstGeom prst="roundRect">
            <a:avLst>
              <a:gd name="adj" fmla="val 23"/>
            </a:avLst>
          </a:prstGeom>
          <a:solidFill>
            <a:srgbClr val="FFFFFF"/>
          </a:solidFill>
          <a:ln w="9525">
            <a:noFill/>
          </a:ln>
        </p:spPr>
        <p:txBody>
          <a:bodyPr wrap="none" anchor="ctr" anchorCtr="0"/>
          <a:p>
            <a:pPr lvl="0" eaLnBrk="1" hangingPunct="1"/>
            <a:endParaRPr lang="en-IN" altLang="x-none" dirty="0"/>
          </a:p>
        </p:txBody>
      </p:sp>
      <p:sp>
        <p:nvSpPr>
          <p:cNvPr id="17412" name="AutoShape 3"/>
          <p:cNvSpPr/>
          <p:nvPr/>
        </p:nvSpPr>
        <p:spPr>
          <a:xfrm>
            <a:off x="0" y="0"/>
            <a:ext cx="6858000" cy="9294813"/>
          </a:xfrm>
          <a:prstGeom prst="roundRect">
            <a:avLst>
              <a:gd name="adj" fmla="val 23"/>
            </a:avLst>
          </a:prstGeom>
          <a:solidFill>
            <a:srgbClr val="FFFFFF"/>
          </a:solidFill>
          <a:ln w="9525">
            <a:noFill/>
          </a:ln>
        </p:spPr>
        <p:txBody>
          <a:bodyPr wrap="none" anchor="ctr" anchorCtr="0"/>
          <a:p>
            <a:pPr lvl="0" eaLnBrk="1" hangingPunct="1"/>
            <a:endParaRPr lang="en-IN" altLang="x-none" dirty="0"/>
          </a:p>
        </p:txBody>
      </p:sp>
      <p:sp>
        <p:nvSpPr>
          <p:cNvPr id="17413" name="Text Box 4"/>
          <p:cNvSpPr txBox="1"/>
          <p:nvPr/>
        </p:nvSpPr>
        <p:spPr>
          <a:xfrm>
            <a:off x="0" y="0"/>
            <a:ext cx="2968625" cy="461963"/>
          </a:xfrm>
          <a:prstGeom prst="rect">
            <a:avLst/>
          </a:prstGeom>
          <a:noFill/>
          <a:ln w="9525">
            <a:noFill/>
          </a:ln>
        </p:spPr>
        <p:txBody>
          <a:bodyPr wrap="none" anchor="ctr" anchorCtr="0"/>
          <a:p>
            <a:pPr lvl="0" eaLnBrk="1" hangingPunct="1"/>
            <a:endParaRPr lang="en-IN" altLang="x-none" dirty="0"/>
          </a:p>
        </p:txBody>
      </p:sp>
      <p:sp>
        <p:nvSpPr>
          <p:cNvPr id="17414" name="Text Box 5"/>
          <p:cNvSpPr txBox="1"/>
          <p:nvPr/>
        </p:nvSpPr>
        <p:spPr>
          <a:xfrm>
            <a:off x="3884613" y="0"/>
            <a:ext cx="2968625" cy="461963"/>
          </a:xfrm>
          <a:prstGeom prst="rect">
            <a:avLst/>
          </a:prstGeom>
          <a:noFill/>
          <a:ln w="9525">
            <a:noFill/>
          </a:ln>
        </p:spPr>
        <p:txBody>
          <a:bodyPr wrap="none" anchor="ctr" anchorCtr="0"/>
          <a:p>
            <a:pPr lvl="0" eaLnBrk="1" hangingPunct="1"/>
            <a:endParaRPr lang="en-IN" altLang="x-none" dirty="0"/>
          </a:p>
        </p:txBody>
      </p:sp>
      <p:sp>
        <p:nvSpPr>
          <p:cNvPr id="17415" name="Rectangle 6"/>
          <p:cNvSpPr>
            <a:spLocks noGrp="1"/>
          </p:cNvSpPr>
          <p:nvPr>
            <p:ph type="sldImg"/>
          </p:nvPr>
        </p:nvSpPr>
        <p:spPr>
          <a:xfrm>
            <a:off x="1104900" y="696913"/>
            <a:ext cx="4643438" cy="3481387"/>
          </a:xfrm>
          <a:prstGeom prst="rect">
            <a:avLst/>
          </a:prstGeom>
          <a:solidFill>
            <a:srgbClr val="FFFFFF"/>
          </a:solidFill>
          <a:ln w="9360" cap="flat" cmpd="sng">
            <a:solidFill>
              <a:srgbClr val="000000"/>
            </a:solidFill>
            <a:prstDash val="solid"/>
            <a:miter/>
            <a:headEnd type="none" w="med" len="med"/>
            <a:tailEnd type="none" w="med" len="med"/>
          </a:ln>
        </p:spPr>
      </p:sp>
      <p:sp>
        <p:nvSpPr>
          <p:cNvPr id="7175" name="Rectangle 7"/>
          <p:cNvSpPr>
            <a:spLocks noGrp="1" noChangeArrowheads="1"/>
          </p:cNvSpPr>
          <p:nvPr>
            <p:ph type="body"/>
          </p:nvPr>
        </p:nvSpPr>
        <p:spPr bwMode="auto">
          <a:xfrm>
            <a:off x="685800" y="4416425"/>
            <a:ext cx="5481638" cy="4178300"/>
          </a:xfrm>
          <a:prstGeom prst="rect">
            <a:avLst/>
          </a:prstGeom>
          <a:noFill/>
          <a:ln>
            <a:noFill/>
          </a:ln>
          <a:effectLst/>
        </p:spPr>
        <p:txBody>
          <a:bodyPr vert="horz" wrap="square" lIns="90000" tIns="46800" rIns="90000" bIns="46800" numCol="1" anchor="t" anchorCtr="0" compatLnSpc="1"/>
          <a:lstStyle/>
          <a:p>
            <a:pPr marL="0" marR="0" lvl="0" indent="0" algn="l" defTabSz="449580" rtl="0" eaLnBrk="0" fontAlgn="base" latinLnBrk="0" hangingPunct="0">
              <a:lnSpc>
                <a:spcPct val="100000"/>
              </a:lnSpc>
              <a:spcBef>
                <a:spcPct val="30000"/>
              </a:spcBef>
              <a:spcAft>
                <a:spcPct val="0"/>
              </a:spcAft>
              <a:buClr>
                <a:srgbClr val="000000"/>
              </a:buClr>
              <a:buSzPct val="100000"/>
              <a:buFont typeface="Times New Roman" panose="02020603050405020304" pitchFamily="16" charset="0"/>
              <a:buNone/>
              <a:defRPr/>
            </a:pPr>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6" charset="0"/>
              <a:ea typeface="+mn-ea"/>
              <a:cs typeface="+mn-cs"/>
            </a:endParaRPr>
          </a:p>
        </p:txBody>
      </p:sp>
      <p:sp>
        <p:nvSpPr>
          <p:cNvPr id="17417" name="Text Box 8"/>
          <p:cNvSpPr txBox="1"/>
          <p:nvPr/>
        </p:nvSpPr>
        <p:spPr>
          <a:xfrm>
            <a:off x="0" y="8829675"/>
            <a:ext cx="2968625" cy="461963"/>
          </a:xfrm>
          <a:prstGeom prst="rect">
            <a:avLst/>
          </a:prstGeom>
          <a:noFill/>
          <a:ln w="9525">
            <a:noFill/>
          </a:ln>
        </p:spPr>
        <p:txBody>
          <a:bodyPr wrap="none" anchor="ctr" anchorCtr="0"/>
          <a:p>
            <a:pPr lvl="0" eaLnBrk="1" hangingPunct="1"/>
            <a:endParaRPr lang="en-IN" altLang="x-none" dirty="0"/>
          </a:p>
        </p:txBody>
      </p:sp>
      <p:sp>
        <p:nvSpPr>
          <p:cNvPr id="7177" name="Rectangle 9"/>
          <p:cNvSpPr>
            <a:spLocks noGrp="1" noChangeArrowheads="1"/>
          </p:cNvSpPr>
          <p:nvPr>
            <p:ph type="sldNum"/>
          </p:nvPr>
        </p:nvSpPr>
        <p:spPr bwMode="auto">
          <a:xfrm>
            <a:off x="3884613" y="8829675"/>
            <a:ext cx="2967038" cy="460375"/>
          </a:xfrm>
          <a:prstGeom prst="rect">
            <a:avLst/>
          </a:prstGeom>
          <a:noFill/>
          <a:ln>
            <a:noFill/>
          </a:ln>
          <a:effectLst/>
        </p:spPr>
        <p:txBody>
          <a:bodyPr vert="horz" wrap="square" lIns="90000" tIns="46800" rIns="90000" bIns="46800" numCol="1" anchor="b" anchorCtr="0" compatLnSpc="1"/>
          <a:p>
            <a:pPr lvl="0" algn="r" defTabSz="449580" eaLnBrk="1" hangingPunct="1">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fld id="{9A0DB2DC-4C9A-4742-B13C-FB6460FD3503}" type="slidenum">
              <a:rPr lang="en-US" altLang="en-US" sz="1200" dirty="0">
                <a:solidFill>
                  <a:srgbClr val="000000"/>
                </a:solidFill>
                <a:cs typeface="Segoe UI" panose="020B0502040204020203" charset="0"/>
              </a:rPr>
            </a:fld>
            <a:endParaRPr lang="en-US" altLang="en-US" sz="1200" dirty="0">
              <a:solidFill>
                <a:srgbClr val="000000"/>
              </a:solidFill>
              <a:ea typeface="Segoe UI" panose="020B0502040204020203" charset="0"/>
              <a:cs typeface="Segoe UI" panose="020B0502040204020203" charset="0"/>
            </a:endParaRPr>
          </a:p>
        </p:txBody>
      </p:sp>
    </p:spTree>
  </p:cSld>
  <p:clrMap bg1="lt1" tx1="dk1" bg2="lt2" tx2="dk2" accent1="accent1" accent2="accent2" accent3="accent3" accent4="accent4" accent5="accent5" accent6="accent6" hlink="hlink" folHlink="folHlink"/>
  <p:hf sldNum="0" hdr="0" ftr="0" dt="0"/>
  <p:notesStyle>
    <a:lvl1pPr algn="l" defTabSz="449580" rtl="0" eaLnBrk="0" fontAlgn="base" hangingPunct="0">
      <a:spcBef>
        <a:spcPct val="30000"/>
      </a:spcBef>
      <a:spcAft>
        <a:spcPct val="0"/>
      </a:spcAft>
      <a:buClr>
        <a:srgbClr val="000000"/>
      </a:buClr>
      <a:buSzPct val="100000"/>
      <a:buFont typeface="Times New Roman" panose="02020603050405020304" pitchFamily="16" charset="0"/>
      <a:defRPr sz="1200" kern="1200">
        <a:solidFill>
          <a:srgbClr val="000000"/>
        </a:solidFill>
        <a:latin typeface="Times New Roman" panose="02020603050405020304" pitchFamily="16" charset="0"/>
        <a:ea typeface="+mn-ea"/>
        <a:cs typeface="+mn-cs"/>
      </a:defRPr>
    </a:lvl1pPr>
    <a:lvl2pPr marL="742950" indent="-285750" algn="l" defTabSz="449580" rtl="0" eaLnBrk="0" fontAlgn="base" hangingPunct="0">
      <a:spcBef>
        <a:spcPct val="30000"/>
      </a:spcBef>
      <a:spcAft>
        <a:spcPct val="0"/>
      </a:spcAft>
      <a:buClr>
        <a:srgbClr val="000000"/>
      </a:buClr>
      <a:buSzPct val="100000"/>
      <a:buFont typeface="Times New Roman" panose="02020603050405020304" pitchFamily="16" charset="0"/>
      <a:defRPr sz="1200" kern="1200">
        <a:solidFill>
          <a:srgbClr val="000000"/>
        </a:solidFill>
        <a:latin typeface="Times New Roman" panose="02020603050405020304" pitchFamily="16" charset="0"/>
        <a:ea typeface="+mn-ea"/>
        <a:cs typeface="+mn-cs"/>
      </a:defRPr>
    </a:lvl2pPr>
    <a:lvl3pPr marL="1143000" indent="-228600" algn="l" defTabSz="449580" rtl="0" eaLnBrk="0" fontAlgn="base" hangingPunct="0">
      <a:spcBef>
        <a:spcPct val="30000"/>
      </a:spcBef>
      <a:spcAft>
        <a:spcPct val="0"/>
      </a:spcAft>
      <a:buClr>
        <a:srgbClr val="000000"/>
      </a:buClr>
      <a:buSzPct val="100000"/>
      <a:buFont typeface="Times New Roman" panose="02020603050405020304" pitchFamily="16" charset="0"/>
      <a:defRPr sz="1200" kern="1200">
        <a:solidFill>
          <a:srgbClr val="000000"/>
        </a:solidFill>
        <a:latin typeface="Times New Roman" panose="02020603050405020304" pitchFamily="16" charset="0"/>
        <a:ea typeface="+mn-ea"/>
        <a:cs typeface="+mn-cs"/>
      </a:defRPr>
    </a:lvl3pPr>
    <a:lvl4pPr marL="1600200" indent="-228600" algn="l" defTabSz="449580" rtl="0" eaLnBrk="0" fontAlgn="base" hangingPunct="0">
      <a:spcBef>
        <a:spcPct val="30000"/>
      </a:spcBef>
      <a:spcAft>
        <a:spcPct val="0"/>
      </a:spcAft>
      <a:buClr>
        <a:srgbClr val="000000"/>
      </a:buClr>
      <a:buSzPct val="100000"/>
      <a:buFont typeface="Times New Roman" panose="02020603050405020304" pitchFamily="16" charset="0"/>
      <a:defRPr sz="1200" kern="1200">
        <a:solidFill>
          <a:srgbClr val="000000"/>
        </a:solidFill>
        <a:latin typeface="Times New Roman" panose="02020603050405020304" pitchFamily="16" charset="0"/>
        <a:ea typeface="+mn-ea"/>
        <a:cs typeface="+mn-cs"/>
      </a:defRPr>
    </a:lvl4pPr>
    <a:lvl5pPr marL="2057400" indent="-228600" algn="l" defTabSz="449580" rtl="0" eaLnBrk="0" fontAlgn="base" hangingPunct="0">
      <a:spcBef>
        <a:spcPct val="30000"/>
      </a:spcBef>
      <a:spcAft>
        <a:spcPct val="0"/>
      </a:spcAft>
      <a:buClr>
        <a:srgbClr val="000000"/>
      </a:buClr>
      <a:buSzPct val="100000"/>
      <a:buFont typeface="Times New Roman" panose="02020603050405020304" pitchFamily="16" charset="0"/>
      <a:defRPr sz="1200" kern="1200">
        <a:solidFill>
          <a:srgbClr val="000000"/>
        </a:solidFill>
        <a:latin typeface="Times New Roman" panose="02020603050405020304" pitchFamily="16"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9458" name="Rectangle 9"/>
          <p:cNvSpPr txBox="1">
            <a:spLocks noGrp="1"/>
          </p:cNvSpPr>
          <p:nvPr>
            <p:ph type="sldNum" sz="quarter"/>
          </p:nvPr>
        </p:nvSpPr>
        <p:spPr>
          <a:xfrm>
            <a:off x="3884613" y="8829675"/>
            <a:ext cx="2967037" cy="460375"/>
          </a:xfrm>
          <a:prstGeom prst="rect">
            <a:avLst/>
          </a:prstGeom>
          <a:noFill/>
          <a:ln w="9525">
            <a:noFill/>
          </a:ln>
        </p:spPr>
        <p:txBody>
          <a:bodyPr lIns="90000" tIns="46800" rIns="90000" bIns="46800" anchor="b" anchorCtr="0"/>
          <a:p>
            <a:pPr lvl="0" algn="r" defTabSz="449580" eaLnBrk="1" hangingPunct="1">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fld id="{9A0DB2DC-4C9A-4742-B13C-FB6460FD3503}" type="slidenum">
              <a:rPr lang="en-US" altLang="en-US" sz="1200" dirty="0">
                <a:solidFill>
                  <a:srgbClr val="000000"/>
                </a:solidFill>
                <a:cs typeface="Segoe UI" panose="020B0502040204020203" charset="0"/>
              </a:rPr>
            </a:fld>
            <a:endParaRPr lang="en-US" altLang="en-US" sz="1200" dirty="0">
              <a:solidFill>
                <a:srgbClr val="000000"/>
              </a:solidFill>
              <a:ea typeface="Segoe UI" panose="020B0502040204020203" charset="0"/>
              <a:cs typeface="Segoe UI" panose="020B0502040204020203" charset="0"/>
            </a:endParaRPr>
          </a:p>
        </p:txBody>
      </p:sp>
      <p:sp>
        <p:nvSpPr>
          <p:cNvPr id="19459" name="Text Box 1"/>
          <p:cNvSpPr txBox="1"/>
          <p:nvPr/>
        </p:nvSpPr>
        <p:spPr>
          <a:xfrm>
            <a:off x="3884613" y="8829675"/>
            <a:ext cx="2968625" cy="461963"/>
          </a:xfrm>
          <a:prstGeom prst="rect">
            <a:avLst/>
          </a:prstGeom>
          <a:noFill/>
          <a:ln w="9525">
            <a:noFill/>
          </a:ln>
        </p:spPr>
        <p:txBody>
          <a:bodyPr lIns="90000" tIns="46800" rIns="90000" bIns="46800" anchor="b" anchorCtr="0"/>
          <a:p>
            <a:pPr lvl="0" algn="r" defTabSz="449580" eaLnBrk="1" hangingPunct="1">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fld id="{9A0DB2DC-4C9A-4742-B13C-FB6460FD3503}" type="slidenum">
              <a:rPr lang="en-US" altLang="en-US" sz="1200" dirty="0">
                <a:solidFill>
                  <a:srgbClr val="000000"/>
                </a:solidFill>
                <a:cs typeface="Segoe UI" panose="020B0502040204020203" charset="0"/>
              </a:rPr>
            </a:fld>
            <a:endParaRPr lang="en-US" altLang="en-US" sz="1200" dirty="0">
              <a:solidFill>
                <a:srgbClr val="000000"/>
              </a:solidFill>
              <a:ea typeface="Segoe UI" panose="020B0502040204020203" charset="0"/>
              <a:cs typeface="Segoe UI" panose="020B0502040204020203" charset="0"/>
            </a:endParaRPr>
          </a:p>
        </p:txBody>
      </p:sp>
      <p:sp>
        <p:nvSpPr>
          <p:cNvPr id="19460" name="Rectangle 2"/>
          <p:cNvSpPr txBox="1">
            <a:spLocks noTextEdit="1"/>
          </p:cNvSpPr>
          <p:nvPr>
            <p:ph type="sldImg"/>
          </p:nvPr>
        </p:nvSpPr>
        <p:spPr>
          <a:xfrm>
            <a:off x="1104900" y="706438"/>
            <a:ext cx="4645025" cy="3484562"/>
          </a:xfrm>
          <a:solidFill>
            <a:srgbClr val="FFFFFF">
              <a:alpha val="100000"/>
            </a:srgbClr>
          </a:solidFill>
          <a:ln>
            <a:solidFill>
              <a:srgbClr val="000000">
                <a:alpha val="100000"/>
              </a:srgbClr>
            </a:solidFill>
            <a:miter lim="800000"/>
          </a:ln>
        </p:spPr>
      </p:sp>
      <p:sp>
        <p:nvSpPr>
          <p:cNvPr id="19461" name="Rectangle 3"/>
          <p:cNvSpPr txBox="1"/>
          <p:nvPr>
            <p:ph type="body" idx="1"/>
          </p:nvPr>
        </p:nvSpPr>
        <p:spPr>
          <a:xfrm>
            <a:off x="685800" y="4414838"/>
            <a:ext cx="5486400" cy="4183062"/>
          </a:xfrm>
          <a:ln/>
        </p:spPr>
        <p:txBody>
          <a:bodyPr wrap="none" lIns="90000" tIns="46800" rIns="90000" bIns="46800" anchor="ctr" anchorCtr="0"/>
          <a:p>
            <a:pPr lvl="0"/>
            <a:endParaRPr lang="en-US"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1506" name="Rectangle 9"/>
          <p:cNvSpPr txBox="1">
            <a:spLocks noGrp="1"/>
          </p:cNvSpPr>
          <p:nvPr>
            <p:ph type="sldNum" sz="quarter"/>
          </p:nvPr>
        </p:nvSpPr>
        <p:spPr>
          <a:xfrm>
            <a:off x="3884613" y="8829675"/>
            <a:ext cx="2967037" cy="460375"/>
          </a:xfrm>
          <a:prstGeom prst="rect">
            <a:avLst/>
          </a:prstGeom>
          <a:noFill/>
          <a:ln w="9525">
            <a:noFill/>
          </a:ln>
        </p:spPr>
        <p:txBody>
          <a:bodyPr lIns="90000" tIns="46800" rIns="90000" bIns="46800" anchor="b" anchorCtr="0"/>
          <a:p>
            <a:pPr lvl="0" algn="r" defTabSz="449580" eaLnBrk="1" hangingPunct="1">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fld id="{9A0DB2DC-4C9A-4742-B13C-FB6460FD3503}" type="slidenum">
              <a:rPr lang="en-US" altLang="en-US" sz="1200" dirty="0">
                <a:solidFill>
                  <a:srgbClr val="000000"/>
                </a:solidFill>
                <a:cs typeface="Segoe UI" panose="020B0502040204020203" charset="0"/>
              </a:rPr>
            </a:fld>
            <a:endParaRPr lang="en-US" altLang="en-US" sz="1200" dirty="0">
              <a:solidFill>
                <a:srgbClr val="000000"/>
              </a:solidFill>
              <a:ea typeface="Segoe UI" panose="020B0502040204020203" charset="0"/>
              <a:cs typeface="Segoe UI" panose="020B0502040204020203" charset="0"/>
            </a:endParaRPr>
          </a:p>
        </p:txBody>
      </p:sp>
      <p:sp>
        <p:nvSpPr>
          <p:cNvPr id="21507" name="Rectangle 1"/>
          <p:cNvSpPr txBox="1">
            <a:spLocks noTextEdit="1"/>
          </p:cNvSpPr>
          <p:nvPr>
            <p:ph type="sldImg"/>
          </p:nvPr>
        </p:nvSpPr>
        <p:spPr>
          <a:xfrm>
            <a:off x="1104900" y="696913"/>
            <a:ext cx="4648200" cy="3486150"/>
          </a:xfrm>
          <a:solidFill>
            <a:srgbClr val="FFFFFF">
              <a:alpha val="100000"/>
            </a:srgbClr>
          </a:solidFill>
          <a:ln>
            <a:solidFill>
              <a:srgbClr val="000000">
                <a:alpha val="100000"/>
              </a:srgbClr>
            </a:solidFill>
            <a:miter lim="800000"/>
          </a:ln>
        </p:spPr>
      </p:sp>
      <p:sp>
        <p:nvSpPr>
          <p:cNvPr id="21508" name="Text Box 2"/>
          <p:cNvSpPr txBox="1"/>
          <p:nvPr>
            <p:ph type="body" idx="1"/>
          </p:nvPr>
        </p:nvSpPr>
        <p:spPr>
          <a:xfrm>
            <a:off x="685800" y="4416425"/>
            <a:ext cx="5486400" cy="4183063"/>
          </a:xfrm>
          <a:ln/>
        </p:spPr>
        <p:txBody>
          <a:bodyPr wrap="square" lIns="90000" tIns="46800" rIns="90000" bIns="46800" anchor="t" anchorCtr="0"/>
          <a:p>
            <a:pPr lvl="0" defTabSz="449580">
              <a:spcBef>
                <a:spcPts val="490"/>
              </a:spcBef>
              <a:spcAft>
                <a:spcPts val="40"/>
              </a:spcAft>
              <a:buClrTx/>
              <a:buFontTx/>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dirty="0">
                <a:ea typeface="Microsoft YaHei" panose="020B0503020204020204" charset="-122"/>
              </a:rPr>
              <a:t>Signal propagation</a:t>
            </a:r>
            <a:endParaRPr lang="en-IN" altLang="en-US" dirty="0">
              <a:ea typeface="Microsoft YaHei" panose="020B0503020204020204"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3554" name="Rectangle 9"/>
          <p:cNvSpPr txBox="1">
            <a:spLocks noGrp="1"/>
          </p:cNvSpPr>
          <p:nvPr>
            <p:ph type="sldNum" sz="quarter"/>
          </p:nvPr>
        </p:nvSpPr>
        <p:spPr>
          <a:xfrm>
            <a:off x="3884613" y="8829675"/>
            <a:ext cx="2967037" cy="460375"/>
          </a:xfrm>
          <a:prstGeom prst="rect">
            <a:avLst/>
          </a:prstGeom>
          <a:noFill/>
          <a:ln w="9525">
            <a:noFill/>
          </a:ln>
        </p:spPr>
        <p:txBody>
          <a:bodyPr lIns="90000" tIns="46800" rIns="90000" bIns="46800" anchor="b" anchorCtr="0"/>
          <a:p>
            <a:pPr lvl="0" algn="r" defTabSz="449580" eaLnBrk="1" hangingPunct="1">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fld id="{9A0DB2DC-4C9A-4742-B13C-FB6460FD3503}" type="slidenum">
              <a:rPr lang="en-US" altLang="en-US" sz="1200" dirty="0">
                <a:solidFill>
                  <a:srgbClr val="000000"/>
                </a:solidFill>
                <a:cs typeface="Segoe UI" panose="020B0502040204020203" charset="0"/>
              </a:rPr>
            </a:fld>
            <a:endParaRPr lang="en-US" altLang="en-US" sz="1200" dirty="0">
              <a:solidFill>
                <a:srgbClr val="000000"/>
              </a:solidFill>
              <a:ea typeface="Segoe UI" panose="020B0502040204020203" charset="0"/>
              <a:cs typeface="Segoe UI" panose="020B0502040204020203" charset="0"/>
            </a:endParaRPr>
          </a:p>
        </p:txBody>
      </p:sp>
      <p:sp>
        <p:nvSpPr>
          <p:cNvPr id="23555" name="Rectangle 1"/>
          <p:cNvSpPr txBox="1">
            <a:spLocks noTextEdit="1"/>
          </p:cNvSpPr>
          <p:nvPr>
            <p:ph type="sldImg"/>
          </p:nvPr>
        </p:nvSpPr>
        <p:spPr>
          <a:xfrm>
            <a:off x="1104900" y="696913"/>
            <a:ext cx="4646613" cy="3484562"/>
          </a:xfrm>
          <a:solidFill>
            <a:srgbClr val="FFFFFF">
              <a:alpha val="100000"/>
            </a:srgbClr>
          </a:solidFill>
          <a:ln>
            <a:solidFill>
              <a:srgbClr val="000000">
                <a:alpha val="100000"/>
              </a:srgbClr>
            </a:solidFill>
            <a:miter lim="800000"/>
          </a:ln>
        </p:spPr>
      </p:sp>
      <p:sp>
        <p:nvSpPr>
          <p:cNvPr id="23556" name="Rectangle 2"/>
          <p:cNvSpPr txBox="1"/>
          <p:nvPr>
            <p:ph type="body" idx="1"/>
          </p:nvPr>
        </p:nvSpPr>
        <p:spPr>
          <a:xfrm>
            <a:off x="685800" y="4416425"/>
            <a:ext cx="5484813" cy="4181475"/>
          </a:xfrm>
          <a:ln/>
        </p:spPr>
        <p:txBody>
          <a:bodyPr wrap="none" lIns="90000" tIns="46800" rIns="90000" bIns="46800" anchor="ctr" anchorCtr="0"/>
          <a:p>
            <a:pPr lvl="0"/>
            <a:endParaRPr lang="en-US"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5602" name="Rectangle 9"/>
          <p:cNvSpPr txBox="1">
            <a:spLocks noGrp="1"/>
          </p:cNvSpPr>
          <p:nvPr>
            <p:ph type="sldNum" sz="quarter"/>
          </p:nvPr>
        </p:nvSpPr>
        <p:spPr>
          <a:xfrm>
            <a:off x="3884613" y="8829675"/>
            <a:ext cx="2967037" cy="460375"/>
          </a:xfrm>
          <a:prstGeom prst="rect">
            <a:avLst/>
          </a:prstGeom>
          <a:noFill/>
          <a:ln w="9525">
            <a:noFill/>
          </a:ln>
        </p:spPr>
        <p:txBody>
          <a:bodyPr lIns="90000" tIns="46800" rIns="90000" bIns="46800" anchor="b" anchorCtr="0"/>
          <a:p>
            <a:pPr lvl="0" algn="r" defTabSz="449580" eaLnBrk="1" hangingPunct="1">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fld id="{9A0DB2DC-4C9A-4742-B13C-FB6460FD3503}" type="slidenum">
              <a:rPr lang="en-US" altLang="en-US" sz="1200" dirty="0">
                <a:solidFill>
                  <a:srgbClr val="000000"/>
                </a:solidFill>
                <a:cs typeface="Segoe UI" panose="020B0502040204020203" charset="0"/>
              </a:rPr>
            </a:fld>
            <a:endParaRPr lang="en-US" altLang="en-US" sz="1200" dirty="0">
              <a:solidFill>
                <a:srgbClr val="000000"/>
              </a:solidFill>
              <a:ea typeface="Segoe UI" panose="020B0502040204020203" charset="0"/>
              <a:cs typeface="Segoe UI" panose="020B0502040204020203" charset="0"/>
            </a:endParaRPr>
          </a:p>
        </p:txBody>
      </p:sp>
      <p:sp>
        <p:nvSpPr>
          <p:cNvPr id="25603" name="Rectangle 1"/>
          <p:cNvSpPr txBox="1">
            <a:spLocks noTextEdit="1"/>
          </p:cNvSpPr>
          <p:nvPr>
            <p:ph type="sldImg"/>
          </p:nvPr>
        </p:nvSpPr>
        <p:spPr>
          <a:xfrm>
            <a:off x="1104900" y="696913"/>
            <a:ext cx="4646613" cy="3484562"/>
          </a:xfrm>
          <a:solidFill>
            <a:srgbClr val="FFFFFF">
              <a:alpha val="100000"/>
            </a:srgbClr>
          </a:solidFill>
          <a:ln>
            <a:solidFill>
              <a:srgbClr val="000000">
                <a:alpha val="100000"/>
              </a:srgbClr>
            </a:solidFill>
            <a:miter lim="800000"/>
          </a:ln>
        </p:spPr>
      </p:sp>
      <p:sp>
        <p:nvSpPr>
          <p:cNvPr id="25604" name="Rectangle 2"/>
          <p:cNvSpPr txBox="1"/>
          <p:nvPr>
            <p:ph type="body" idx="1"/>
          </p:nvPr>
        </p:nvSpPr>
        <p:spPr>
          <a:xfrm>
            <a:off x="685800" y="4416425"/>
            <a:ext cx="5484813" cy="4181475"/>
          </a:xfrm>
          <a:ln/>
        </p:spPr>
        <p:txBody>
          <a:bodyPr wrap="none" lIns="90000" tIns="46800" rIns="90000" bIns="46800" anchor="ctr" anchorCtr="0"/>
          <a:p>
            <a:pPr lvl="0"/>
            <a:endParaRPr lang="en-US"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7650" name="Rectangle 9"/>
          <p:cNvSpPr txBox="1">
            <a:spLocks noGrp="1"/>
          </p:cNvSpPr>
          <p:nvPr>
            <p:ph type="sldNum" sz="quarter"/>
          </p:nvPr>
        </p:nvSpPr>
        <p:spPr>
          <a:xfrm>
            <a:off x="3884613" y="8829675"/>
            <a:ext cx="2967037" cy="460375"/>
          </a:xfrm>
          <a:prstGeom prst="rect">
            <a:avLst/>
          </a:prstGeom>
          <a:noFill/>
          <a:ln w="9525">
            <a:noFill/>
          </a:ln>
        </p:spPr>
        <p:txBody>
          <a:bodyPr lIns="90000" tIns="46800" rIns="90000" bIns="46800" anchor="b" anchorCtr="0"/>
          <a:p>
            <a:pPr lvl="0" algn="r" defTabSz="449580" eaLnBrk="1" hangingPunct="1">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fld id="{9A0DB2DC-4C9A-4742-B13C-FB6460FD3503}" type="slidenum">
              <a:rPr lang="en-US" altLang="en-US" sz="1200" dirty="0">
                <a:solidFill>
                  <a:srgbClr val="000000"/>
                </a:solidFill>
                <a:cs typeface="Segoe UI" panose="020B0502040204020203" charset="0"/>
              </a:rPr>
            </a:fld>
            <a:endParaRPr lang="en-US" altLang="en-US" sz="1200" dirty="0">
              <a:solidFill>
                <a:srgbClr val="000000"/>
              </a:solidFill>
              <a:ea typeface="Segoe UI" panose="020B0502040204020203" charset="0"/>
              <a:cs typeface="Segoe UI" panose="020B0502040204020203" charset="0"/>
            </a:endParaRPr>
          </a:p>
        </p:txBody>
      </p:sp>
      <p:sp>
        <p:nvSpPr>
          <p:cNvPr id="27651" name="Rectangle 1"/>
          <p:cNvSpPr txBox="1">
            <a:spLocks noTextEdit="1"/>
          </p:cNvSpPr>
          <p:nvPr>
            <p:ph type="sldImg"/>
          </p:nvPr>
        </p:nvSpPr>
        <p:spPr>
          <a:xfrm>
            <a:off x="1104900" y="696913"/>
            <a:ext cx="4646613" cy="3484562"/>
          </a:xfrm>
          <a:solidFill>
            <a:srgbClr val="FFFFFF">
              <a:alpha val="100000"/>
            </a:srgbClr>
          </a:solidFill>
          <a:ln>
            <a:solidFill>
              <a:srgbClr val="000000">
                <a:alpha val="100000"/>
              </a:srgbClr>
            </a:solidFill>
            <a:miter lim="800000"/>
          </a:ln>
        </p:spPr>
      </p:sp>
      <p:sp>
        <p:nvSpPr>
          <p:cNvPr id="27652" name="Rectangle 2"/>
          <p:cNvSpPr txBox="1"/>
          <p:nvPr>
            <p:ph type="body" idx="1"/>
          </p:nvPr>
        </p:nvSpPr>
        <p:spPr>
          <a:xfrm>
            <a:off x="685800" y="4416425"/>
            <a:ext cx="5484813" cy="4181475"/>
          </a:xfrm>
          <a:ln/>
        </p:spPr>
        <p:txBody>
          <a:bodyPr wrap="none" lIns="90000" tIns="46800" rIns="90000" bIns="46800" anchor="ctr" anchorCtr="0"/>
          <a:p>
            <a:pPr lvl="0"/>
            <a:endParaRPr lang="en-US"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9698" name="Rectangle 9"/>
          <p:cNvSpPr txBox="1">
            <a:spLocks noGrp="1"/>
          </p:cNvSpPr>
          <p:nvPr>
            <p:ph type="sldNum" sz="quarter"/>
          </p:nvPr>
        </p:nvSpPr>
        <p:spPr>
          <a:xfrm>
            <a:off x="3884613" y="8829675"/>
            <a:ext cx="2967037" cy="460375"/>
          </a:xfrm>
          <a:prstGeom prst="rect">
            <a:avLst/>
          </a:prstGeom>
          <a:noFill/>
          <a:ln w="9525">
            <a:noFill/>
          </a:ln>
        </p:spPr>
        <p:txBody>
          <a:bodyPr lIns="90000" tIns="46800" rIns="90000" bIns="46800" anchor="b" anchorCtr="0"/>
          <a:p>
            <a:pPr lvl="0" algn="r" defTabSz="449580" eaLnBrk="1" hangingPunct="1">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fld id="{9A0DB2DC-4C9A-4742-B13C-FB6460FD3503}" type="slidenum">
              <a:rPr lang="en-US" altLang="en-US" sz="1200" dirty="0">
                <a:solidFill>
                  <a:srgbClr val="000000"/>
                </a:solidFill>
                <a:cs typeface="Segoe UI" panose="020B0502040204020203" charset="0"/>
              </a:rPr>
            </a:fld>
            <a:endParaRPr lang="en-US" altLang="en-US" sz="1200" dirty="0">
              <a:solidFill>
                <a:srgbClr val="000000"/>
              </a:solidFill>
              <a:ea typeface="Segoe UI" panose="020B0502040204020203" charset="0"/>
              <a:cs typeface="Segoe UI" panose="020B0502040204020203" charset="0"/>
            </a:endParaRPr>
          </a:p>
        </p:txBody>
      </p:sp>
      <p:sp>
        <p:nvSpPr>
          <p:cNvPr id="29699" name="Rectangle 1"/>
          <p:cNvSpPr txBox="1">
            <a:spLocks noTextEdit="1"/>
          </p:cNvSpPr>
          <p:nvPr>
            <p:ph type="sldImg"/>
          </p:nvPr>
        </p:nvSpPr>
        <p:spPr>
          <a:xfrm>
            <a:off x="1104900" y="696913"/>
            <a:ext cx="4648200" cy="3486150"/>
          </a:xfrm>
          <a:solidFill>
            <a:srgbClr val="FFFFFF">
              <a:alpha val="100000"/>
            </a:srgbClr>
          </a:solidFill>
          <a:ln>
            <a:solidFill>
              <a:srgbClr val="000000">
                <a:alpha val="100000"/>
              </a:srgbClr>
            </a:solidFill>
            <a:miter lim="800000"/>
          </a:ln>
        </p:spPr>
      </p:sp>
      <p:sp>
        <p:nvSpPr>
          <p:cNvPr id="29700" name="Text Box 2"/>
          <p:cNvSpPr txBox="1"/>
          <p:nvPr>
            <p:ph type="body" idx="1"/>
          </p:nvPr>
        </p:nvSpPr>
        <p:spPr>
          <a:xfrm>
            <a:off x="685800" y="4416425"/>
            <a:ext cx="5486400" cy="4183063"/>
          </a:xfrm>
          <a:ln/>
        </p:spPr>
        <p:txBody>
          <a:bodyPr wrap="square" lIns="90000" tIns="46800" rIns="90000" bIns="46800" anchor="t" anchorCtr="0"/>
          <a:p>
            <a:pPr lvl="0" defTabSz="449580">
              <a:spcBef>
                <a:spcPts val="490"/>
              </a:spcBef>
              <a:spcAft>
                <a:spcPts val="40"/>
              </a:spcAft>
              <a:buClrTx/>
              <a:buFontTx/>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dirty="0">
                <a:ea typeface="Microsoft YaHei" panose="020B0503020204020204" charset="-122"/>
              </a:rPr>
              <a:t>Technique background on networking. Fundamental background for wireless transmission.</a:t>
            </a:r>
            <a:endParaRPr lang="en-IN" altLang="en-US" dirty="0">
              <a:ea typeface="Microsoft YaHei" panose="020B0503020204020204" charset="-122"/>
            </a:endParaRPr>
          </a:p>
          <a:p>
            <a:pPr lvl="0" defTabSz="449580">
              <a:spcBef>
                <a:spcPts val="490"/>
              </a:spcBef>
              <a:spcAft>
                <a:spcPts val="40"/>
              </a:spcAft>
              <a:buClrTx/>
              <a:buFontTx/>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dirty="0">
                <a:ea typeface="Microsoft YaHei" panose="020B0503020204020204" charset="-122"/>
              </a:rPr>
              <a:t>For transmission of signal, radio-frequency electrical energy from the transmitter, is converted into electromagnetic energy by the antenna, and radiated into the surrounding environment (atmosphere, space, water)</a:t>
            </a:r>
            <a:endParaRPr lang="en-IN" altLang="en-US" dirty="0">
              <a:ea typeface="Microsoft YaHei" panose="020B0503020204020204" charset="-122"/>
            </a:endParaRPr>
          </a:p>
          <a:p>
            <a:pPr lvl="0" defTabSz="449580">
              <a:spcBef>
                <a:spcPts val="490"/>
              </a:spcBef>
              <a:spcAft>
                <a:spcPts val="40"/>
              </a:spcAft>
              <a:buClrTx/>
              <a:buFontTx/>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dirty="0">
                <a:ea typeface="Microsoft YaHei" panose="020B0503020204020204" charset="-122"/>
              </a:rPr>
              <a:t>For reception of a signal, electromagnetic energy impinging on the antenna is converted into radio-frequency electrical energy and fed into the receiver.</a:t>
            </a:r>
            <a:endParaRPr lang="en-IN" altLang="en-US" dirty="0">
              <a:ea typeface="Microsoft YaHei" panose="020B0503020204020204" charset="-122"/>
            </a:endParaRPr>
          </a:p>
          <a:p>
            <a:pPr lvl="0" defTabSz="449580">
              <a:spcBef>
                <a:spcPts val="490"/>
              </a:spcBef>
              <a:spcAft>
                <a:spcPts val="40"/>
              </a:spcAft>
              <a:buClrTx/>
              <a:buFontTx/>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dirty="0">
                <a:ea typeface="Microsoft YaHei" panose="020B0503020204020204" charset="-122"/>
              </a:rPr>
              <a:t>Same frequency is used in both direction.</a:t>
            </a:r>
            <a:endParaRPr lang="en-IN" altLang="en-US" dirty="0">
              <a:ea typeface="Microsoft YaHei" panose="020B0503020204020204"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1746" name="Rectangle 9"/>
          <p:cNvSpPr txBox="1">
            <a:spLocks noGrp="1"/>
          </p:cNvSpPr>
          <p:nvPr>
            <p:ph type="sldNum" sz="quarter"/>
          </p:nvPr>
        </p:nvSpPr>
        <p:spPr>
          <a:xfrm>
            <a:off x="3884613" y="8829675"/>
            <a:ext cx="2967037" cy="460375"/>
          </a:xfrm>
          <a:prstGeom prst="rect">
            <a:avLst/>
          </a:prstGeom>
          <a:noFill/>
          <a:ln w="9525">
            <a:noFill/>
          </a:ln>
        </p:spPr>
        <p:txBody>
          <a:bodyPr lIns="90000" tIns="46800" rIns="90000" bIns="46800" anchor="b" anchorCtr="0"/>
          <a:p>
            <a:pPr lvl="0" algn="r" defTabSz="449580" eaLnBrk="1" hangingPunct="1">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fld id="{9A0DB2DC-4C9A-4742-B13C-FB6460FD3503}" type="slidenum">
              <a:rPr lang="en-US" altLang="en-US" sz="1200" dirty="0">
                <a:solidFill>
                  <a:srgbClr val="000000"/>
                </a:solidFill>
                <a:cs typeface="Segoe UI" panose="020B0502040204020203" charset="0"/>
              </a:rPr>
            </a:fld>
            <a:endParaRPr lang="en-US" altLang="en-US" sz="1200" dirty="0">
              <a:solidFill>
                <a:srgbClr val="000000"/>
              </a:solidFill>
              <a:ea typeface="Segoe UI" panose="020B0502040204020203" charset="0"/>
              <a:cs typeface="Segoe UI" panose="020B0502040204020203" charset="0"/>
            </a:endParaRPr>
          </a:p>
        </p:txBody>
      </p:sp>
      <p:sp>
        <p:nvSpPr>
          <p:cNvPr id="31747" name="Rectangle 1"/>
          <p:cNvSpPr txBox="1">
            <a:spLocks noTextEdit="1"/>
          </p:cNvSpPr>
          <p:nvPr>
            <p:ph type="sldImg"/>
          </p:nvPr>
        </p:nvSpPr>
        <p:spPr>
          <a:xfrm>
            <a:off x="1104900" y="696913"/>
            <a:ext cx="4646613" cy="3484562"/>
          </a:xfrm>
          <a:solidFill>
            <a:srgbClr val="FFFFFF">
              <a:alpha val="100000"/>
            </a:srgbClr>
          </a:solidFill>
          <a:ln>
            <a:solidFill>
              <a:srgbClr val="000000">
                <a:alpha val="100000"/>
              </a:srgbClr>
            </a:solidFill>
            <a:miter lim="800000"/>
          </a:ln>
        </p:spPr>
      </p:sp>
      <p:sp>
        <p:nvSpPr>
          <p:cNvPr id="31748" name="Rectangle 2"/>
          <p:cNvSpPr txBox="1"/>
          <p:nvPr>
            <p:ph type="body" idx="1"/>
          </p:nvPr>
        </p:nvSpPr>
        <p:spPr>
          <a:xfrm>
            <a:off x="685800" y="4416425"/>
            <a:ext cx="5484813" cy="4181475"/>
          </a:xfrm>
          <a:ln/>
        </p:spPr>
        <p:txBody>
          <a:bodyPr wrap="none" lIns="90000" tIns="46800" rIns="90000" bIns="46800" anchor="ctr" anchorCtr="0"/>
          <a:p>
            <a:pPr lvl="0"/>
            <a:endParaRPr lang="en-US"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3794" name="Rectangle 9"/>
          <p:cNvSpPr txBox="1">
            <a:spLocks noGrp="1"/>
          </p:cNvSpPr>
          <p:nvPr>
            <p:ph type="sldNum" sz="quarter"/>
          </p:nvPr>
        </p:nvSpPr>
        <p:spPr>
          <a:xfrm>
            <a:off x="3884613" y="8829675"/>
            <a:ext cx="2967037" cy="460375"/>
          </a:xfrm>
          <a:prstGeom prst="rect">
            <a:avLst/>
          </a:prstGeom>
          <a:noFill/>
          <a:ln w="9525">
            <a:noFill/>
          </a:ln>
        </p:spPr>
        <p:txBody>
          <a:bodyPr lIns="90000" tIns="46800" rIns="90000" bIns="46800" anchor="b" anchorCtr="0"/>
          <a:p>
            <a:pPr lvl="0" algn="r" defTabSz="449580" eaLnBrk="1" hangingPunct="1">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fld id="{9A0DB2DC-4C9A-4742-B13C-FB6460FD3503}" type="slidenum">
              <a:rPr lang="en-US" altLang="en-US" sz="1200" dirty="0">
                <a:solidFill>
                  <a:srgbClr val="000000"/>
                </a:solidFill>
                <a:cs typeface="Segoe UI" panose="020B0502040204020203" charset="0"/>
              </a:rPr>
            </a:fld>
            <a:endParaRPr lang="en-US" altLang="en-US" sz="1200" dirty="0">
              <a:solidFill>
                <a:srgbClr val="000000"/>
              </a:solidFill>
              <a:ea typeface="Segoe UI" panose="020B0502040204020203" charset="0"/>
              <a:cs typeface="Segoe UI" panose="020B0502040204020203" charset="0"/>
            </a:endParaRPr>
          </a:p>
        </p:txBody>
      </p:sp>
      <p:sp>
        <p:nvSpPr>
          <p:cNvPr id="33795" name="Text Box 1"/>
          <p:cNvSpPr txBox="1"/>
          <p:nvPr/>
        </p:nvSpPr>
        <p:spPr>
          <a:xfrm>
            <a:off x="3884613" y="8829675"/>
            <a:ext cx="2971800" cy="465138"/>
          </a:xfrm>
          <a:prstGeom prst="rect">
            <a:avLst/>
          </a:prstGeom>
          <a:noFill/>
          <a:ln w="9525">
            <a:noFill/>
          </a:ln>
        </p:spPr>
        <p:txBody>
          <a:bodyPr lIns="90000" tIns="46800" rIns="90000" bIns="46800" anchor="b" anchorCtr="0"/>
          <a:p>
            <a:pPr lvl="0" algn="r" defTabSz="449580" eaLnBrk="1">
              <a:spcBef>
                <a:spcPts val="15"/>
              </a:spcBef>
              <a:spcAft>
                <a:spcPts val="15"/>
              </a:spcAft>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A0DB2DC-4C9A-4742-B13C-FB6460FD3503}" type="slidenum">
              <a:rPr lang="en-US" altLang="en-US" sz="1200" dirty="0">
                <a:solidFill>
                  <a:srgbClr val="000000"/>
                </a:solidFill>
                <a:cs typeface="Segoe UI" panose="020B0502040204020203" charset="0"/>
              </a:rPr>
            </a:fld>
            <a:endParaRPr lang="en-US" altLang="en-US" sz="1200" dirty="0">
              <a:solidFill>
                <a:srgbClr val="000000"/>
              </a:solidFill>
              <a:ea typeface="Segoe UI" panose="020B0502040204020203" charset="0"/>
              <a:cs typeface="Segoe UI" panose="020B0502040204020203" charset="0"/>
            </a:endParaRPr>
          </a:p>
        </p:txBody>
      </p:sp>
      <p:sp>
        <p:nvSpPr>
          <p:cNvPr id="33796" name="Rectangle 2"/>
          <p:cNvSpPr txBox="1">
            <a:spLocks noTextEdit="1"/>
          </p:cNvSpPr>
          <p:nvPr>
            <p:ph type="sldImg"/>
          </p:nvPr>
        </p:nvSpPr>
        <p:spPr>
          <a:xfrm>
            <a:off x="1104900" y="696913"/>
            <a:ext cx="4648200" cy="3486150"/>
          </a:xfrm>
          <a:solidFill>
            <a:srgbClr val="FFFFFF">
              <a:alpha val="100000"/>
            </a:srgbClr>
          </a:solidFill>
          <a:ln>
            <a:solidFill>
              <a:srgbClr val="000000">
                <a:alpha val="100000"/>
              </a:srgbClr>
            </a:solidFill>
            <a:miter lim="800000"/>
          </a:ln>
        </p:spPr>
      </p:sp>
      <p:sp>
        <p:nvSpPr>
          <p:cNvPr id="33797" name="Text Box 3"/>
          <p:cNvSpPr txBox="1"/>
          <p:nvPr>
            <p:ph type="body" idx="1"/>
          </p:nvPr>
        </p:nvSpPr>
        <p:spPr>
          <a:xfrm>
            <a:off x="685800" y="4416425"/>
            <a:ext cx="5486400" cy="4183063"/>
          </a:xfrm>
          <a:ln/>
        </p:spPr>
        <p:txBody>
          <a:bodyPr wrap="square" lIns="90000" tIns="46800" rIns="90000" bIns="46800" anchor="t" anchorCtr="0"/>
          <a:p>
            <a:pPr lvl="0" defTabSz="449580">
              <a:spcBef>
                <a:spcPts val="465"/>
              </a:spcBef>
              <a:spcAft>
                <a:spcPts val="15"/>
              </a:spcAft>
              <a:buClrTx/>
              <a:buFontTx/>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dirty="0">
                <a:ea typeface="Microsoft YaHei" panose="020B0503020204020204" charset="-122"/>
              </a:rPr>
              <a:t>The half-wave dipole consists of two straight collinear conductors of equal length, separated by a small gap. The length of the antenna is one-half the wavelength of the signal that can be transmitted most efficiently.</a:t>
            </a:r>
            <a:endParaRPr lang="en-US" altLang="en-US" dirty="0">
              <a:ea typeface="Microsoft YaHei" panose="020B0503020204020204" charset="-122"/>
            </a:endParaRPr>
          </a:p>
          <a:p>
            <a:pPr lvl="0" defTabSz="449580">
              <a:spcBef>
                <a:spcPts val="465"/>
              </a:spcBef>
              <a:spcAft>
                <a:spcPts val="15"/>
              </a:spcAft>
              <a:buClrTx/>
              <a:buFontTx/>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dirty="0">
                <a:ea typeface="Microsoft YaHei" panose="020B0503020204020204" charset="-122"/>
              </a:rPr>
              <a:t>Automobile radios and portable radios</a:t>
            </a:r>
            <a:endParaRPr lang="en-US" altLang="en-US" dirty="0">
              <a:ea typeface="Microsoft YaHei" panose="020B0503020204020204" charset="-122"/>
            </a:endParaRPr>
          </a:p>
          <a:p>
            <a:pPr lvl="0" defTabSz="449580">
              <a:spcBef>
                <a:spcPts val="465"/>
              </a:spcBef>
              <a:spcAft>
                <a:spcPts val="15"/>
              </a:spcAft>
              <a:buClrTx/>
              <a:buFontTx/>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altLang="en-US" dirty="0">
              <a:ea typeface="Microsoft YaHei" panose="020B0503020204020204"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5842" name="Rectangle 9"/>
          <p:cNvSpPr txBox="1">
            <a:spLocks noGrp="1"/>
          </p:cNvSpPr>
          <p:nvPr>
            <p:ph type="sldNum" sz="quarter"/>
          </p:nvPr>
        </p:nvSpPr>
        <p:spPr>
          <a:xfrm>
            <a:off x="3884613" y="8829675"/>
            <a:ext cx="2967037" cy="460375"/>
          </a:xfrm>
          <a:prstGeom prst="rect">
            <a:avLst/>
          </a:prstGeom>
          <a:noFill/>
          <a:ln w="9525">
            <a:noFill/>
          </a:ln>
        </p:spPr>
        <p:txBody>
          <a:bodyPr lIns="90000" tIns="46800" rIns="90000" bIns="46800" anchor="b" anchorCtr="0"/>
          <a:p>
            <a:pPr lvl="0" algn="r" defTabSz="449580" eaLnBrk="1" hangingPunct="1">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fld id="{9A0DB2DC-4C9A-4742-B13C-FB6460FD3503}" type="slidenum">
              <a:rPr lang="en-US" altLang="en-US" sz="1200" dirty="0">
                <a:solidFill>
                  <a:srgbClr val="000000"/>
                </a:solidFill>
                <a:cs typeface="Segoe UI" panose="020B0502040204020203" charset="0"/>
              </a:rPr>
            </a:fld>
            <a:endParaRPr lang="en-US" altLang="en-US" sz="1200" dirty="0">
              <a:solidFill>
                <a:srgbClr val="000000"/>
              </a:solidFill>
              <a:ea typeface="Segoe UI" panose="020B0502040204020203" charset="0"/>
              <a:cs typeface="Segoe UI" panose="020B0502040204020203" charset="0"/>
            </a:endParaRPr>
          </a:p>
        </p:txBody>
      </p:sp>
      <p:sp>
        <p:nvSpPr>
          <p:cNvPr id="35843" name="Text Box 1"/>
          <p:cNvSpPr txBox="1"/>
          <p:nvPr/>
        </p:nvSpPr>
        <p:spPr>
          <a:xfrm>
            <a:off x="3884613" y="8829675"/>
            <a:ext cx="2971800" cy="465138"/>
          </a:xfrm>
          <a:prstGeom prst="rect">
            <a:avLst/>
          </a:prstGeom>
          <a:noFill/>
          <a:ln w="9525">
            <a:noFill/>
          </a:ln>
        </p:spPr>
        <p:txBody>
          <a:bodyPr lIns="90000" tIns="46800" rIns="90000" bIns="46800" anchor="b" anchorCtr="0"/>
          <a:p>
            <a:pPr lvl="0" algn="r" defTabSz="449580" eaLnBrk="1">
              <a:spcBef>
                <a:spcPts val="15"/>
              </a:spcBef>
              <a:spcAft>
                <a:spcPts val="15"/>
              </a:spcAft>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A0DB2DC-4C9A-4742-B13C-FB6460FD3503}" type="slidenum">
              <a:rPr lang="en-US" altLang="en-US" sz="1200" dirty="0">
                <a:solidFill>
                  <a:srgbClr val="000000"/>
                </a:solidFill>
                <a:cs typeface="Segoe UI" panose="020B0502040204020203" charset="0"/>
              </a:rPr>
            </a:fld>
            <a:endParaRPr lang="en-US" altLang="en-US" sz="1200" dirty="0">
              <a:solidFill>
                <a:srgbClr val="000000"/>
              </a:solidFill>
              <a:ea typeface="Segoe UI" panose="020B0502040204020203" charset="0"/>
              <a:cs typeface="Segoe UI" panose="020B0502040204020203" charset="0"/>
            </a:endParaRPr>
          </a:p>
        </p:txBody>
      </p:sp>
      <p:sp>
        <p:nvSpPr>
          <p:cNvPr id="35844" name="Rectangle 2"/>
          <p:cNvSpPr txBox="1">
            <a:spLocks noTextEdit="1"/>
          </p:cNvSpPr>
          <p:nvPr>
            <p:ph type="sldImg"/>
          </p:nvPr>
        </p:nvSpPr>
        <p:spPr>
          <a:xfrm>
            <a:off x="1104900" y="696913"/>
            <a:ext cx="4648200" cy="3486150"/>
          </a:xfrm>
          <a:solidFill>
            <a:srgbClr val="FFFFFF">
              <a:alpha val="100000"/>
            </a:srgbClr>
          </a:solidFill>
          <a:ln>
            <a:solidFill>
              <a:srgbClr val="000000">
                <a:alpha val="100000"/>
              </a:srgbClr>
            </a:solidFill>
            <a:miter lim="800000"/>
          </a:ln>
        </p:spPr>
      </p:sp>
      <p:sp>
        <p:nvSpPr>
          <p:cNvPr id="35845" name="Text Box 3"/>
          <p:cNvSpPr txBox="1"/>
          <p:nvPr>
            <p:ph type="body" idx="1"/>
          </p:nvPr>
        </p:nvSpPr>
        <p:spPr>
          <a:xfrm>
            <a:off x="685800" y="4416425"/>
            <a:ext cx="5486400" cy="4183063"/>
          </a:xfrm>
          <a:ln/>
        </p:spPr>
        <p:txBody>
          <a:bodyPr wrap="square" lIns="90000" tIns="46800" rIns="90000" bIns="46800" anchor="t" anchorCtr="0"/>
          <a:p>
            <a:pPr lvl="0" defTabSz="449580">
              <a:spcBef>
                <a:spcPts val="465"/>
              </a:spcBef>
              <a:spcAft>
                <a:spcPts val="15"/>
              </a:spcAft>
              <a:buClrTx/>
              <a:buFontTx/>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dirty="0">
                <a:ea typeface="Microsoft YaHei" panose="020B0503020204020204" charset="-122"/>
              </a:rPr>
              <a:t>A parabola is locus of all points equidistant from a fixed line and a fixed point not on the line. Focus, directrix</a:t>
            </a:r>
            <a:endParaRPr lang="en-US" altLang="en-US" dirty="0">
              <a:ea typeface="Microsoft YaHei" panose="020B0503020204020204" charset="-122"/>
            </a:endParaRPr>
          </a:p>
          <a:p>
            <a:pPr lvl="0" defTabSz="449580">
              <a:spcBef>
                <a:spcPts val="465"/>
              </a:spcBef>
              <a:spcAft>
                <a:spcPts val="15"/>
              </a:spcAft>
              <a:buClrTx/>
              <a:buFontTx/>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dirty="0">
                <a:ea typeface="Microsoft YaHei" panose="020B0503020204020204" charset="-122"/>
              </a:rPr>
              <a:t>If a parabola is revolved about its axis, the surface generated is called a paraboloid. A cross section through the paraboloid parallel to its axis forms a parabola a cross section perpendicular to the axis</a:t>
            </a:r>
            <a:endParaRPr lang="en-US" altLang="en-US" dirty="0">
              <a:ea typeface="Microsoft YaHei" panose="020B0503020204020204" charset="-122"/>
            </a:endParaRPr>
          </a:p>
          <a:p>
            <a:pPr lvl="0" defTabSz="449580">
              <a:spcBef>
                <a:spcPts val="465"/>
              </a:spcBef>
              <a:spcAft>
                <a:spcPts val="15"/>
              </a:spcAft>
              <a:buClrTx/>
              <a:buFontTx/>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dirty="0">
                <a:ea typeface="Microsoft YaHei" panose="020B0503020204020204" charset="-122"/>
              </a:rPr>
              <a:t>Automobile headlights, telescopes. Reflecting. Wave bounce back</a:t>
            </a:r>
            <a:endParaRPr lang="en-US" altLang="en-US" dirty="0">
              <a:ea typeface="Microsoft YaHei" panose="020B0503020204020204"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7890" name="Rectangle 9"/>
          <p:cNvSpPr txBox="1">
            <a:spLocks noGrp="1"/>
          </p:cNvSpPr>
          <p:nvPr>
            <p:ph type="sldNum" sz="quarter"/>
          </p:nvPr>
        </p:nvSpPr>
        <p:spPr>
          <a:xfrm>
            <a:off x="3884613" y="8829675"/>
            <a:ext cx="2967037" cy="460375"/>
          </a:xfrm>
          <a:prstGeom prst="rect">
            <a:avLst/>
          </a:prstGeom>
          <a:noFill/>
          <a:ln w="9525">
            <a:noFill/>
          </a:ln>
        </p:spPr>
        <p:txBody>
          <a:bodyPr lIns="90000" tIns="46800" rIns="90000" bIns="46800" anchor="b" anchorCtr="0"/>
          <a:p>
            <a:pPr lvl="0" algn="r" defTabSz="449580" eaLnBrk="1" hangingPunct="1">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fld id="{9A0DB2DC-4C9A-4742-B13C-FB6460FD3503}" type="slidenum">
              <a:rPr lang="en-US" altLang="en-US" sz="1200" dirty="0">
                <a:solidFill>
                  <a:srgbClr val="000000"/>
                </a:solidFill>
                <a:cs typeface="Segoe UI" panose="020B0502040204020203" charset="0"/>
              </a:rPr>
            </a:fld>
            <a:endParaRPr lang="en-US" altLang="en-US" sz="1200" dirty="0">
              <a:solidFill>
                <a:srgbClr val="000000"/>
              </a:solidFill>
              <a:ea typeface="Segoe UI" panose="020B0502040204020203" charset="0"/>
              <a:cs typeface="Segoe UI" panose="020B0502040204020203" charset="0"/>
            </a:endParaRPr>
          </a:p>
        </p:txBody>
      </p:sp>
      <p:sp>
        <p:nvSpPr>
          <p:cNvPr id="37891" name="Rectangle 1"/>
          <p:cNvSpPr txBox="1">
            <a:spLocks noTextEdit="1"/>
          </p:cNvSpPr>
          <p:nvPr>
            <p:ph type="sldImg"/>
          </p:nvPr>
        </p:nvSpPr>
        <p:spPr>
          <a:xfrm>
            <a:off x="1104900" y="696913"/>
            <a:ext cx="4648200" cy="3486150"/>
          </a:xfrm>
          <a:solidFill>
            <a:srgbClr val="FFFFFF">
              <a:alpha val="100000"/>
            </a:srgbClr>
          </a:solidFill>
          <a:ln>
            <a:solidFill>
              <a:srgbClr val="000000">
                <a:alpha val="100000"/>
              </a:srgbClr>
            </a:solidFill>
            <a:miter lim="800000"/>
          </a:ln>
        </p:spPr>
      </p:sp>
      <p:sp>
        <p:nvSpPr>
          <p:cNvPr id="37892" name="Rectangle 2"/>
          <p:cNvSpPr txBox="1"/>
          <p:nvPr>
            <p:ph type="body" idx="1"/>
          </p:nvPr>
        </p:nvSpPr>
        <p:spPr>
          <a:xfrm>
            <a:off x="685800" y="4416425"/>
            <a:ext cx="5486400" cy="4183063"/>
          </a:xfrm>
          <a:ln/>
        </p:spPr>
        <p:txBody>
          <a:bodyPr wrap="none" lIns="90000" tIns="46800" rIns="90000" bIns="46800" anchor="ctr" anchorCtr="0"/>
          <a:p>
            <a:pPr lvl="0"/>
            <a:endParaRPr lang="en-US"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9938" name="Rectangle 9"/>
          <p:cNvSpPr txBox="1">
            <a:spLocks noGrp="1"/>
          </p:cNvSpPr>
          <p:nvPr>
            <p:ph type="sldNum" sz="quarter"/>
          </p:nvPr>
        </p:nvSpPr>
        <p:spPr>
          <a:xfrm>
            <a:off x="3884613" y="8829675"/>
            <a:ext cx="2967037" cy="460375"/>
          </a:xfrm>
          <a:prstGeom prst="rect">
            <a:avLst/>
          </a:prstGeom>
          <a:noFill/>
          <a:ln w="9525">
            <a:noFill/>
          </a:ln>
        </p:spPr>
        <p:txBody>
          <a:bodyPr lIns="90000" tIns="46800" rIns="90000" bIns="46800" anchor="b" anchorCtr="0"/>
          <a:p>
            <a:pPr lvl="0" algn="r" defTabSz="449580" eaLnBrk="1" hangingPunct="1">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fld id="{9A0DB2DC-4C9A-4742-B13C-FB6460FD3503}" type="slidenum">
              <a:rPr lang="en-US" altLang="en-US" sz="1200" dirty="0">
                <a:solidFill>
                  <a:srgbClr val="000000"/>
                </a:solidFill>
                <a:cs typeface="Segoe UI" panose="020B0502040204020203" charset="0"/>
              </a:rPr>
            </a:fld>
            <a:endParaRPr lang="en-US" altLang="en-US" sz="1200" dirty="0">
              <a:solidFill>
                <a:srgbClr val="000000"/>
              </a:solidFill>
              <a:ea typeface="Segoe UI" panose="020B0502040204020203" charset="0"/>
              <a:cs typeface="Segoe UI" panose="020B0502040204020203" charset="0"/>
            </a:endParaRPr>
          </a:p>
        </p:txBody>
      </p:sp>
      <p:sp>
        <p:nvSpPr>
          <p:cNvPr id="39939" name="Rectangle 1"/>
          <p:cNvSpPr txBox="1">
            <a:spLocks noTextEdit="1"/>
          </p:cNvSpPr>
          <p:nvPr>
            <p:ph type="sldImg"/>
          </p:nvPr>
        </p:nvSpPr>
        <p:spPr>
          <a:xfrm>
            <a:off x="1104900" y="696913"/>
            <a:ext cx="4648200" cy="3486150"/>
          </a:xfrm>
          <a:solidFill>
            <a:srgbClr val="FFFFFF">
              <a:alpha val="100000"/>
            </a:srgbClr>
          </a:solidFill>
          <a:ln>
            <a:solidFill>
              <a:srgbClr val="000000">
                <a:alpha val="100000"/>
              </a:srgbClr>
            </a:solidFill>
            <a:miter lim="800000"/>
          </a:ln>
        </p:spPr>
      </p:sp>
      <p:sp>
        <p:nvSpPr>
          <p:cNvPr id="39940" name="Rectangle 2"/>
          <p:cNvSpPr txBox="1"/>
          <p:nvPr>
            <p:ph type="body" idx="1"/>
          </p:nvPr>
        </p:nvSpPr>
        <p:spPr>
          <a:xfrm>
            <a:off x="685800" y="4416425"/>
            <a:ext cx="5486400" cy="4183063"/>
          </a:xfrm>
          <a:ln/>
        </p:spPr>
        <p:txBody>
          <a:bodyPr wrap="none" lIns="90000" tIns="46800" rIns="90000" bIns="46800" anchor="ctr" anchorCtr="0"/>
          <a:p>
            <a:pPr lvl="0"/>
            <a:endParaRPr lang="en-US"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41986" name="Rectangle 9"/>
          <p:cNvSpPr txBox="1">
            <a:spLocks noGrp="1"/>
          </p:cNvSpPr>
          <p:nvPr>
            <p:ph type="sldNum" sz="quarter"/>
          </p:nvPr>
        </p:nvSpPr>
        <p:spPr>
          <a:xfrm>
            <a:off x="3884613" y="8829675"/>
            <a:ext cx="2967037" cy="460375"/>
          </a:xfrm>
          <a:prstGeom prst="rect">
            <a:avLst/>
          </a:prstGeom>
          <a:noFill/>
          <a:ln w="9525">
            <a:noFill/>
          </a:ln>
        </p:spPr>
        <p:txBody>
          <a:bodyPr lIns="90000" tIns="46800" rIns="90000" bIns="46800" anchor="b" anchorCtr="0"/>
          <a:p>
            <a:pPr lvl="0" algn="r" defTabSz="449580" eaLnBrk="1" hangingPunct="1">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fld id="{9A0DB2DC-4C9A-4742-B13C-FB6460FD3503}" type="slidenum">
              <a:rPr lang="en-US" altLang="en-US" sz="1200" dirty="0">
                <a:solidFill>
                  <a:srgbClr val="000000"/>
                </a:solidFill>
                <a:cs typeface="Segoe UI" panose="020B0502040204020203" charset="0"/>
              </a:rPr>
            </a:fld>
            <a:endParaRPr lang="en-US" altLang="en-US" sz="1200" dirty="0">
              <a:solidFill>
                <a:srgbClr val="000000"/>
              </a:solidFill>
              <a:ea typeface="Segoe UI" panose="020B0502040204020203" charset="0"/>
              <a:cs typeface="Segoe UI" panose="020B0502040204020203" charset="0"/>
            </a:endParaRPr>
          </a:p>
        </p:txBody>
      </p:sp>
      <p:sp>
        <p:nvSpPr>
          <p:cNvPr id="41987" name="Rectangle 1"/>
          <p:cNvSpPr txBox="1">
            <a:spLocks noTextEdit="1"/>
          </p:cNvSpPr>
          <p:nvPr>
            <p:ph type="sldImg"/>
          </p:nvPr>
        </p:nvSpPr>
        <p:spPr>
          <a:xfrm>
            <a:off x="1104900" y="696913"/>
            <a:ext cx="4648200" cy="3486150"/>
          </a:xfrm>
          <a:solidFill>
            <a:srgbClr val="FFFFFF">
              <a:alpha val="100000"/>
            </a:srgbClr>
          </a:solidFill>
          <a:ln>
            <a:solidFill>
              <a:srgbClr val="000000">
                <a:alpha val="100000"/>
              </a:srgbClr>
            </a:solidFill>
            <a:miter lim="800000"/>
          </a:ln>
        </p:spPr>
      </p:sp>
      <p:sp>
        <p:nvSpPr>
          <p:cNvPr id="41988" name="Rectangle 2"/>
          <p:cNvSpPr txBox="1"/>
          <p:nvPr>
            <p:ph type="body" idx="1"/>
          </p:nvPr>
        </p:nvSpPr>
        <p:spPr>
          <a:xfrm>
            <a:off x="685800" y="4416425"/>
            <a:ext cx="5486400" cy="4183063"/>
          </a:xfrm>
          <a:ln/>
        </p:spPr>
        <p:txBody>
          <a:bodyPr wrap="none" lIns="90000" tIns="46800" rIns="90000" bIns="46800" anchor="ctr" anchorCtr="0"/>
          <a:p>
            <a:pPr lvl="0"/>
            <a:endParaRPr lang="en-US"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44034" name="Rectangle 9"/>
          <p:cNvSpPr txBox="1">
            <a:spLocks noGrp="1"/>
          </p:cNvSpPr>
          <p:nvPr>
            <p:ph type="sldNum" sz="quarter"/>
          </p:nvPr>
        </p:nvSpPr>
        <p:spPr>
          <a:xfrm>
            <a:off x="3884613" y="8829675"/>
            <a:ext cx="2967037" cy="460375"/>
          </a:xfrm>
          <a:prstGeom prst="rect">
            <a:avLst/>
          </a:prstGeom>
          <a:noFill/>
          <a:ln w="9525">
            <a:noFill/>
          </a:ln>
        </p:spPr>
        <p:txBody>
          <a:bodyPr lIns="90000" tIns="46800" rIns="90000" bIns="46800" anchor="b" anchorCtr="0"/>
          <a:p>
            <a:pPr lvl="0" algn="r" defTabSz="449580" eaLnBrk="1" hangingPunct="1">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fld id="{9A0DB2DC-4C9A-4742-B13C-FB6460FD3503}" type="slidenum">
              <a:rPr lang="en-US" altLang="en-US" sz="1200" dirty="0">
                <a:solidFill>
                  <a:srgbClr val="000000"/>
                </a:solidFill>
                <a:cs typeface="Segoe UI" panose="020B0502040204020203" charset="0"/>
              </a:rPr>
            </a:fld>
            <a:endParaRPr lang="en-US" altLang="en-US" sz="1200" dirty="0">
              <a:solidFill>
                <a:srgbClr val="000000"/>
              </a:solidFill>
              <a:ea typeface="Segoe UI" panose="020B0502040204020203" charset="0"/>
              <a:cs typeface="Segoe UI" panose="020B0502040204020203" charset="0"/>
            </a:endParaRPr>
          </a:p>
        </p:txBody>
      </p:sp>
      <p:sp>
        <p:nvSpPr>
          <p:cNvPr id="44035" name="Text Box 1"/>
          <p:cNvSpPr txBox="1"/>
          <p:nvPr/>
        </p:nvSpPr>
        <p:spPr>
          <a:xfrm>
            <a:off x="3884613" y="8829675"/>
            <a:ext cx="2970212" cy="463550"/>
          </a:xfrm>
          <a:prstGeom prst="rect">
            <a:avLst/>
          </a:prstGeom>
          <a:noFill/>
          <a:ln w="9525">
            <a:noFill/>
          </a:ln>
        </p:spPr>
        <p:txBody>
          <a:bodyPr lIns="90000" tIns="46800" rIns="90000" bIns="46800" anchor="b" anchorCtr="0"/>
          <a:p>
            <a:pPr lvl="0" algn="r" defTabSz="449580" eaLnBrk="1" hangingPunct="1">
              <a:spcBef>
                <a:spcPts val="25"/>
              </a:spcBef>
              <a:spcAft>
                <a:spcPts val="25"/>
              </a:spcAft>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fld id="{9A0DB2DC-4C9A-4742-B13C-FB6460FD3503}" type="slidenum">
              <a:rPr lang="en-US" altLang="en-US" sz="1200" dirty="0">
                <a:solidFill>
                  <a:srgbClr val="000000"/>
                </a:solidFill>
                <a:cs typeface="Segoe UI" panose="020B0502040204020203" charset="0"/>
              </a:rPr>
            </a:fld>
            <a:endParaRPr lang="en-US" altLang="en-US" sz="1200" dirty="0">
              <a:solidFill>
                <a:srgbClr val="000000"/>
              </a:solidFill>
              <a:ea typeface="Segoe UI" panose="020B0502040204020203" charset="0"/>
              <a:cs typeface="Segoe UI" panose="020B0502040204020203" charset="0"/>
            </a:endParaRPr>
          </a:p>
        </p:txBody>
      </p:sp>
      <p:sp>
        <p:nvSpPr>
          <p:cNvPr id="44036" name="Rectangle 2"/>
          <p:cNvSpPr txBox="1">
            <a:spLocks noTextEdit="1"/>
          </p:cNvSpPr>
          <p:nvPr>
            <p:ph type="sldImg"/>
          </p:nvPr>
        </p:nvSpPr>
        <p:spPr>
          <a:xfrm>
            <a:off x="1104900" y="696913"/>
            <a:ext cx="4648200" cy="3486150"/>
          </a:xfrm>
          <a:solidFill>
            <a:srgbClr val="FFFFFF">
              <a:alpha val="100000"/>
            </a:srgbClr>
          </a:solidFill>
          <a:ln>
            <a:solidFill>
              <a:srgbClr val="000000">
                <a:alpha val="100000"/>
              </a:srgbClr>
            </a:solidFill>
            <a:miter lim="800000"/>
          </a:ln>
        </p:spPr>
      </p:sp>
      <p:sp>
        <p:nvSpPr>
          <p:cNvPr id="44037" name="Text Box 3"/>
          <p:cNvSpPr txBox="1"/>
          <p:nvPr>
            <p:ph type="body" idx="1"/>
          </p:nvPr>
        </p:nvSpPr>
        <p:spPr>
          <a:xfrm>
            <a:off x="685800" y="4416425"/>
            <a:ext cx="5486400" cy="4183063"/>
          </a:xfrm>
          <a:ln/>
        </p:spPr>
        <p:txBody>
          <a:bodyPr wrap="square" lIns="90000" tIns="46800" rIns="90000" bIns="46800" anchor="t" anchorCtr="0"/>
          <a:p>
            <a:pPr lvl="0" defTabSz="449580">
              <a:spcBef>
                <a:spcPts val="475"/>
              </a:spcBef>
              <a:spcAft>
                <a:spcPts val="25"/>
              </a:spcAft>
              <a:buClrTx/>
              <a:buFontTx/>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dirty="0">
                <a:ea typeface="Microsoft YaHei" panose="020B0503020204020204" charset="-122"/>
              </a:rPr>
              <a:t>A signal radiated from an antenna travels along one of three routes</a:t>
            </a:r>
            <a:endParaRPr lang="en-IN" altLang="en-US" dirty="0">
              <a:ea typeface="Microsoft YaHei" panose="020B0503020204020204"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46082" name="Rectangle 9"/>
          <p:cNvSpPr txBox="1">
            <a:spLocks noGrp="1"/>
          </p:cNvSpPr>
          <p:nvPr>
            <p:ph type="sldNum" sz="quarter"/>
          </p:nvPr>
        </p:nvSpPr>
        <p:spPr>
          <a:xfrm>
            <a:off x="3884613" y="8829675"/>
            <a:ext cx="2967037" cy="460375"/>
          </a:xfrm>
          <a:prstGeom prst="rect">
            <a:avLst/>
          </a:prstGeom>
          <a:noFill/>
          <a:ln w="9525">
            <a:noFill/>
          </a:ln>
        </p:spPr>
        <p:txBody>
          <a:bodyPr lIns="90000" tIns="46800" rIns="90000" bIns="46800" anchor="b" anchorCtr="0"/>
          <a:p>
            <a:pPr lvl="0" algn="r" defTabSz="449580" eaLnBrk="1" hangingPunct="1">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fld id="{9A0DB2DC-4C9A-4742-B13C-FB6460FD3503}" type="slidenum">
              <a:rPr lang="en-US" altLang="en-US" sz="1200" dirty="0">
                <a:solidFill>
                  <a:srgbClr val="000000"/>
                </a:solidFill>
                <a:cs typeface="Segoe UI" panose="020B0502040204020203" charset="0"/>
              </a:rPr>
            </a:fld>
            <a:endParaRPr lang="en-US" altLang="en-US" sz="1200" dirty="0">
              <a:solidFill>
                <a:srgbClr val="000000"/>
              </a:solidFill>
              <a:ea typeface="Segoe UI" panose="020B0502040204020203" charset="0"/>
              <a:cs typeface="Segoe UI" panose="020B0502040204020203" charset="0"/>
            </a:endParaRPr>
          </a:p>
        </p:txBody>
      </p:sp>
      <p:sp>
        <p:nvSpPr>
          <p:cNvPr id="46083" name="Text Box 1"/>
          <p:cNvSpPr txBox="1"/>
          <p:nvPr/>
        </p:nvSpPr>
        <p:spPr>
          <a:xfrm>
            <a:off x="3884613" y="8829675"/>
            <a:ext cx="2970212" cy="463550"/>
          </a:xfrm>
          <a:prstGeom prst="rect">
            <a:avLst/>
          </a:prstGeom>
          <a:noFill/>
          <a:ln w="9525">
            <a:noFill/>
          </a:ln>
        </p:spPr>
        <p:txBody>
          <a:bodyPr lIns="90000" tIns="46800" rIns="90000" bIns="46800" anchor="b" anchorCtr="0"/>
          <a:p>
            <a:pPr lvl="0" algn="r" defTabSz="449580" eaLnBrk="1" hangingPunct="1">
              <a:spcBef>
                <a:spcPts val="25"/>
              </a:spcBef>
              <a:spcAft>
                <a:spcPts val="25"/>
              </a:spcAft>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fld id="{9A0DB2DC-4C9A-4742-B13C-FB6460FD3503}" type="slidenum">
              <a:rPr lang="en-US" altLang="en-US" sz="1200" dirty="0">
                <a:solidFill>
                  <a:srgbClr val="000000"/>
                </a:solidFill>
                <a:cs typeface="Segoe UI" panose="020B0502040204020203" charset="0"/>
              </a:rPr>
            </a:fld>
            <a:endParaRPr lang="en-US" altLang="en-US" sz="1200" dirty="0">
              <a:solidFill>
                <a:srgbClr val="000000"/>
              </a:solidFill>
              <a:ea typeface="Segoe UI" panose="020B0502040204020203" charset="0"/>
              <a:cs typeface="Segoe UI" panose="020B0502040204020203" charset="0"/>
            </a:endParaRPr>
          </a:p>
        </p:txBody>
      </p:sp>
      <p:sp>
        <p:nvSpPr>
          <p:cNvPr id="46084" name="Rectangle 2"/>
          <p:cNvSpPr txBox="1">
            <a:spLocks noTextEdit="1"/>
          </p:cNvSpPr>
          <p:nvPr>
            <p:ph type="sldImg"/>
          </p:nvPr>
        </p:nvSpPr>
        <p:spPr>
          <a:xfrm>
            <a:off x="1104900" y="696913"/>
            <a:ext cx="4648200" cy="3486150"/>
          </a:xfrm>
          <a:solidFill>
            <a:srgbClr val="FFFFFF">
              <a:alpha val="100000"/>
            </a:srgbClr>
          </a:solidFill>
          <a:ln>
            <a:solidFill>
              <a:srgbClr val="000000">
                <a:alpha val="100000"/>
              </a:srgbClr>
            </a:solidFill>
            <a:miter lim="800000"/>
          </a:ln>
        </p:spPr>
      </p:sp>
      <p:sp>
        <p:nvSpPr>
          <p:cNvPr id="46085" name="Rectangle 3"/>
          <p:cNvSpPr txBox="1"/>
          <p:nvPr>
            <p:ph type="body" idx="1"/>
          </p:nvPr>
        </p:nvSpPr>
        <p:spPr>
          <a:xfrm>
            <a:off x="685800" y="4416425"/>
            <a:ext cx="5486400" cy="4183063"/>
          </a:xfrm>
          <a:ln/>
        </p:spPr>
        <p:txBody>
          <a:bodyPr wrap="none" lIns="90000" tIns="46800" rIns="90000" bIns="46800" anchor="ctr" anchorCtr="0"/>
          <a:p>
            <a:pPr lvl="0"/>
            <a:endParaRPr lang="en-US"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48130" name="Rectangle 9"/>
          <p:cNvSpPr txBox="1">
            <a:spLocks noGrp="1"/>
          </p:cNvSpPr>
          <p:nvPr>
            <p:ph type="sldNum" sz="quarter"/>
          </p:nvPr>
        </p:nvSpPr>
        <p:spPr>
          <a:xfrm>
            <a:off x="3884613" y="8829675"/>
            <a:ext cx="2967037" cy="460375"/>
          </a:xfrm>
          <a:prstGeom prst="rect">
            <a:avLst/>
          </a:prstGeom>
          <a:noFill/>
          <a:ln w="9525">
            <a:noFill/>
          </a:ln>
        </p:spPr>
        <p:txBody>
          <a:bodyPr lIns="90000" tIns="46800" rIns="90000" bIns="46800" anchor="b" anchorCtr="0"/>
          <a:p>
            <a:pPr lvl="0" algn="r" defTabSz="449580" eaLnBrk="1" hangingPunct="1">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fld id="{9A0DB2DC-4C9A-4742-B13C-FB6460FD3503}" type="slidenum">
              <a:rPr lang="en-US" altLang="en-US" sz="1200" dirty="0">
                <a:solidFill>
                  <a:srgbClr val="000000"/>
                </a:solidFill>
                <a:cs typeface="Segoe UI" panose="020B0502040204020203" charset="0"/>
              </a:rPr>
            </a:fld>
            <a:endParaRPr lang="en-US" altLang="en-US" sz="1200" dirty="0">
              <a:solidFill>
                <a:srgbClr val="000000"/>
              </a:solidFill>
              <a:ea typeface="Segoe UI" panose="020B0502040204020203" charset="0"/>
              <a:cs typeface="Segoe UI" panose="020B0502040204020203" charset="0"/>
            </a:endParaRPr>
          </a:p>
        </p:txBody>
      </p:sp>
      <p:sp>
        <p:nvSpPr>
          <p:cNvPr id="48131" name="Text Box 1"/>
          <p:cNvSpPr txBox="1"/>
          <p:nvPr/>
        </p:nvSpPr>
        <p:spPr>
          <a:xfrm>
            <a:off x="3884613" y="8829675"/>
            <a:ext cx="2970212" cy="463550"/>
          </a:xfrm>
          <a:prstGeom prst="rect">
            <a:avLst/>
          </a:prstGeom>
          <a:noFill/>
          <a:ln w="9525">
            <a:noFill/>
          </a:ln>
        </p:spPr>
        <p:txBody>
          <a:bodyPr lIns="90000" tIns="46800" rIns="90000" bIns="46800" anchor="b" anchorCtr="0"/>
          <a:p>
            <a:pPr lvl="0" algn="r" defTabSz="449580" eaLnBrk="1" hangingPunct="1">
              <a:spcBef>
                <a:spcPts val="25"/>
              </a:spcBef>
              <a:spcAft>
                <a:spcPts val="25"/>
              </a:spcAft>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fld id="{9A0DB2DC-4C9A-4742-B13C-FB6460FD3503}" type="slidenum">
              <a:rPr lang="en-US" altLang="en-US" sz="1200" dirty="0">
                <a:solidFill>
                  <a:srgbClr val="000000"/>
                </a:solidFill>
                <a:cs typeface="Segoe UI" panose="020B0502040204020203" charset="0"/>
              </a:rPr>
            </a:fld>
            <a:endParaRPr lang="en-US" altLang="en-US" sz="1200" dirty="0">
              <a:solidFill>
                <a:srgbClr val="000000"/>
              </a:solidFill>
              <a:ea typeface="Segoe UI" panose="020B0502040204020203" charset="0"/>
              <a:cs typeface="Segoe UI" panose="020B0502040204020203" charset="0"/>
            </a:endParaRPr>
          </a:p>
        </p:txBody>
      </p:sp>
      <p:sp>
        <p:nvSpPr>
          <p:cNvPr id="48132" name="Rectangle 2"/>
          <p:cNvSpPr txBox="1">
            <a:spLocks noTextEdit="1"/>
          </p:cNvSpPr>
          <p:nvPr>
            <p:ph type="sldImg"/>
          </p:nvPr>
        </p:nvSpPr>
        <p:spPr>
          <a:xfrm>
            <a:off x="1104900" y="696913"/>
            <a:ext cx="4648200" cy="3486150"/>
          </a:xfrm>
          <a:solidFill>
            <a:srgbClr val="FFFFFF">
              <a:alpha val="100000"/>
            </a:srgbClr>
          </a:solidFill>
          <a:ln>
            <a:solidFill>
              <a:srgbClr val="000000">
                <a:alpha val="100000"/>
              </a:srgbClr>
            </a:solidFill>
            <a:miter lim="800000"/>
          </a:ln>
        </p:spPr>
      </p:sp>
      <p:sp>
        <p:nvSpPr>
          <p:cNvPr id="48133" name="Rectangle 3"/>
          <p:cNvSpPr txBox="1"/>
          <p:nvPr>
            <p:ph type="body" idx="1"/>
          </p:nvPr>
        </p:nvSpPr>
        <p:spPr>
          <a:xfrm>
            <a:off x="685800" y="4416425"/>
            <a:ext cx="5486400" cy="4183063"/>
          </a:xfrm>
          <a:ln/>
        </p:spPr>
        <p:txBody>
          <a:bodyPr wrap="none" lIns="90000" tIns="46800" rIns="90000" bIns="46800" anchor="ctr" anchorCtr="0"/>
          <a:p>
            <a:pPr lvl="0"/>
            <a:endParaRPr lang="en-US"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50178" name="Rectangle 9"/>
          <p:cNvSpPr txBox="1">
            <a:spLocks noGrp="1"/>
          </p:cNvSpPr>
          <p:nvPr>
            <p:ph type="sldNum" sz="quarter"/>
          </p:nvPr>
        </p:nvSpPr>
        <p:spPr>
          <a:xfrm>
            <a:off x="3884613" y="8829675"/>
            <a:ext cx="2967037" cy="460375"/>
          </a:xfrm>
          <a:prstGeom prst="rect">
            <a:avLst/>
          </a:prstGeom>
          <a:noFill/>
          <a:ln w="9525">
            <a:noFill/>
          </a:ln>
        </p:spPr>
        <p:txBody>
          <a:bodyPr lIns="90000" tIns="46800" rIns="90000" bIns="46800" anchor="b" anchorCtr="0"/>
          <a:p>
            <a:pPr lvl="0" algn="r" defTabSz="449580" eaLnBrk="1" hangingPunct="1">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fld id="{9A0DB2DC-4C9A-4742-B13C-FB6460FD3503}" type="slidenum">
              <a:rPr lang="en-US" altLang="en-US" sz="1200" dirty="0">
                <a:solidFill>
                  <a:srgbClr val="000000"/>
                </a:solidFill>
                <a:cs typeface="Segoe UI" panose="020B0502040204020203" charset="0"/>
              </a:rPr>
            </a:fld>
            <a:endParaRPr lang="en-US" altLang="en-US" sz="1200" dirty="0">
              <a:solidFill>
                <a:srgbClr val="000000"/>
              </a:solidFill>
              <a:ea typeface="Segoe UI" panose="020B0502040204020203" charset="0"/>
              <a:cs typeface="Segoe UI" panose="020B0502040204020203" charset="0"/>
            </a:endParaRPr>
          </a:p>
        </p:txBody>
      </p:sp>
      <p:sp>
        <p:nvSpPr>
          <p:cNvPr id="50179" name="Text Box 1"/>
          <p:cNvSpPr txBox="1"/>
          <p:nvPr/>
        </p:nvSpPr>
        <p:spPr>
          <a:xfrm>
            <a:off x="3884613" y="8829675"/>
            <a:ext cx="2970212" cy="463550"/>
          </a:xfrm>
          <a:prstGeom prst="rect">
            <a:avLst/>
          </a:prstGeom>
          <a:noFill/>
          <a:ln w="9525">
            <a:noFill/>
          </a:ln>
        </p:spPr>
        <p:txBody>
          <a:bodyPr lIns="90000" tIns="46800" rIns="90000" bIns="46800" anchor="b" anchorCtr="0"/>
          <a:p>
            <a:pPr lvl="0" algn="r" defTabSz="449580" eaLnBrk="1" hangingPunct="1">
              <a:spcBef>
                <a:spcPts val="25"/>
              </a:spcBef>
              <a:spcAft>
                <a:spcPts val="25"/>
              </a:spcAft>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fld id="{9A0DB2DC-4C9A-4742-B13C-FB6460FD3503}" type="slidenum">
              <a:rPr lang="en-US" altLang="en-US" sz="1200" dirty="0">
                <a:solidFill>
                  <a:srgbClr val="000000"/>
                </a:solidFill>
                <a:cs typeface="Segoe UI" panose="020B0502040204020203" charset="0"/>
              </a:rPr>
            </a:fld>
            <a:endParaRPr lang="en-US" altLang="en-US" sz="1200" dirty="0">
              <a:solidFill>
                <a:srgbClr val="000000"/>
              </a:solidFill>
              <a:ea typeface="Segoe UI" panose="020B0502040204020203" charset="0"/>
              <a:cs typeface="Segoe UI" panose="020B0502040204020203" charset="0"/>
            </a:endParaRPr>
          </a:p>
        </p:txBody>
      </p:sp>
      <p:sp>
        <p:nvSpPr>
          <p:cNvPr id="50180" name="Rectangle 2"/>
          <p:cNvSpPr txBox="1">
            <a:spLocks noTextEdit="1"/>
          </p:cNvSpPr>
          <p:nvPr>
            <p:ph type="sldImg"/>
          </p:nvPr>
        </p:nvSpPr>
        <p:spPr>
          <a:xfrm>
            <a:off x="1104900" y="696913"/>
            <a:ext cx="4648200" cy="3486150"/>
          </a:xfrm>
          <a:solidFill>
            <a:srgbClr val="FFFFFF">
              <a:alpha val="100000"/>
            </a:srgbClr>
          </a:solidFill>
          <a:ln>
            <a:solidFill>
              <a:srgbClr val="000000">
                <a:alpha val="100000"/>
              </a:srgbClr>
            </a:solidFill>
            <a:miter lim="800000"/>
          </a:ln>
        </p:spPr>
      </p:sp>
      <p:sp>
        <p:nvSpPr>
          <p:cNvPr id="50181" name="Text Box 3"/>
          <p:cNvSpPr txBox="1"/>
          <p:nvPr>
            <p:ph type="body" idx="1"/>
          </p:nvPr>
        </p:nvSpPr>
        <p:spPr>
          <a:xfrm>
            <a:off x="685800" y="4416425"/>
            <a:ext cx="5486400" cy="4183063"/>
          </a:xfrm>
          <a:ln/>
        </p:spPr>
        <p:txBody>
          <a:bodyPr wrap="square" lIns="90000" tIns="46800" rIns="90000" bIns="46800" anchor="t" anchorCtr="0"/>
          <a:p>
            <a:pPr lvl="0" defTabSz="449580">
              <a:spcBef>
                <a:spcPts val="475"/>
              </a:spcBef>
              <a:spcAft>
                <a:spcPts val="25"/>
              </a:spcAft>
              <a:buClrTx/>
              <a:buFontTx/>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dirty="0">
                <a:ea typeface="Microsoft YaHei" panose="020B0503020204020204" charset="-122"/>
              </a:rPr>
              <a:t>A brief discussion about refraction is warranted. Such as light or radio wave travels at approximately . Vacuum</a:t>
            </a:r>
            <a:endParaRPr lang="en-IN" altLang="en-US" dirty="0">
              <a:ea typeface="Microsoft YaHei" panose="020B0503020204020204" charset="-122"/>
            </a:endParaRPr>
          </a:p>
          <a:p>
            <a:pPr lvl="0" defTabSz="449580">
              <a:spcBef>
                <a:spcPts val="475"/>
              </a:spcBef>
              <a:spcAft>
                <a:spcPts val="25"/>
              </a:spcAft>
              <a:buClrTx/>
              <a:buFontTx/>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dirty="0">
                <a:ea typeface="Microsoft YaHei" panose="020B0503020204020204" charset="-122"/>
              </a:rPr>
              <a:t>If moving from a less dense to a more dense medium, the wave will bend toward the more dense medium. Shorter and bent</a:t>
            </a:r>
            <a:endParaRPr lang="en-IN" altLang="en-US" dirty="0">
              <a:ea typeface="Microsoft YaHei" panose="020B0503020204020204" charset="-122"/>
            </a:endParaRPr>
          </a:p>
          <a:p>
            <a:pPr lvl="0" defTabSz="449580">
              <a:spcBef>
                <a:spcPts val="475"/>
              </a:spcBef>
              <a:spcAft>
                <a:spcPts val="25"/>
              </a:spcAft>
              <a:buClrTx/>
              <a:buFontTx/>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dirty="0">
                <a:ea typeface="Microsoft YaHei" panose="020B0503020204020204" charset="-122"/>
              </a:rPr>
              <a:t>Continuous, gradual bending</a:t>
            </a:r>
            <a:endParaRPr lang="en-IN" altLang="en-US" dirty="0">
              <a:ea typeface="Microsoft YaHei" panose="020B0503020204020204"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52226" name="Rectangle 9"/>
          <p:cNvSpPr txBox="1">
            <a:spLocks noGrp="1"/>
          </p:cNvSpPr>
          <p:nvPr>
            <p:ph type="sldNum" sz="quarter"/>
          </p:nvPr>
        </p:nvSpPr>
        <p:spPr>
          <a:xfrm>
            <a:off x="3884613" y="8829675"/>
            <a:ext cx="2967037" cy="460375"/>
          </a:xfrm>
          <a:prstGeom prst="rect">
            <a:avLst/>
          </a:prstGeom>
          <a:noFill/>
          <a:ln w="9525">
            <a:noFill/>
          </a:ln>
        </p:spPr>
        <p:txBody>
          <a:bodyPr lIns="90000" tIns="46800" rIns="90000" bIns="46800" anchor="b" anchorCtr="0"/>
          <a:p>
            <a:pPr lvl="0" algn="r" defTabSz="449580" eaLnBrk="1" hangingPunct="1">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fld id="{9A0DB2DC-4C9A-4742-B13C-FB6460FD3503}" type="slidenum">
              <a:rPr lang="en-US" altLang="en-US" sz="1200" dirty="0">
                <a:solidFill>
                  <a:srgbClr val="000000"/>
                </a:solidFill>
                <a:cs typeface="Segoe UI" panose="020B0502040204020203" charset="0"/>
              </a:rPr>
            </a:fld>
            <a:endParaRPr lang="en-US" altLang="en-US" sz="1200" dirty="0">
              <a:solidFill>
                <a:srgbClr val="000000"/>
              </a:solidFill>
              <a:ea typeface="Segoe UI" panose="020B0502040204020203" charset="0"/>
              <a:cs typeface="Segoe UI" panose="020B0502040204020203" charset="0"/>
            </a:endParaRPr>
          </a:p>
        </p:txBody>
      </p:sp>
      <p:sp>
        <p:nvSpPr>
          <p:cNvPr id="52227" name="Text Box 1"/>
          <p:cNvSpPr txBox="1"/>
          <p:nvPr/>
        </p:nvSpPr>
        <p:spPr>
          <a:xfrm>
            <a:off x="3884613" y="8829675"/>
            <a:ext cx="2970212" cy="463550"/>
          </a:xfrm>
          <a:prstGeom prst="rect">
            <a:avLst/>
          </a:prstGeom>
          <a:noFill/>
          <a:ln w="9525">
            <a:noFill/>
          </a:ln>
        </p:spPr>
        <p:txBody>
          <a:bodyPr lIns="90000" tIns="46800" rIns="90000" bIns="46800" anchor="b" anchorCtr="0"/>
          <a:p>
            <a:pPr lvl="0" algn="r" defTabSz="449580" eaLnBrk="1" hangingPunct="1">
              <a:spcBef>
                <a:spcPts val="25"/>
              </a:spcBef>
              <a:spcAft>
                <a:spcPts val="25"/>
              </a:spcAft>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fld id="{9A0DB2DC-4C9A-4742-B13C-FB6460FD3503}" type="slidenum">
              <a:rPr lang="en-US" altLang="en-US" sz="1200" dirty="0">
                <a:solidFill>
                  <a:srgbClr val="000000"/>
                </a:solidFill>
                <a:cs typeface="Segoe UI" panose="020B0502040204020203" charset="0"/>
              </a:rPr>
            </a:fld>
            <a:endParaRPr lang="en-US" altLang="en-US" sz="1200" dirty="0">
              <a:solidFill>
                <a:srgbClr val="000000"/>
              </a:solidFill>
              <a:ea typeface="Segoe UI" panose="020B0502040204020203" charset="0"/>
              <a:cs typeface="Segoe UI" panose="020B0502040204020203" charset="0"/>
            </a:endParaRPr>
          </a:p>
        </p:txBody>
      </p:sp>
      <p:sp>
        <p:nvSpPr>
          <p:cNvPr id="52228" name="Rectangle 2"/>
          <p:cNvSpPr txBox="1">
            <a:spLocks noTextEdit="1"/>
          </p:cNvSpPr>
          <p:nvPr>
            <p:ph type="sldImg"/>
          </p:nvPr>
        </p:nvSpPr>
        <p:spPr>
          <a:xfrm>
            <a:off x="1104900" y="696913"/>
            <a:ext cx="4648200" cy="3486150"/>
          </a:xfrm>
          <a:solidFill>
            <a:srgbClr val="FFFFFF">
              <a:alpha val="100000"/>
            </a:srgbClr>
          </a:solidFill>
          <a:ln>
            <a:solidFill>
              <a:srgbClr val="000000">
                <a:alpha val="100000"/>
              </a:srgbClr>
            </a:solidFill>
            <a:miter lim="800000"/>
          </a:ln>
        </p:spPr>
      </p:sp>
      <p:sp>
        <p:nvSpPr>
          <p:cNvPr id="52229" name="Text Box 3"/>
          <p:cNvSpPr txBox="1"/>
          <p:nvPr>
            <p:ph type="body" idx="1"/>
          </p:nvPr>
        </p:nvSpPr>
        <p:spPr>
          <a:xfrm>
            <a:off x="685800" y="4416425"/>
            <a:ext cx="5486400" cy="4183063"/>
          </a:xfrm>
          <a:ln/>
        </p:spPr>
        <p:txBody>
          <a:bodyPr wrap="square" lIns="90000" tIns="46800" rIns="90000" bIns="46800" anchor="t" anchorCtr="0"/>
          <a:p>
            <a:pPr lvl="0" defTabSz="449580">
              <a:spcBef>
                <a:spcPts val="475"/>
              </a:spcBef>
              <a:spcAft>
                <a:spcPts val="25"/>
              </a:spcAft>
              <a:buClrTx/>
              <a:buFontTx/>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dirty="0">
                <a:ea typeface="Microsoft YaHei" panose="020B0503020204020204" charset="-122"/>
              </a:rPr>
              <a:t>With any communications system, the signal that is received will differ from the signal that is transmitted, due to different transmission impairments. For digital signal, bit errors are introduced. Vice verse</a:t>
            </a:r>
            <a:endParaRPr lang="en-IN" altLang="en-US" dirty="0">
              <a:ea typeface="Microsoft YaHei" panose="020B0503020204020204"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54274" name="Rectangle 9"/>
          <p:cNvSpPr txBox="1">
            <a:spLocks noGrp="1"/>
          </p:cNvSpPr>
          <p:nvPr>
            <p:ph type="sldNum" sz="quarter"/>
          </p:nvPr>
        </p:nvSpPr>
        <p:spPr>
          <a:xfrm>
            <a:off x="3884613" y="8829675"/>
            <a:ext cx="2967037" cy="460375"/>
          </a:xfrm>
          <a:prstGeom prst="rect">
            <a:avLst/>
          </a:prstGeom>
          <a:noFill/>
          <a:ln w="9525">
            <a:noFill/>
          </a:ln>
        </p:spPr>
        <p:txBody>
          <a:bodyPr lIns="90000" tIns="46800" rIns="90000" bIns="46800" anchor="b" anchorCtr="0"/>
          <a:p>
            <a:pPr lvl="0" algn="r" defTabSz="449580" eaLnBrk="1" hangingPunct="1">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fld id="{9A0DB2DC-4C9A-4742-B13C-FB6460FD3503}" type="slidenum">
              <a:rPr lang="en-US" altLang="en-US" sz="1200" dirty="0">
                <a:solidFill>
                  <a:srgbClr val="000000"/>
                </a:solidFill>
                <a:cs typeface="Segoe UI" panose="020B0502040204020203" charset="0"/>
              </a:rPr>
            </a:fld>
            <a:endParaRPr lang="en-US" altLang="en-US" sz="1200" dirty="0">
              <a:solidFill>
                <a:srgbClr val="000000"/>
              </a:solidFill>
              <a:ea typeface="Segoe UI" panose="020B0502040204020203" charset="0"/>
              <a:cs typeface="Segoe UI" panose="020B0502040204020203" charset="0"/>
            </a:endParaRPr>
          </a:p>
        </p:txBody>
      </p:sp>
      <p:sp>
        <p:nvSpPr>
          <p:cNvPr id="54275" name="Text Box 1"/>
          <p:cNvSpPr txBox="1"/>
          <p:nvPr/>
        </p:nvSpPr>
        <p:spPr>
          <a:xfrm>
            <a:off x="3884613" y="8829675"/>
            <a:ext cx="2970212" cy="463550"/>
          </a:xfrm>
          <a:prstGeom prst="rect">
            <a:avLst/>
          </a:prstGeom>
          <a:noFill/>
          <a:ln w="9525">
            <a:noFill/>
          </a:ln>
        </p:spPr>
        <p:txBody>
          <a:bodyPr lIns="90000" tIns="46800" rIns="90000" bIns="46800" anchor="b" anchorCtr="0"/>
          <a:p>
            <a:pPr lvl="0" algn="r" defTabSz="449580" eaLnBrk="1" hangingPunct="1">
              <a:spcBef>
                <a:spcPts val="25"/>
              </a:spcBef>
              <a:spcAft>
                <a:spcPts val="25"/>
              </a:spcAft>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fld id="{9A0DB2DC-4C9A-4742-B13C-FB6460FD3503}" type="slidenum">
              <a:rPr lang="en-US" altLang="en-US" sz="1200" dirty="0">
                <a:solidFill>
                  <a:srgbClr val="000000"/>
                </a:solidFill>
                <a:cs typeface="Segoe UI" panose="020B0502040204020203" charset="0"/>
              </a:rPr>
            </a:fld>
            <a:endParaRPr lang="en-US" altLang="en-US" sz="1200" dirty="0">
              <a:solidFill>
                <a:srgbClr val="000000"/>
              </a:solidFill>
              <a:ea typeface="Segoe UI" panose="020B0502040204020203" charset="0"/>
              <a:cs typeface="Segoe UI" panose="020B0502040204020203" charset="0"/>
            </a:endParaRPr>
          </a:p>
        </p:txBody>
      </p:sp>
      <p:sp>
        <p:nvSpPr>
          <p:cNvPr id="54276" name="Rectangle 2"/>
          <p:cNvSpPr txBox="1">
            <a:spLocks noTextEdit="1"/>
          </p:cNvSpPr>
          <p:nvPr>
            <p:ph type="sldImg"/>
          </p:nvPr>
        </p:nvSpPr>
        <p:spPr>
          <a:xfrm>
            <a:off x="1104900" y="696913"/>
            <a:ext cx="4648200" cy="3486150"/>
          </a:xfrm>
          <a:solidFill>
            <a:srgbClr val="FFFFFF">
              <a:alpha val="100000"/>
            </a:srgbClr>
          </a:solidFill>
          <a:ln>
            <a:solidFill>
              <a:srgbClr val="000000">
                <a:alpha val="100000"/>
              </a:srgbClr>
            </a:solidFill>
            <a:miter lim="800000"/>
          </a:ln>
        </p:spPr>
      </p:sp>
      <p:sp>
        <p:nvSpPr>
          <p:cNvPr id="54277" name="Text Box 3"/>
          <p:cNvSpPr txBox="1"/>
          <p:nvPr>
            <p:ph type="body" idx="1"/>
          </p:nvPr>
        </p:nvSpPr>
        <p:spPr>
          <a:xfrm>
            <a:off x="685800" y="4416425"/>
            <a:ext cx="5486400" cy="4183063"/>
          </a:xfrm>
          <a:ln/>
        </p:spPr>
        <p:txBody>
          <a:bodyPr wrap="square" lIns="90000" tIns="46800" rIns="90000" bIns="46800" anchor="t" anchorCtr="0"/>
          <a:p>
            <a:pPr lvl="0" defTabSz="449580">
              <a:spcBef>
                <a:spcPts val="475"/>
              </a:spcBef>
              <a:spcAft>
                <a:spcPts val="25"/>
              </a:spcAft>
              <a:buClrTx/>
              <a:buFontTx/>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US" altLang="en-US" dirty="0">
                <a:ea typeface="Microsoft YaHei" panose="020B0503020204020204" charset="-122"/>
              </a:rPr>
              <a:t>The effects to compensate for the errors and distortions introduced by multipath fading fall into three general categories</a:t>
            </a:r>
            <a:endParaRPr lang="en-US" altLang="en-US" dirty="0">
              <a:ea typeface="Microsoft YaHei" panose="020B0503020204020204"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56322" name="Rectangle 9"/>
          <p:cNvSpPr txBox="1">
            <a:spLocks noGrp="1"/>
          </p:cNvSpPr>
          <p:nvPr>
            <p:ph type="sldNum" sz="quarter"/>
          </p:nvPr>
        </p:nvSpPr>
        <p:spPr>
          <a:xfrm>
            <a:off x="3884613" y="8829675"/>
            <a:ext cx="2967037" cy="460375"/>
          </a:xfrm>
          <a:prstGeom prst="rect">
            <a:avLst/>
          </a:prstGeom>
          <a:noFill/>
          <a:ln w="9525">
            <a:noFill/>
          </a:ln>
        </p:spPr>
        <p:txBody>
          <a:bodyPr lIns="90000" tIns="46800" rIns="90000" bIns="46800" anchor="b" anchorCtr="0"/>
          <a:p>
            <a:pPr lvl="0" algn="r" defTabSz="449580" eaLnBrk="1" hangingPunct="1">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fld id="{9A0DB2DC-4C9A-4742-B13C-FB6460FD3503}" type="slidenum">
              <a:rPr lang="en-US" altLang="en-US" sz="1200" dirty="0">
                <a:solidFill>
                  <a:srgbClr val="000000"/>
                </a:solidFill>
                <a:cs typeface="Segoe UI" panose="020B0502040204020203" charset="0"/>
              </a:rPr>
            </a:fld>
            <a:endParaRPr lang="en-US" altLang="en-US" sz="1200" dirty="0">
              <a:solidFill>
                <a:srgbClr val="000000"/>
              </a:solidFill>
              <a:ea typeface="Segoe UI" panose="020B0502040204020203" charset="0"/>
              <a:cs typeface="Segoe UI" panose="020B0502040204020203" charset="0"/>
            </a:endParaRPr>
          </a:p>
        </p:txBody>
      </p:sp>
      <p:sp>
        <p:nvSpPr>
          <p:cNvPr id="56323" name="Text Box 1"/>
          <p:cNvSpPr txBox="1"/>
          <p:nvPr/>
        </p:nvSpPr>
        <p:spPr>
          <a:xfrm>
            <a:off x="3884613" y="8829675"/>
            <a:ext cx="2970212" cy="463550"/>
          </a:xfrm>
          <a:prstGeom prst="rect">
            <a:avLst/>
          </a:prstGeom>
          <a:noFill/>
          <a:ln w="9525">
            <a:noFill/>
          </a:ln>
        </p:spPr>
        <p:txBody>
          <a:bodyPr lIns="90000" tIns="46800" rIns="90000" bIns="46800" anchor="b" anchorCtr="0"/>
          <a:p>
            <a:pPr lvl="0" algn="r" defTabSz="449580" eaLnBrk="1" hangingPunct="1">
              <a:spcBef>
                <a:spcPts val="25"/>
              </a:spcBef>
              <a:spcAft>
                <a:spcPts val="25"/>
              </a:spcAft>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fld id="{9A0DB2DC-4C9A-4742-B13C-FB6460FD3503}" type="slidenum">
              <a:rPr lang="en-US" altLang="en-US" sz="1200" dirty="0">
                <a:solidFill>
                  <a:srgbClr val="000000"/>
                </a:solidFill>
                <a:cs typeface="Segoe UI" panose="020B0502040204020203" charset="0"/>
              </a:rPr>
            </a:fld>
            <a:endParaRPr lang="en-US" altLang="en-US" sz="1200" dirty="0">
              <a:solidFill>
                <a:srgbClr val="000000"/>
              </a:solidFill>
              <a:ea typeface="Segoe UI" panose="020B0502040204020203" charset="0"/>
              <a:cs typeface="Segoe UI" panose="020B0502040204020203" charset="0"/>
            </a:endParaRPr>
          </a:p>
        </p:txBody>
      </p:sp>
      <p:sp>
        <p:nvSpPr>
          <p:cNvPr id="56324" name="Rectangle 2"/>
          <p:cNvSpPr txBox="1">
            <a:spLocks noTextEdit="1"/>
          </p:cNvSpPr>
          <p:nvPr>
            <p:ph type="sldImg"/>
          </p:nvPr>
        </p:nvSpPr>
        <p:spPr>
          <a:xfrm>
            <a:off x="1104900" y="696913"/>
            <a:ext cx="4648200" cy="3486150"/>
          </a:xfrm>
          <a:solidFill>
            <a:srgbClr val="FFFFFF">
              <a:alpha val="100000"/>
            </a:srgbClr>
          </a:solidFill>
          <a:ln>
            <a:solidFill>
              <a:srgbClr val="000000">
                <a:alpha val="100000"/>
              </a:srgbClr>
            </a:solidFill>
            <a:miter lim="800000"/>
          </a:ln>
        </p:spPr>
      </p:sp>
      <p:sp>
        <p:nvSpPr>
          <p:cNvPr id="56325" name="Text Box 3"/>
          <p:cNvSpPr txBox="1"/>
          <p:nvPr>
            <p:ph type="body" idx="1"/>
          </p:nvPr>
        </p:nvSpPr>
        <p:spPr>
          <a:xfrm>
            <a:off x="685800" y="4416425"/>
            <a:ext cx="5486400" cy="4183063"/>
          </a:xfrm>
          <a:ln/>
        </p:spPr>
        <p:txBody>
          <a:bodyPr wrap="square" lIns="90000" tIns="46800" rIns="90000" bIns="46800" anchor="t" anchorCtr="0"/>
          <a:p>
            <a:pPr lvl="0" defTabSz="449580">
              <a:spcBef>
                <a:spcPts val="475"/>
              </a:spcBef>
              <a:spcAft>
                <a:spcPts val="25"/>
              </a:spcAft>
              <a:buClrTx/>
              <a:buFontTx/>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dirty="0">
                <a:ea typeface="Microsoft YaHei" panose="020B0503020204020204" charset="-122"/>
              </a:rPr>
              <a:t>Digital transmission. A receiver, using only information contained in the incoming digital transmission, correct bit errors in the data. The receiver may detect the presence of errors and then sends a request back the transmitter to retransmit the data in error. Practical wireless applications. Satellite communication, the amount of delays involved. Mobile communications. The bit errors are so high. </a:t>
            </a:r>
            <a:endParaRPr lang="en-IN" altLang="en-US" dirty="0">
              <a:ea typeface="Microsoft YaHei" panose="020B0503020204020204" charset="-122"/>
            </a:endParaRPr>
          </a:p>
          <a:p>
            <a:pPr lvl="0" defTabSz="449580">
              <a:spcBef>
                <a:spcPts val="475"/>
              </a:spcBef>
              <a:spcAft>
                <a:spcPts val="25"/>
              </a:spcAft>
              <a:buClrTx/>
              <a:buFontTx/>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dirty="0">
                <a:ea typeface="Microsoft YaHei" panose="020B0503020204020204" charset="-122"/>
              </a:rPr>
              <a:t>A coding algorithm. The threshold . The length of code and the nature of algorithm.</a:t>
            </a:r>
            <a:endParaRPr lang="en-IN" altLang="en-US" dirty="0">
              <a:ea typeface="Microsoft YaHei" panose="020B0503020204020204" charset="-122"/>
            </a:endParaRPr>
          </a:p>
          <a:p>
            <a:pPr lvl="0" defTabSz="449580">
              <a:spcBef>
                <a:spcPts val="475"/>
              </a:spcBef>
              <a:spcAft>
                <a:spcPts val="25"/>
              </a:spcAft>
              <a:buClrTx/>
              <a:buFontTx/>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dirty="0">
                <a:ea typeface="Microsoft YaHei" panose="020B0503020204020204" charset="-122"/>
              </a:rPr>
              <a:t>2-3</a:t>
            </a:r>
            <a:endParaRPr lang="en-IN" altLang="en-US" dirty="0">
              <a:ea typeface="Microsoft YaHei" panose="020B0503020204020204"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58370" name="Rectangle 9"/>
          <p:cNvSpPr txBox="1">
            <a:spLocks noGrp="1"/>
          </p:cNvSpPr>
          <p:nvPr>
            <p:ph type="sldNum" sz="quarter"/>
          </p:nvPr>
        </p:nvSpPr>
        <p:spPr>
          <a:xfrm>
            <a:off x="3884613" y="8829675"/>
            <a:ext cx="2967037" cy="460375"/>
          </a:xfrm>
          <a:prstGeom prst="rect">
            <a:avLst/>
          </a:prstGeom>
          <a:noFill/>
          <a:ln w="9525">
            <a:noFill/>
          </a:ln>
        </p:spPr>
        <p:txBody>
          <a:bodyPr lIns="90000" tIns="46800" rIns="90000" bIns="46800" anchor="b" anchorCtr="0"/>
          <a:p>
            <a:pPr lvl="0" algn="r" defTabSz="449580" eaLnBrk="1" hangingPunct="1">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fld id="{9A0DB2DC-4C9A-4742-B13C-FB6460FD3503}" type="slidenum">
              <a:rPr lang="en-US" altLang="en-US" sz="1200" dirty="0">
                <a:solidFill>
                  <a:srgbClr val="000000"/>
                </a:solidFill>
                <a:cs typeface="Segoe UI" panose="020B0502040204020203" charset="0"/>
              </a:rPr>
            </a:fld>
            <a:endParaRPr lang="en-US" altLang="en-US" sz="1200" dirty="0">
              <a:solidFill>
                <a:srgbClr val="000000"/>
              </a:solidFill>
              <a:ea typeface="Segoe UI" panose="020B0502040204020203" charset="0"/>
              <a:cs typeface="Segoe UI" panose="020B0502040204020203" charset="0"/>
            </a:endParaRPr>
          </a:p>
        </p:txBody>
      </p:sp>
      <p:sp>
        <p:nvSpPr>
          <p:cNvPr id="58371" name="Text Box 1"/>
          <p:cNvSpPr txBox="1"/>
          <p:nvPr/>
        </p:nvSpPr>
        <p:spPr>
          <a:xfrm>
            <a:off x="3884613" y="8829675"/>
            <a:ext cx="2970212" cy="463550"/>
          </a:xfrm>
          <a:prstGeom prst="rect">
            <a:avLst/>
          </a:prstGeom>
          <a:noFill/>
          <a:ln w="9525">
            <a:noFill/>
          </a:ln>
        </p:spPr>
        <p:txBody>
          <a:bodyPr lIns="90000" tIns="46800" rIns="90000" bIns="46800" anchor="b" anchorCtr="0"/>
          <a:p>
            <a:pPr lvl="0" algn="r" defTabSz="449580" eaLnBrk="1" hangingPunct="1">
              <a:spcBef>
                <a:spcPts val="25"/>
              </a:spcBef>
              <a:spcAft>
                <a:spcPts val="25"/>
              </a:spcAft>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fld id="{9A0DB2DC-4C9A-4742-B13C-FB6460FD3503}" type="slidenum">
              <a:rPr lang="en-US" altLang="en-US" sz="1200" dirty="0">
                <a:solidFill>
                  <a:srgbClr val="000000"/>
                </a:solidFill>
                <a:cs typeface="Segoe UI" panose="020B0502040204020203" charset="0"/>
              </a:rPr>
            </a:fld>
            <a:endParaRPr lang="en-US" altLang="en-US" sz="1200" dirty="0">
              <a:solidFill>
                <a:srgbClr val="000000"/>
              </a:solidFill>
              <a:ea typeface="Segoe UI" panose="020B0502040204020203" charset="0"/>
              <a:cs typeface="Segoe UI" panose="020B0502040204020203" charset="0"/>
            </a:endParaRPr>
          </a:p>
        </p:txBody>
      </p:sp>
      <p:sp>
        <p:nvSpPr>
          <p:cNvPr id="58372" name="Rectangle 2"/>
          <p:cNvSpPr txBox="1">
            <a:spLocks noTextEdit="1"/>
          </p:cNvSpPr>
          <p:nvPr>
            <p:ph type="sldImg"/>
          </p:nvPr>
        </p:nvSpPr>
        <p:spPr>
          <a:xfrm>
            <a:off x="1104900" y="696913"/>
            <a:ext cx="4648200" cy="3486150"/>
          </a:xfrm>
          <a:solidFill>
            <a:srgbClr val="FFFFFF">
              <a:alpha val="100000"/>
            </a:srgbClr>
          </a:solidFill>
          <a:ln>
            <a:solidFill>
              <a:srgbClr val="000000">
                <a:alpha val="100000"/>
              </a:srgbClr>
            </a:solidFill>
            <a:miter lim="800000"/>
          </a:ln>
        </p:spPr>
      </p:sp>
      <p:sp>
        <p:nvSpPr>
          <p:cNvPr id="58373" name="Text Box 3"/>
          <p:cNvSpPr txBox="1"/>
          <p:nvPr>
            <p:ph type="body" idx="1"/>
          </p:nvPr>
        </p:nvSpPr>
        <p:spPr>
          <a:xfrm>
            <a:off x="685800" y="4416425"/>
            <a:ext cx="5486400" cy="4183063"/>
          </a:xfrm>
          <a:ln/>
        </p:spPr>
        <p:txBody>
          <a:bodyPr wrap="square" lIns="90000" tIns="46800" rIns="90000" bIns="46800" anchor="t" anchorCtr="0"/>
          <a:p>
            <a:pPr lvl="0" defTabSz="449580">
              <a:spcBef>
                <a:spcPts val="475"/>
              </a:spcBef>
              <a:spcAft>
                <a:spcPts val="25"/>
              </a:spcAft>
              <a:buClrTx/>
              <a:buFontTx/>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US" altLang="en-US" dirty="0">
                <a:ea typeface="Microsoft YaHei" panose="020B0503020204020204" charset="-122"/>
              </a:rPr>
              <a:t>Linear equalizer circuit. For each output symbol, the input signal is sampled at five uniformly spaced intervals of time, separated by a delay T. the samples are individually weighted by the coefficients Ci, and sumed to the output symbol. Adaptive adjusted training sequence.</a:t>
            </a:r>
            <a:endParaRPr lang="en-US" altLang="en-US" dirty="0">
              <a:ea typeface="Microsoft YaHei" panose="020B0503020204020204"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60418" name="Rectangle 9"/>
          <p:cNvSpPr txBox="1">
            <a:spLocks noGrp="1"/>
          </p:cNvSpPr>
          <p:nvPr>
            <p:ph type="sldNum" sz="quarter"/>
          </p:nvPr>
        </p:nvSpPr>
        <p:spPr>
          <a:xfrm>
            <a:off x="3884613" y="8829675"/>
            <a:ext cx="2967037" cy="460375"/>
          </a:xfrm>
          <a:prstGeom prst="rect">
            <a:avLst/>
          </a:prstGeom>
          <a:noFill/>
          <a:ln w="9525">
            <a:noFill/>
          </a:ln>
        </p:spPr>
        <p:txBody>
          <a:bodyPr lIns="90000" tIns="46800" rIns="90000" bIns="46800" anchor="b" anchorCtr="0"/>
          <a:p>
            <a:pPr lvl="0" algn="r" defTabSz="449580" eaLnBrk="1" hangingPunct="1">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fld id="{9A0DB2DC-4C9A-4742-B13C-FB6460FD3503}" type="slidenum">
              <a:rPr lang="en-US" altLang="en-US" sz="1200" dirty="0">
                <a:solidFill>
                  <a:srgbClr val="000000"/>
                </a:solidFill>
                <a:cs typeface="Segoe UI" panose="020B0502040204020203" charset="0"/>
              </a:rPr>
            </a:fld>
            <a:endParaRPr lang="en-US" altLang="en-US" sz="1200" dirty="0">
              <a:solidFill>
                <a:srgbClr val="000000"/>
              </a:solidFill>
              <a:ea typeface="Segoe UI" panose="020B0502040204020203" charset="0"/>
              <a:cs typeface="Segoe UI" panose="020B0502040204020203" charset="0"/>
            </a:endParaRPr>
          </a:p>
        </p:txBody>
      </p:sp>
      <p:sp>
        <p:nvSpPr>
          <p:cNvPr id="60419" name="Text Box 1"/>
          <p:cNvSpPr txBox="1"/>
          <p:nvPr/>
        </p:nvSpPr>
        <p:spPr>
          <a:xfrm>
            <a:off x="3884613" y="8829675"/>
            <a:ext cx="2970212" cy="463550"/>
          </a:xfrm>
          <a:prstGeom prst="rect">
            <a:avLst/>
          </a:prstGeom>
          <a:noFill/>
          <a:ln w="9525">
            <a:noFill/>
          </a:ln>
        </p:spPr>
        <p:txBody>
          <a:bodyPr lIns="90000" tIns="46800" rIns="90000" bIns="46800" anchor="b" anchorCtr="0"/>
          <a:p>
            <a:pPr lvl="0" algn="r" defTabSz="449580" eaLnBrk="1" hangingPunct="1">
              <a:spcBef>
                <a:spcPts val="25"/>
              </a:spcBef>
              <a:spcAft>
                <a:spcPts val="25"/>
              </a:spcAft>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fld id="{9A0DB2DC-4C9A-4742-B13C-FB6460FD3503}" type="slidenum">
              <a:rPr lang="en-US" altLang="en-US" sz="1200" dirty="0">
                <a:solidFill>
                  <a:srgbClr val="000000"/>
                </a:solidFill>
                <a:cs typeface="Segoe UI" panose="020B0502040204020203" charset="0"/>
              </a:rPr>
            </a:fld>
            <a:endParaRPr lang="en-US" altLang="en-US" sz="1200" dirty="0">
              <a:solidFill>
                <a:srgbClr val="000000"/>
              </a:solidFill>
              <a:ea typeface="Segoe UI" panose="020B0502040204020203" charset="0"/>
              <a:cs typeface="Segoe UI" panose="020B0502040204020203" charset="0"/>
            </a:endParaRPr>
          </a:p>
        </p:txBody>
      </p:sp>
      <p:sp>
        <p:nvSpPr>
          <p:cNvPr id="60420" name="Rectangle 2"/>
          <p:cNvSpPr txBox="1">
            <a:spLocks noTextEdit="1"/>
          </p:cNvSpPr>
          <p:nvPr>
            <p:ph type="sldImg"/>
          </p:nvPr>
        </p:nvSpPr>
        <p:spPr>
          <a:xfrm>
            <a:off x="1104900" y="696913"/>
            <a:ext cx="4648200" cy="3486150"/>
          </a:xfrm>
          <a:solidFill>
            <a:srgbClr val="FFFFFF">
              <a:alpha val="100000"/>
            </a:srgbClr>
          </a:solidFill>
          <a:ln>
            <a:solidFill>
              <a:srgbClr val="000000">
                <a:alpha val="100000"/>
              </a:srgbClr>
            </a:solidFill>
            <a:miter lim="800000"/>
          </a:ln>
        </p:spPr>
      </p:sp>
      <p:sp>
        <p:nvSpPr>
          <p:cNvPr id="60421" name="Text Box 3"/>
          <p:cNvSpPr txBox="1"/>
          <p:nvPr>
            <p:ph type="body" idx="1"/>
          </p:nvPr>
        </p:nvSpPr>
        <p:spPr>
          <a:xfrm>
            <a:off x="685800" y="4416425"/>
            <a:ext cx="5486400" cy="4183063"/>
          </a:xfrm>
          <a:ln/>
        </p:spPr>
        <p:txBody>
          <a:bodyPr wrap="square" lIns="90000" tIns="46800" rIns="90000" bIns="46800" anchor="t" anchorCtr="0"/>
          <a:p>
            <a:pPr lvl="0" defTabSz="449580">
              <a:spcBef>
                <a:spcPts val="475"/>
              </a:spcBef>
              <a:spcAft>
                <a:spcPts val="25"/>
              </a:spcAft>
              <a:buClrTx/>
              <a:buFontTx/>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US" altLang="en-US" dirty="0">
                <a:ea typeface="Microsoft YaHei" panose="020B0503020204020204" charset="-122"/>
              </a:rPr>
              <a:t>We provide multiple logical channels in some sense between transmitter and receiver and sending part of the signal over each channel. The technique does not eliminate errors but it does reduce the error rate, because we have spread the transmission out to avoid being subjected to the highest error rate that might occur.</a:t>
            </a:r>
            <a:endParaRPr lang="en-US" altLang="en-US" dirty="0">
              <a:ea typeface="Microsoft YaHei" panose="020B0503020204020204" charset="-122"/>
            </a:endParaRPr>
          </a:p>
          <a:p>
            <a:pPr lvl="0" defTabSz="449580">
              <a:spcBef>
                <a:spcPts val="475"/>
              </a:spcBef>
              <a:spcAft>
                <a:spcPts val="25"/>
              </a:spcAft>
              <a:buClrTx/>
              <a:buFontTx/>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endParaRPr lang="en-US" altLang="en-US" dirty="0">
              <a:ea typeface="Microsoft YaHei" panose="020B0503020204020204" charset="-122"/>
            </a:endParaRPr>
          </a:p>
          <a:p>
            <a:pPr lvl="0" defTabSz="449580">
              <a:spcBef>
                <a:spcPts val="475"/>
              </a:spcBef>
              <a:spcAft>
                <a:spcPts val="25"/>
              </a:spcAft>
              <a:buClrTx/>
              <a:buFontTx/>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US" altLang="en-US" dirty="0">
                <a:ea typeface="Microsoft YaHei" panose="020B0503020204020204" charset="-122"/>
              </a:rPr>
              <a:t>Space: multiple nearby antennas may be used to receive the message, then reconstruct the most likely transmitted signal. Multiple directional antennas, each oriented to a different reception angle with the incoming signals, then combined to reconstruct the transmitted signal.</a:t>
            </a:r>
            <a:endParaRPr lang="en-US" altLang="en-US" dirty="0">
              <a:ea typeface="Microsoft YaHei" panose="020B0503020204020204" charset="-122"/>
            </a:endParaRPr>
          </a:p>
          <a:p>
            <a:pPr lvl="0" defTabSz="449580">
              <a:spcBef>
                <a:spcPts val="475"/>
              </a:spcBef>
              <a:spcAft>
                <a:spcPts val="25"/>
              </a:spcAft>
              <a:buClrTx/>
              <a:buFontTx/>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endParaRPr lang="en-US" altLang="en-US" dirty="0">
              <a:ea typeface="Microsoft YaHei" panose="020B0503020204020204" charset="-122"/>
            </a:endParaRPr>
          </a:p>
          <a:p>
            <a:pPr lvl="0" defTabSz="449580">
              <a:spcBef>
                <a:spcPts val="475"/>
              </a:spcBef>
              <a:spcAft>
                <a:spcPts val="25"/>
              </a:spcAft>
              <a:buClrTx/>
              <a:buFontTx/>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US" altLang="en-US" dirty="0">
                <a:ea typeface="Microsoft YaHei" panose="020B0503020204020204" charset="-122"/>
              </a:rPr>
              <a:t>So that a noise burst affects fewer bits. If a mobile host is moving slowly, it may remain in a region of a high level of fading for a relatively long interval. Even powerful error correction codes may be unable to cope with this error. If the data is transmitted in a TDM, in multiple users share the same physical channel by the use of time slots. interleaving</a:t>
            </a:r>
            <a:endParaRPr lang="en-US" altLang="en-US" dirty="0">
              <a:ea typeface="Microsoft YaHei" panose="020B0503020204020204"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62466" name="Rectangle 9"/>
          <p:cNvSpPr txBox="1">
            <a:spLocks noGrp="1"/>
          </p:cNvSpPr>
          <p:nvPr>
            <p:ph type="sldNum" sz="quarter"/>
          </p:nvPr>
        </p:nvSpPr>
        <p:spPr>
          <a:xfrm>
            <a:off x="3884613" y="8829675"/>
            <a:ext cx="2967037" cy="460375"/>
          </a:xfrm>
          <a:prstGeom prst="rect">
            <a:avLst/>
          </a:prstGeom>
          <a:noFill/>
          <a:ln w="9525">
            <a:noFill/>
          </a:ln>
        </p:spPr>
        <p:txBody>
          <a:bodyPr lIns="90000" tIns="46800" rIns="90000" bIns="46800" anchor="b" anchorCtr="0"/>
          <a:p>
            <a:pPr lvl="0" algn="r" defTabSz="449580" eaLnBrk="1" hangingPunct="1">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fld id="{9A0DB2DC-4C9A-4742-B13C-FB6460FD3503}" type="slidenum">
              <a:rPr lang="en-US" altLang="en-US" sz="1200" dirty="0">
                <a:solidFill>
                  <a:srgbClr val="000000"/>
                </a:solidFill>
                <a:cs typeface="Segoe UI" panose="020B0502040204020203" charset="0"/>
              </a:rPr>
            </a:fld>
            <a:endParaRPr lang="en-US" altLang="en-US" sz="1200" dirty="0">
              <a:solidFill>
                <a:srgbClr val="000000"/>
              </a:solidFill>
              <a:ea typeface="Segoe UI" panose="020B0502040204020203" charset="0"/>
              <a:cs typeface="Segoe UI" panose="020B0502040204020203" charset="0"/>
            </a:endParaRPr>
          </a:p>
        </p:txBody>
      </p:sp>
      <p:sp>
        <p:nvSpPr>
          <p:cNvPr id="62467" name="Rectangle 1"/>
          <p:cNvSpPr txBox="1">
            <a:spLocks noTextEdit="1"/>
          </p:cNvSpPr>
          <p:nvPr>
            <p:ph type="sldImg"/>
          </p:nvPr>
        </p:nvSpPr>
        <p:spPr>
          <a:xfrm>
            <a:off x="1104900" y="696913"/>
            <a:ext cx="4646613" cy="3484562"/>
          </a:xfrm>
          <a:solidFill>
            <a:srgbClr val="FFFFFF">
              <a:alpha val="100000"/>
            </a:srgbClr>
          </a:solidFill>
          <a:ln>
            <a:solidFill>
              <a:srgbClr val="000000">
                <a:alpha val="100000"/>
              </a:srgbClr>
            </a:solidFill>
            <a:miter lim="800000"/>
          </a:ln>
        </p:spPr>
      </p:sp>
      <p:sp>
        <p:nvSpPr>
          <p:cNvPr id="62468" name="Rectangle 2"/>
          <p:cNvSpPr txBox="1"/>
          <p:nvPr>
            <p:ph type="body" idx="1"/>
          </p:nvPr>
        </p:nvSpPr>
        <p:spPr>
          <a:xfrm>
            <a:off x="685800" y="4416425"/>
            <a:ext cx="5484813" cy="4181475"/>
          </a:xfrm>
          <a:ln/>
        </p:spPr>
        <p:txBody>
          <a:bodyPr wrap="none" lIns="90000" tIns="46800" rIns="90000" bIns="46800" anchor="ctr" anchorCtr="0"/>
          <a:p>
            <a:pPr lvl="0"/>
            <a:endParaRPr lang="en-US"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64514" name="Rectangle 9"/>
          <p:cNvSpPr txBox="1">
            <a:spLocks noGrp="1"/>
          </p:cNvSpPr>
          <p:nvPr>
            <p:ph type="sldNum" sz="quarter"/>
          </p:nvPr>
        </p:nvSpPr>
        <p:spPr>
          <a:xfrm>
            <a:off x="3884613" y="8829675"/>
            <a:ext cx="2967037" cy="460375"/>
          </a:xfrm>
          <a:prstGeom prst="rect">
            <a:avLst/>
          </a:prstGeom>
          <a:noFill/>
          <a:ln w="9525">
            <a:noFill/>
          </a:ln>
        </p:spPr>
        <p:txBody>
          <a:bodyPr lIns="90000" tIns="46800" rIns="90000" bIns="46800" anchor="b" anchorCtr="0"/>
          <a:p>
            <a:pPr lvl="0" algn="r" defTabSz="449580" eaLnBrk="1" hangingPunct="1">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fld id="{9A0DB2DC-4C9A-4742-B13C-FB6460FD3503}" type="slidenum">
              <a:rPr lang="en-US" altLang="en-US" sz="1200" dirty="0">
                <a:solidFill>
                  <a:srgbClr val="000000"/>
                </a:solidFill>
                <a:cs typeface="Segoe UI" panose="020B0502040204020203" charset="0"/>
              </a:rPr>
            </a:fld>
            <a:endParaRPr lang="en-US" altLang="en-US" sz="1200" dirty="0">
              <a:solidFill>
                <a:srgbClr val="000000"/>
              </a:solidFill>
              <a:ea typeface="Segoe UI" panose="020B0502040204020203" charset="0"/>
              <a:cs typeface="Segoe UI" panose="020B0502040204020203" charset="0"/>
            </a:endParaRPr>
          </a:p>
        </p:txBody>
      </p:sp>
      <p:sp>
        <p:nvSpPr>
          <p:cNvPr id="64515" name="Rectangle 1"/>
          <p:cNvSpPr txBox="1">
            <a:spLocks noTextEdit="1"/>
          </p:cNvSpPr>
          <p:nvPr>
            <p:ph type="sldImg"/>
          </p:nvPr>
        </p:nvSpPr>
        <p:spPr>
          <a:xfrm>
            <a:off x="1104900" y="696913"/>
            <a:ext cx="4648200" cy="3486150"/>
          </a:xfrm>
          <a:solidFill>
            <a:srgbClr val="FFFFFF">
              <a:alpha val="100000"/>
            </a:srgbClr>
          </a:solidFill>
          <a:ln>
            <a:solidFill>
              <a:srgbClr val="000000">
                <a:alpha val="100000"/>
              </a:srgbClr>
            </a:solidFill>
            <a:miter lim="800000"/>
          </a:ln>
        </p:spPr>
      </p:sp>
      <p:sp>
        <p:nvSpPr>
          <p:cNvPr id="64516" name="Rectangle 2"/>
          <p:cNvSpPr txBox="1"/>
          <p:nvPr>
            <p:ph type="body" idx="1"/>
          </p:nvPr>
        </p:nvSpPr>
        <p:spPr>
          <a:xfrm>
            <a:off x="685800" y="4416425"/>
            <a:ext cx="5486400" cy="4183063"/>
          </a:xfrm>
          <a:ln/>
        </p:spPr>
        <p:txBody>
          <a:bodyPr wrap="none" lIns="90000" tIns="46800" rIns="90000" bIns="46800" anchor="ctr" anchorCtr="0"/>
          <a:p>
            <a:pPr lvl="0"/>
            <a:endParaRPr lang="en-US"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Footer Placeholder 3"/>
          <p:cNvSpPr>
            <a:spLocks noGrp="1"/>
          </p:cNvSpPr>
          <p:nvPr>
            <p:ph type="ftr" idx="10"/>
          </p:nvPr>
        </p:nvSpPr>
        <p:spPr/>
        <p:txBody>
          <a:bodyPr/>
          <a:p>
            <a:pPr marL="0" marR="0" lvl="0" indent="0" algn="l" defTabSz="449580" rtl="0" eaLnBrk="1" fontAlgn="base" latinLnBrk="0" hangingPunct="0">
              <a:lnSpc>
                <a:spcPct val="100000"/>
              </a:lnSpc>
              <a:spcBef>
                <a:spcPts val="50"/>
              </a:spcBef>
              <a:spcAft>
                <a:spcPts val="50"/>
              </a:spcAft>
              <a:buClrTx/>
              <a:buSzPct val="100000"/>
              <a:buFontTx/>
              <a:buNone/>
              <a:tabLst>
                <a:tab pos="0" algn="l"/>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 pos="9434195" algn="l"/>
                <a:tab pos="9883775" algn="l"/>
                <a:tab pos="10332720" algn="l"/>
                <a:tab pos="10782300" algn="l"/>
              </a:tabLst>
              <a:defRPr/>
            </a:pPr>
            <a:endParaRPr kumimoji="0" lang="en-IN" altLang="en-US" sz="1800" b="1" i="0" u="none" strike="noStrike" kern="1200" cap="none" spc="0" normalizeH="0" baseline="0" noProof="0">
              <a:ln>
                <a:noFill/>
              </a:ln>
              <a:solidFill>
                <a:srgbClr val="FFFFFF"/>
              </a:solidFill>
              <a:effectLst/>
              <a:uLnTx/>
              <a:uFillTx/>
              <a:latin typeface="Source Sans Pro Black" pitchFamily="32" charset="0"/>
              <a:ea typeface="Microsoft YaHei" panose="020B0503020204020204" charset="-122"/>
              <a:cs typeface="Segoe UI" panose="020B0502040204020203" charset="0"/>
            </a:endParaRPr>
          </a:p>
        </p:txBody>
      </p:sp>
      <p:sp>
        <p:nvSpPr>
          <p:cNvPr id="5" name="Slide Number Placeholder 4"/>
          <p:cNvSpPr>
            <a:spLocks noGrp="1"/>
          </p:cNvSpPr>
          <p:nvPr>
            <p:ph type="sldNum" idx="11"/>
          </p:nvPr>
        </p:nvSpPr>
        <p:spPr/>
        <p:txBody>
          <a:bodyPr/>
          <a:p>
            <a:pPr lvl="0" defTabSz="449580" eaLnBrk="1">
              <a:spcBef>
                <a:spcPts val="50"/>
              </a:spcBef>
              <a:spcAft>
                <a:spcPts val="50"/>
              </a:spcAft>
              <a:buClrTx/>
              <a:tabLst>
                <a:tab pos="0" algn="l"/>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 pos="9434830" algn="l"/>
                <a:tab pos="9883775" algn="l"/>
                <a:tab pos="10333355" algn="l"/>
                <a:tab pos="10782300" algn="l"/>
              </a:tabLst>
            </a:pPr>
            <a:fld id="{9A0DB2DC-4C9A-4742-B13C-FB6460FD3503}" type="slidenum">
              <a:rPr lang="en-IN" altLang="en-US" dirty="0">
                <a:cs typeface="Segoe UI" panose="020B0502040204020203" charset="0"/>
              </a:rPr>
            </a:fld>
            <a:endParaRPr lang="en-IN" altLang="en-US" dirty="0">
              <a:latin typeface="Times New Roman" panose="02020603050405020304" pitchFamily="16" charset="0"/>
              <a:cs typeface="Segoe UI" panose="020B0502040204020203" charset="0"/>
            </a:endParaRPr>
          </a:p>
        </p:txBody>
      </p:sp>
      <p:sp>
        <p:nvSpPr>
          <p:cNvPr id="6" name="Date Placeholder 5"/>
          <p:cNvSpPr>
            <a:spLocks noGrp="1"/>
          </p:cNvSpPr>
          <p:nvPr>
            <p:ph type="dt" idx="12"/>
          </p:nvPr>
        </p:nvSpPr>
        <p:spPr/>
        <p:txBody>
          <a:bodyPr/>
          <a:p>
            <a:pPr marL="0" marR="0" lvl="0" indent="0" algn="l" defTabSz="449580" rtl="0" eaLnBrk="1" fontAlgn="base" latinLnBrk="0" hangingPunct="0">
              <a:lnSpc>
                <a:spcPct val="100000"/>
              </a:lnSpc>
              <a:spcBef>
                <a:spcPts val="50"/>
              </a:spcBef>
              <a:spcAft>
                <a:spcPts val="50"/>
              </a:spcAft>
              <a:buClrTx/>
              <a:buSzPct val="100000"/>
              <a:buFontTx/>
              <a:buNone/>
              <a:tabLst>
                <a:tab pos="0" algn="l"/>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 pos="9434195" algn="l"/>
                <a:tab pos="9883775" algn="l"/>
                <a:tab pos="10332720" algn="l"/>
                <a:tab pos="10782300" algn="l"/>
              </a:tabLst>
              <a:defRPr/>
            </a:pPr>
            <a:endParaRPr kumimoji="0" lang="en-IN" altLang="en-US" sz="1400" b="0" i="0" u="none" strike="noStrike" kern="1200" cap="none" spc="0" normalizeH="0" baseline="0" noProof="0">
              <a:ln>
                <a:noFill/>
              </a:ln>
              <a:solidFill>
                <a:srgbClr val="000000"/>
              </a:solidFill>
              <a:effectLst/>
              <a:uLnTx/>
              <a:uFillTx/>
              <a:latin typeface="Times New Roman" panose="02020603050405020304" pitchFamily="16" charset="0"/>
              <a:ea typeface="Microsoft YaHei" panose="020B0503020204020204" charset="-122"/>
              <a:cs typeface="Segoe UI" panose="020B0502040204020203"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Footer Placeholder 3"/>
          <p:cNvSpPr>
            <a:spLocks noGrp="1"/>
          </p:cNvSpPr>
          <p:nvPr>
            <p:ph type="ftr" idx="10"/>
          </p:nvPr>
        </p:nvSpPr>
        <p:spPr/>
        <p:txBody>
          <a:bodyPr/>
          <a:p>
            <a:pPr marL="0" marR="0" lvl="0" indent="0" algn="l" defTabSz="449580" rtl="0" eaLnBrk="1" fontAlgn="base" latinLnBrk="0" hangingPunct="0">
              <a:lnSpc>
                <a:spcPct val="100000"/>
              </a:lnSpc>
              <a:spcBef>
                <a:spcPts val="50"/>
              </a:spcBef>
              <a:spcAft>
                <a:spcPts val="50"/>
              </a:spcAft>
              <a:buClrTx/>
              <a:buSzPct val="100000"/>
              <a:buFontTx/>
              <a:buNone/>
              <a:tabLst>
                <a:tab pos="0" algn="l"/>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 pos="9434195" algn="l"/>
                <a:tab pos="9883775" algn="l"/>
                <a:tab pos="10332720" algn="l"/>
                <a:tab pos="10782300" algn="l"/>
              </a:tabLst>
              <a:defRPr/>
            </a:pPr>
            <a:endParaRPr kumimoji="0" lang="en-IN" altLang="en-US" sz="1800" b="1" i="0" u="none" strike="noStrike" kern="1200" cap="none" spc="0" normalizeH="0" baseline="0" noProof="0">
              <a:ln>
                <a:noFill/>
              </a:ln>
              <a:solidFill>
                <a:srgbClr val="FFFFFF"/>
              </a:solidFill>
              <a:effectLst/>
              <a:uLnTx/>
              <a:uFillTx/>
              <a:latin typeface="Source Sans Pro Black" pitchFamily="32" charset="0"/>
              <a:ea typeface="Microsoft YaHei" panose="020B0503020204020204" charset="-122"/>
              <a:cs typeface="Segoe UI" panose="020B0502040204020203" charset="0"/>
            </a:endParaRPr>
          </a:p>
        </p:txBody>
      </p:sp>
      <p:sp>
        <p:nvSpPr>
          <p:cNvPr id="5" name="Slide Number Placeholder 4"/>
          <p:cNvSpPr>
            <a:spLocks noGrp="1"/>
          </p:cNvSpPr>
          <p:nvPr>
            <p:ph type="sldNum" idx="11"/>
          </p:nvPr>
        </p:nvSpPr>
        <p:spPr/>
        <p:txBody>
          <a:bodyPr/>
          <a:p>
            <a:pPr lvl="0" defTabSz="449580" eaLnBrk="1">
              <a:spcBef>
                <a:spcPts val="50"/>
              </a:spcBef>
              <a:spcAft>
                <a:spcPts val="50"/>
              </a:spcAft>
              <a:buClrTx/>
              <a:tabLst>
                <a:tab pos="0" algn="l"/>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 pos="9434830" algn="l"/>
                <a:tab pos="9883775" algn="l"/>
                <a:tab pos="10333355" algn="l"/>
                <a:tab pos="10782300" algn="l"/>
              </a:tabLst>
            </a:pPr>
            <a:fld id="{9A0DB2DC-4C9A-4742-B13C-FB6460FD3503}" type="slidenum">
              <a:rPr lang="en-IN" altLang="en-US" dirty="0">
                <a:cs typeface="Segoe UI" panose="020B0502040204020203" charset="0"/>
              </a:rPr>
            </a:fld>
            <a:endParaRPr lang="en-IN" altLang="en-US" dirty="0">
              <a:latin typeface="Times New Roman" panose="02020603050405020304" pitchFamily="16" charset="0"/>
              <a:cs typeface="Segoe UI" panose="020B0502040204020203" charset="0"/>
            </a:endParaRPr>
          </a:p>
        </p:txBody>
      </p:sp>
      <p:sp>
        <p:nvSpPr>
          <p:cNvPr id="6" name="Date Placeholder 5"/>
          <p:cNvSpPr>
            <a:spLocks noGrp="1"/>
          </p:cNvSpPr>
          <p:nvPr>
            <p:ph type="dt" idx="12"/>
          </p:nvPr>
        </p:nvSpPr>
        <p:spPr/>
        <p:txBody>
          <a:bodyPr/>
          <a:p>
            <a:pPr marL="0" marR="0" lvl="0" indent="0" algn="l" defTabSz="449580" rtl="0" eaLnBrk="1" fontAlgn="base" latinLnBrk="0" hangingPunct="0">
              <a:lnSpc>
                <a:spcPct val="100000"/>
              </a:lnSpc>
              <a:spcBef>
                <a:spcPts val="50"/>
              </a:spcBef>
              <a:spcAft>
                <a:spcPts val="50"/>
              </a:spcAft>
              <a:buClrTx/>
              <a:buSzPct val="100000"/>
              <a:buFontTx/>
              <a:buNone/>
              <a:tabLst>
                <a:tab pos="0" algn="l"/>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 pos="9434195" algn="l"/>
                <a:tab pos="9883775" algn="l"/>
                <a:tab pos="10332720" algn="l"/>
                <a:tab pos="10782300" algn="l"/>
              </a:tabLst>
              <a:defRPr/>
            </a:pPr>
            <a:endParaRPr kumimoji="0" lang="en-IN" altLang="en-US" sz="1400" b="0" i="0" u="none" strike="noStrike" kern="1200" cap="none" spc="0" normalizeH="0" baseline="0" noProof="0">
              <a:ln>
                <a:noFill/>
              </a:ln>
              <a:solidFill>
                <a:srgbClr val="000000"/>
              </a:solidFill>
              <a:effectLst/>
              <a:uLnTx/>
              <a:uFillTx/>
              <a:latin typeface="Times New Roman" panose="02020603050405020304" pitchFamily="16" charset="0"/>
              <a:ea typeface="Microsoft YaHei" panose="020B0503020204020204" charset="-122"/>
              <a:cs typeface="Segoe UI" panose="020B0502040204020203"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endParaRPr lang="en-US"/>
          </a:p>
        </p:txBody>
      </p:sp>
      <p:sp>
        <p:nvSpPr>
          <p:cNvPr id="4" name="Footer Placeholder 3"/>
          <p:cNvSpPr>
            <a:spLocks noGrp="1"/>
          </p:cNvSpPr>
          <p:nvPr>
            <p:ph type="ftr" idx="10"/>
          </p:nvPr>
        </p:nvSpPr>
        <p:spPr/>
        <p:txBody>
          <a:bodyPr/>
          <a:p>
            <a:pPr marL="0" marR="0" lvl="0" indent="0" algn="l" defTabSz="449580" rtl="0" eaLnBrk="1" fontAlgn="base" latinLnBrk="0" hangingPunct="0">
              <a:lnSpc>
                <a:spcPct val="100000"/>
              </a:lnSpc>
              <a:spcBef>
                <a:spcPts val="50"/>
              </a:spcBef>
              <a:spcAft>
                <a:spcPts val="50"/>
              </a:spcAft>
              <a:buClrTx/>
              <a:buSzPct val="100000"/>
              <a:buFontTx/>
              <a:buNone/>
              <a:tabLst>
                <a:tab pos="0" algn="l"/>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 pos="9434195" algn="l"/>
                <a:tab pos="9883775" algn="l"/>
                <a:tab pos="10332720" algn="l"/>
                <a:tab pos="10782300" algn="l"/>
              </a:tabLst>
              <a:defRPr/>
            </a:pPr>
            <a:endParaRPr kumimoji="0" lang="en-IN" altLang="en-US" sz="1800" b="1" i="0" u="none" strike="noStrike" kern="1200" cap="none" spc="0" normalizeH="0" baseline="0" noProof="0">
              <a:ln>
                <a:noFill/>
              </a:ln>
              <a:solidFill>
                <a:srgbClr val="FFFFFF"/>
              </a:solidFill>
              <a:effectLst/>
              <a:uLnTx/>
              <a:uFillTx/>
              <a:latin typeface="Source Sans Pro Black" pitchFamily="32" charset="0"/>
              <a:ea typeface="Microsoft YaHei" panose="020B0503020204020204" charset="-122"/>
              <a:cs typeface="Segoe UI" panose="020B0502040204020203" charset="0"/>
            </a:endParaRPr>
          </a:p>
        </p:txBody>
      </p:sp>
      <p:sp>
        <p:nvSpPr>
          <p:cNvPr id="5" name="Slide Number Placeholder 4"/>
          <p:cNvSpPr>
            <a:spLocks noGrp="1"/>
          </p:cNvSpPr>
          <p:nvPr>
            <p:ph type="sldNum" idx="11"/>
          </p:nvPr>
        </p:nvSpPr>
        <p:spPr/>
        <p:txBody>
          <a:bodyPr/>
          <a:p>
            <a:pPr lvl="0" defTabSz="449580" eaLnBrk="1">
              <a:spcBef>
                <a:spcPts val="50"/>
              </a:spcBef>
              <a:spcAft>
                <a:spcPts val="50"/>
              </a:spcAft>
              <a:buClrTx/>
              <a:tabLst>
                <a:tab pos="0" algn="l"/>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 pos="9434830" algn="l"/>
                <a:tab pos="9883775" algn="l"/>
                <a:tab pos="10333355" algn="l"/>
                <a:tab pos="10782300" algn="l"/>
              </a:tabLst>
            </a:pPr>
            <a:fld id="{9A0DB2DC-4C9A-4742-B13C-FB6460FD3503}" type="slidenum">
              <a:rPr lang="en-IN" altLang="en-US" dirty="0">
                <a:cs typeface="Segoe UI" panose="020B0502040204020203" charset="0"/>
              </a:rPr>
            </a:fld>
            <a:endParaRPr lang="en-IN" altLang="en-US" dirty="0">
              <a:latin typeface="Times New Roman" panose="02020603050405020304" pitchFamily="16" charset="0"/>
              <a:cs typeface="Segoe UI" panose="020B0502040204020203" charset="0"/>
            </a:endParaRPr>
          </a:p>
        </p:txBody>
      </p:sp>
      <p:sp>
        <p:nvSpPr>
          <p:cNvPr id="6" name="Date Placeholder 5"/>
          <p:cNvSpPr>
            <a:spLocks noGrp="1"/>
          </p:cNvSpPr>
          <p:nvPr>
            <p:ph type="dt" idx="12"/>
          </p:nvPr>
        </p:nvSpPr>
        <p:spPr/>
        <p:txBody>
          <a:bodyPr/>
          <a:p>
            <a:pPr marL="0" marR="0" lvl="0" indent="0" algn="l" defTabSz="449580" rtl="0" eaLnBrk="1" fontAlgn="base" latinLnBrk="0" hangingPunct="0">
              <a:lnSpc>
                <a:spcPct val="100000"/>
              </a:lnSpc>
              <a:spcBef>
                <a:spcPts val="50"/>
              </a:spcBef>
              <a:spcAft>
                <a:spcPts val="50"/>
              </a:spcAft>
              <a:buClrTx/>
              <a:buSzPct val="100000"/>
              <a:buFontTx/>
              <a:buNone/>
              <a:tabLst>
                <a:tab pos="0" algn="l"/>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 pos="9434195" algn="l"/>
                <a:tab pos="9883775" algn="l"/>
                <a:tab pos="10332720" algn="l"/>
                <a:tab pos="10782300" algn="l"/>
              </a:tabLst>
              <a:defRPr/>
            </a:pPr>
            <a:endParaRPr kumimoji="0" lang="en-IN" altLang="en-US" sz="1400" b="0" i="0" u="none" strike="noStrike" kern="1200" cap="none" spc="0" normalizeH="0" baseline="0" noProof="0">
              <a:ln>
                <a:noFill/>
              </a:ln>
              <a:solidFill>
                <a:srgbClr val="000000"/>
              </a:solidFill>
              <a:effectLst/>
              <a:uLnTx/>
              <a:uFillTx/>
              <a:latin typeface="Times New Roman" panose="02020603050405020304" pitchFamily="16" charset="0"/>
              <a:ea typeface="Microsoft YaHei" panose="020B0503020204020204" charset="-122"/>
              <a:cs typeface="Segoe UI" panose="020B0502040204020203"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5613" y="1604963"/>
            <a:ext cx="4035425" cy="3970337"/>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4643438" y="1604963"/>
            <a:ext cx="4035425" cy="3970337"/>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Footer Placeholder 4"/>
          <p:cNvSpPr>
            <a:spLocks noGrp="1"/>
          </p:cNvSpPr>
          <p:nvPr>
            <p:ph type="ftr" idx="10"/>
          </p:nvPr>
        </p:nvSpPr>
        <p:spPr/>
        <p:txBody>
          <a:bodyPr/>
          <a:p>
            <a:pPr marL="0" marR="0" lvl="0" indent="0" algn="l" defTabSz="449580" rtl="0" eaLnBrk="1" fontAlgn="base" latinLnBrk="0" hangingPunct="0">
              <a:lnSpc>
                <a:spcPct val="100000"/>
              </a:lnSpc>
              <a:spcBef>
                <a:spcPts val="50"/>
              </a:spcBef>
              <a:spcAft>
                <a:spcPts val="50"/>
              </a:spcAft>
              <a:buClrTx/>
              <a:buSzPct val="100000"/>
              <a:buFontTx/>
              <a:buNone/>
              <a:tabLst>
                <a:tab pos="0" algn="l"/>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 pos="9434195" algn="l"/>
                <a:tab pos="9883775" algn="l"/>
                <a:tab pos="10332720" algn="l"/>
                <a:tab pos="10782300" algn="l"/>
              </a:tabLst>
              <a:defRPr/>
            </a:pPr>
            <a:endParaRPr kumimoji="0" lang="en-IN" altLang="en-US" sz="1800" b="1" i="0" u="none" strike="noStrike" kern="1200" cap="none" spc="0" normalizeH="0" baseline="0" noProof="0">
              <a:ln>
                <a:noFill/>
              </a:ln>
              <a:solidFill>
                <a:srgbClr val="FFFFFF"/>
              </a:solidFill>
              <a:effectLst/>
              <a:uLnTx/>
              <a:uFillTx/>
              <a:latin typeface="Source Sans Pro Black" pitchFamily="32" charset="0"/>
              <a:ea typeface="Microsoft YaHei" panose="020B0503020204020204" charset="-122"/>
              <a:cs typeface="Segoe UI" panose="020B0502040204020203" charset="0"/>
            </a:endParaRPr>
          </a:p>
        </p:txBody>
      </p:sp>
      <p:sp>
        <p:nvSpPr>
          <p:cNvPr id="6" name="Slide Number Placeholder 5"/>
          <p:cNvSpPr>
            <a:spLocks noGrp="1"/>
          </p:cNvSpPr>
          <p:nvPr>
            <p:ph type="sldNum" idx="11"/>
          </p:nvPr>
        </p:nvSpPr>
        <p:spPr/>
        <p:txBody>
          <a:bodyPr/>
          <a:p>
            <a:pPr lvl="0" defTabSz="449580" eaLnBrk="1">
              <a:spcBef>
                <a:spcPts val="50"/>
              </a:spcBef>
              <a:spcAft>
                <a:spcPts val="50"/>
              </a:spcAft>
              <a:buClrTx/>
              <a:tabLst>
                <a:tab pos="0" algn="l"/>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 pos="9434830" algn="l"/>
                <a:tab pos="9883775" algn="l"/>
                <a:tab pos="10333355" algn="l"/>
                <a:tab pos="10782300" algn="l"/>
              </a:tabLst>
            </a:pPr>
            <a:fld id="{9A0DB2DC-4C9A-4742-B13C-FB6460FD3503}" type="slidenum">
              <a:rPr lang="en-IN" altLang="en-US" dirty="0">
                <a:cs typeface="Segoe UI" panose="020B0502040204020203" charset="0"/>
              </a:rPr>
            </a:fld>
            <a:endParaRPr lang="en-IN" altLang="en-US" dirty="0">
              <a:latin typeface="Times New Roman" panose="02020603050405020304" pitchFamily="16" charset="0"/>
              <a:cs typeface="Segoe UI" panose="020B0502040204020203" charset="0"/>
            </a:endParaRPr>
          </a:p>
        </p:txBody>
      </p:sp>
      <p:sp>
        <p:nvSpPr>
          <p:cNvPr id="7" name="Date Placeholder 6"/>
          <p:cNvSpPr>
            <a:spLocks noGrp="1"/>
          </p:cNvSpPr>
          <p:nvPr>
            <p:ph type="dt" idx="12"/>
          </p:nvPr>
        </p:nvSpPr>
        <p:spPr/>
        <p:txBody>
          <a:bodyPr/>
          <a:p>
            <a:pPr marL="0" marR="0" lvl="0" indent="0" algn="l" defTabSz="449580" rtl="0" eaLnBrk="1" fontAlgn="base" latinLnBrk="0" hangingPunct="0">
              <a:lnSpc>
                <a:spcPct val="100000"/>
              </a:lnSpc>
              <a:spcBef>
                <a:spcPts val="50"/>
              </a:spcBef>
              <a:spcAft>
                <a:spcPts val="50"/>
              </a:spcAft>
              <a:buClrTx/>
              <a:buSzPct val="100000"/>
              <a:buFontTx/>
              <a:buNone/>
              <a:tabLst>
                <a:tab pos="0" algn="l"/>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 pos="9434195" algn="l"/>
                <a:tab pos="9883775" algn="l"/>
                <a:tab pos="10332720" algn="l"/>
                <a:tab pos="10782300" algn="l"/>
              </a:tabLst>
              <a:defRPr/>
            </a:pPr>
            <a:endParaRPr kumimoji="0" lang="en-IN" altLang="en-US" sz="1400" b="0" i="0" u="none" strike="noStrike" kern="1200" cap="none" spc="0" normalizeH="0" baseline="0" noProof="0">
              <a:ln>
                <a:noFill/>
              </a:ln>
              <a:solidFill>
                <a:srgbClr val="000000"/>
              </a:solidFill>
              <a:effectLst/>
              <a:uLnTx/>
              <a:uFillTx/>
              <a:latin typeface="Times New Roman" panose="02020603050405020304" pitchFamily="16" charset="0"/>
              <a:ea typeface="Microsoft YaHei" panose="020B0503020204020204" charset="-122"/>
              <a:cs typeface="Segoe UI" panose="020B0502040204020203"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Footer Placeholder 6"/>
          <p:cNvSpPr>
            <a:spLocks noGrp="1"/>
          </p:cNvSpPr>
          <p:nvPr>
            <p:ph type="ftr" idx="10"/>
          </p:nvPr>
        </p:nvSpPr>
        <p:spPr/>
        <p:txBody>
          <a:bodyPr/>
          <a:p>
            <a:pPr marL="0" marR="0" lvl="0" indent="0" algn="l" defTabSz="449580" rtl="0" eaLnBrk="1" fontAlgn="base" latinLnBrk="0" hangingPunct="0">
              <a:lnSpc>
                <a:spcPct val="100000"/>
              </a:lnSpc>
              <a:spcBef>
                <a:spcPts val="50"/>
              </a:spcBef>
              <a:spcAft>
                <a:spcPts val="50"/>
              </a:spcAft>
              <a:buClrTx/>
              <a:buSzPct val="100000"/>
              <a:buFontTx/>
              <a:buNone/>
              <a:tabLst>
                <a:tab pos="0" algn="l"/>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 pos="9434195" algn="l"/>
                <a:tab pos="9883775" algn="l"/>
                <a:tab pos="10332720" algn="l"/>
                <a:tab pos="10782300" algn="l"/>
              </a:tabLst>
              <a:defRPr/>
            </a:pPr>
            <a:endParaRPr kumimoji="0" lang="en-IN" altLang="en-US" sz="1800" b="1" i="0" u="none" strike="noStrike" kern="1200" cap="none" spc="0" normalizeH="0" baseline="0" noProof="0">
              <a:ln>
                <a:noFill/>
              </a:ln>
              <a:solidFill>
                <a:srgbClr val="FFFFFF"/>
              </a:solidFill>
              <a:effectLst/>
              <a:uLnTx/>
              <a:uFillTx/>
              <a:latin typeface="Source Sans Pro Black" pitchFamily="32" charset="0"/>
              <a:ea typeface="Microsoft YaHei" panose="020B0503020204020204" charset="-122"/>
              <a:cs typeface="Segoe UI" panose="020B0502040204020203" charset="0"/>
            </a:endParaRPr>
          </a:p>
        </p:txBody>
      </p:sp>
      <p:sp>
        <p:nvSpPr>
          <p:cNvPr id="8" name="Slide Number Placeholder 7"/>
          <p:cNvSpPr>
            <a:spLocks noGrp="1"/>
          </p:cNvSpPr>
          <p:nvPr>
            <p:ph type="sldNum" idx="11"/>
          </p:nvPr>
        </p:nvSpPr>
        <p:spPr/>
        <p:txBody>
          <a:bodyPr/>
          <a:p>
            <a:pPr lvl="0" defTabSz="449580" eaLnBrk="1">
              <a:spcBef>
                <a:spcPts val="50"/>
              </a:spcBef>
              <a:spcAft>
                <a:spcPts val="50"/>
              </a:spcAft>
              <a:buClrTx/>
              <a:tabLst>
                <a:tab pos="0" algn="l"/>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 pos="9434830" algn="l"/>
                <a:tab pos="9883775" algn="l"/>
                <a:tab pos="10333355" algn="l"/>
                <a:tab pos="10782300" algn="l"/>
              </a:tabLst>
            </a:pPr>
            <a:fld id="{9A0DB2DC-4C9A-4742-B13C-FB6460FD3503}" type="slidenum">
              <a:rPr lang="en-IN" altLang="en-US" dirty="0">
                <a:cs typeface="Segoe UI" panose="020B0502040204020203" charset="0"/>
              </a:rPr>
            </a:fld>
            <a:endParaRPr lang="en-IN" altLang="en-US" dirty="0">
              <a:latin typeface="Times New Roman" panose="02020603050405020304" pitchFamily="16" charset="0"/>
              <a:cs typeface="Segoe UI" panose="020B0502040204020203" charset="0"/>
            </a:endParaRPr>
          </a:p>
        </p:txBody>
      </p:sp>
      <p:sp>
        <p:nvSpPr>
          <p:cNvPr id="9" name="Date Placeholder 8"/>
          <p:cNvSpPr>
            <a:spLocks noGrp="1"/>
          </p:cNvSpPr>
          <p:nvPr>
            <p:ph type="dt" idx="12"/>
          </p:nvPr>
        </p:nvSpPr>
        <p:spPr/>
        <p:txBody>
          <a:bodyPr/>
          <a:p>
            <a:pPr marL="0" marR="0" lvl="0" indent="0" algn="l" defTabSz="449580" rtl="0" eaLnBrk="1" fontAlgn="base" latinLnBrk="0" hangingPunct="0">
              <a:lnSpc>
                <a:spcPct val="100000"/>
              </a:lnSpc>
              <a:spcBef>
                <a:spcPts val="50"/>
              </a:spcBef>
              <a:spcAft>
                <a:spcPts val="50"/>
              </a:spcAft>
              <a:buClrTx/>
              <a:buSzPct val="100000"/>
              <a:buFontTx/>
              <a:buNone/>
              <a:tabLst>
                <a:tab pos="0" algn="l"/>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 pos="9434195" algn="l"/>
                <a:tab pos="9883775" algn="l"/>
                <a:tab pos="10332720" algn="l"/>
                <a:tab pos="10782300" algn="l"/>
              </a:tabLst>
              <a:defRPr/>
            </a:pPr>
            <a:endParaRPr kumimoji="0" lang="en-IN" altLang="en-US" sz="1400" b="0" i="0" u="none" strike="noStrike" kern="1200" cap="none" spc="0" normalizeH="0" baseline="0" noProof="0">
              <a:ln>
                <a:noFill/>
              </a:ln>
              <a:solidFill>
                <a:srgbClr val="000000"/>
              </a:solidFill>
              <a:effectLst/>
              <a:uLnTx/>
              <a:uFillTx/>
              <a:latin typeface="Times New Roman" panose="02020603050405020304" pitchFamily="16" charset="0"/>
              <a:ea typeface="Microsoft YaHei" panose="020B0503020204020204" charset="-122"/>
              <a:cs typeface="Segoe UI" panose="020B0502040204020203"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idx="10"/>
          </p:nvPr>
        </p:nvSpPr>
        <p:spPr/>
        <p:txBody>
          <a:bodyPr/>
          <a:p>
            <a:pPr marL="0" marR="0" lvl="0" indent="0" algn="l" defTabSz="449580" rtl="0" eaLnBrk="1" fontAlgn="base" latinLnBrk="0" hangingPunct="0">
              <a:lnSpc>
                <a:spcPct val="100000"/>
              </a:lnSpc>
              <a:spcBef>
                <a:spcPts val="50"/>
              </a:spcBef>
              <a:spcAft>
                <a:spcPts val="50"/>
              </a:spcAft>
              <a:buClrTx/>
              <a:buSzPct val="100000"/>
              <a:buFontTx/>
              <a:buNone/>
              <a:tabLst>
                <a:tab pos="0" algn="l"/>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 pos="9434195" algn="l"/>
                <a:tab pos="9883775" algn="l"/>
                <a:tab pos="10332720" algn="l"/>
                <a:tab pos="10782300" algn="l"/>
              </a:tabLst>
              <a:defRPr/>
            </a:pPr>
            <a:endParaRPr kumimoji="0" lang="en-IN" altLang="en-US" sz="1800" b="1" i="0" u="none" strike="noStrike" kern="1200" cap="none" spc="0" normalizeH="0" baseline="0" noProof="0">
              <a:ln>
                <a:noFill/>
              </a:ln>
              <a:solidFill>
                <a:srgbClr val="FFFFFF"/>
              </a:solidFill>
              <a:effectLst/>
              <a:uLnTx/>
              <a:uFillTx/>
              <a:latin typeface="Source Sans Pro Black" pitchFamily="32" charset="0"/>
              <a:ea typeface="Microsoft YaHei" panose="020B0503020204020204" charset="-122"/>
              <a:cs typeface="Segoe UI" panose="020B0502040204020203" charset="0"/>
            </a:endParaRPr>
          </a:p>
        </p:txBody>
      </p:sp>
      <p:sp>
        <p:nvSpPr>
          <p:cNvPr id="4" name="Slide Number Placeholder 3"/>
          <p:cNvSpPr>
            <a:spLocks noGrp="1"/>
          </p:cNvSpPr>
          <p:nvPr>
            <p:ph type="sldNum" idx="11"/>
          </p:nvPr>
        </p:nvSpPr>
        <p:spPr/>
        <p:txBody>
          <a:bodyPr/>
          <a:p>
            <a:pPr lvl="0" defTabSz="449580" eaLnBrk="1">
              <a:spcBef>
                <a:spcPts val="50"/>
              </a:spcBef>
              <a:spcAft>
                <a:spcPts val="50"/>
              </a:spcAft>
              <a:buClrTx/>
              <a:tabLst>
                <a:tab pos="0" algn="l"/>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 pos="9434830" algn="l"/>
                <a:tab pos="9883775" algn="l"/>
                <a:tab pos="10333355" algn="l"/>
                <a:tab pos="10782300" algn="l"/>
              </a:tabLst>
            </a:pPr>
            <a:fld id="{9A0DB2DC-4C9A-4742-B13C-FB6460FD3503}" type="slidenum">
              <a:rPr lang="en-IN" altLang="en-US" dirty="0">
                <a:cs typeface="Segoe UI" panose="020B0502040204020203" charset="0"/>
              </a:rPr>
            </a:fld>
            <a:endParaRPr lang="en-IN" altLang="en-US" dirty="0">
              <a:latin typeface="Times New Roman" panose="02020603050405020304" pitchFamily="16" charset="0"/>
              <a:cs typeface="Segoe UI" panose="020B0502040204020203" charset="0"/>
            </a:endParaRPr>
          </a:p>
        </p:txBody>
      </p:sp>
      <p:sp>
        <p:nvSpPr>
          <p:cNvPr id="5" name="Date Placeholder 4"/>
          <p:cNvSpPr>
            <a:spLocks noGrp="1"/>
          </p:cNvSpPr>
          <p:nvPr>
            <p:ph type="dt" idx="12"/>
          </p:nvPr>
        </p:nvSpPr>
        <p:spPr/>
        <p:txBody>
          <a:bodyPr/>
          <a:p>
            <a:pPr marL="0" marR="0" lvl="0" indent="0" algn="l" defTabSz="449580" rtl="0" eaLnBrk="1" fontAlgn="base" latinLnBrk="0" hangingPunct="0">
              <a:lnSpc>
                <a:spcPct val="100000"/>
              </a:lnSpc>
              <a:spcBef>
                <a:spcPts val="50"/>
              </a:spcBef>
              <a:spcAft>
                <a:spcPts val="50"/>
              </a:spcAft>
              <a:buClrTx/>
              <a:buSzPct val="100000"/>
              <a:buFontTx/>
              <a:buNone/>
              <a:tabLst>
                <a:tab pos="0" algn="l"/>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 pos="9434195" algn="l"/>
                <a:tab pos="9883775" algn="l"/>
                <a:tab pos="10332720" algn="l"/>
                <a:tab pos="10782300" algn="l"/>
              </a:tabLst>
              <a:defRPr/>
            </a:pPr>
            <a:endParaRPr kumimoji="0" lang="en-IN" altLang="en-US" sz="1400" b="0" i="0" u="none" strike="noStrike" kern="1200" cap="none" spc="0" normalizeH="0" baseline="0" noProof="0">
              <a:ln>
                <a:noFill/>
              </a:ln>
              <a:solidFill>
                <a:srgbClr val="000000"/>
              </a:solidFill>
              <a:effectLst/>
              <a:uLnTx/>
              <a:uFillTx/>
              <a:latin typeface="Times New Roman" panose="02020603050405020304" pitchFamily="16" charset="0"/>
              <a:ea typeface="Microsoft YaHei" panose="020B0503020204020204" charset="-122"/>
              <a:cs typeface="Segoe UI" panose="020B0502040204020203"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idx="10"/>
          </p:nvPr>
        </p:nvSpPr>
        <p:spPr/>
        <p:txBody>
          <a:bodyPr/>
          <a:p>
            <a:pPr marL="0" marR="0" lvl="0" indent="0" algn="l" defTabSz="449580" rtl="0" eaLnBrk="1" fontAlgn="base" latinLnBrk="0" hangingPunct="0">
              <a:lnSpc>
                <a:spcPct val="100000"/>
              </a:lnSpc>
              <a:spcBef>
                <a:spcPts val="50"/>
              </a:spcBef>
              <a:spcAft>
                <a:spcPts val="50"/>
              </a:spcAft>
              <a:buClrTx/>
              <a:buSzPct val="100000"/>
              <a:buFontTx/>
              <a:buNone/>
              <a:tabLst>
                <a:tab pos="0" algn="l"/>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 pos="9434195" algn="l"/>
                <a:tab pos="9883775" algn="l"/>
                <a:tab pos="10332720" algn="l"/>
                <a:tab pos="10782300" algn="l"/>
              </a:tabLst>
              <a:defRPr/>
            </a:pPr>
            <a:endParaRPr kumimoji="0" lang="en-IN" altLang="en-US" sz="1800" b="1" i="0" u="none" strike="noStrike" kern="1200" cap="none" spc="0" normalizeH="0" baseline="0" noProof="0">
              <a:ln>
                <a:noFill/>
              </a:ln>
              <a:solidFill>
                <a:srgbClr val="FFFFFF"/>
              </a:solidFill>
              <a:effectLst/>
              <a:uLnTx/>
              <a:uFillTx/>
              <a:latin typeface="Source Sans Pro Black" pitchFamily="32" charset="0"/>
              <a:ea typeface="Microsoft YaHei" panose="020B0503020204020204" charset="-122"/>
              <a:cs typeface="Segoe UI" panose="020B0502040204020203" charset="0"/>
            </a:endParaRPr>
          </a:p>
        </p:txBody>
      </p:sp>
      <p:sp>
        <p:nvSpPr>
          <p:cNvPr id="3" name="Slide Number Placeholder 2"/>
          <p:cNvSpPr>
            <a:spLocks noGrp="1"/>
          </p:cNvSpPr>
          <p:nvPr>
            <p:ph type="sldNum" idx="11"/>
          </p:nvPr>
        </p:nvSpPr>
        <p:spPr/>
        <p:txBody>
          <a:bodyPr/>
          <a:p>
            <a:pPr lvl="0" defTabSz="449580" eaLnBrk="1">
              <a:spcBef>
                <a:spcPts val="50"/>
              </a:spcBef>
              <a:spcAft>
                <a:spcPts val="50"/>
              </a:spcAft>
              <a:buClrTx/>
              <a:tabLst>
                <a:tab pos="0" algn="l"/>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 pos="9434830" algn="l"/>
                <a:tab pos="9883775" algn="l"/>
                <a:tab pos="10333355" algn="l"/>
                <a:tab pos="10782300" algn="l"/>
              </a:tabLst>
            </a:pPr>
            <a:fld id="{9A0DB2DC-4C9A-4742-B13C-FB6460FD3503}" type="slidenum">
              <a:rPr lang="en-IN" altLang="en-US" dirty="0">
                <a:cs typeface="Segoe UI" panose="020B0502040204020203" charset="0"/>
              </a:rPr>
            </a:fld>
            <a:endParaRPr lang="en-IN" altLang="en-US" dirty="0">
              <a:latin typeface="Times New Roman" panose="02020603050405020304" pitchFamily="16" charset="0"/>
              <a:cs typeface="Segoe UI" panose="020B0502040204020203" charset="0"/>
            </a:endParaRPr>
          </a:p>
        </p:txBody>
      </p:sp>
      <p:sp>
        <p:nvSpPr>
          <p:cNvPr id="4" name="Date Placeholder 3"/>
          <p:cNvSpPr>
            <a:spLocks noGrp="1"/>
          </p:cNvSpPr>
          <p:nvPr>
            <p:ph type="dt" idx="12"/>
          </p:nvPr>
        </p:nvSpPr>
        <p:spPr/>
        <p:txBody>
          <a:bodyPr/>
          <a:p>
            <a:pPr marL="0" marR="0" lvl="0" indent="0" algn="l" defTabSz="449580" rtl="0" eaLnBrk="1" fontAlgn="base" latinLnBrk="0" hangingPunct="0">
              <a:lnSpc>
                <a:spcPct val="100000"/>
              </a:lnSpc>
              <a:spcBef>
                <a:spcPts val="50"/>
              </a:spcBef>
              <a:spcAft>
                <a:spcPts val="50"/>
              </a:spcAft>
              <a:buClrTx/>
              <a:buSzPct val="100000"/>
              <a:buFontTx/>
              <a:buNone/>
              <a:tabLst>
                <a:tab pos="0" algn="l"/>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 pos="9434195" algn="l"/>
                <a:tab pos="9883775" algn="l"/>
                <a:tab pos="10332720" algn="l"/>
                <a:tab pos="10782300" algn="l"/>
              </a:tabLst>
              <a:defRPr/>
            </a:pPr>
            <a:endParaRPr kumimoji="0" lang="en-IN" altLang="en-US" sz="1400" b="0" i="0" u="none" strike="noStrike" kern="1200" cap="none" spc="0" normalizeH="0" baseline="0" noProof="0">
              <a:ln>
                <a:noFill/>
              </a:ln>
              <a:solidFill>
                <a:srgbClr val="000000"/>
              </a:solidFill>
              <a:effectLst/>
              <a:uLnTx/>
              <a:uFillTx/>
              <a:latin typeface="Times New Roman" panose="02020603050405020304" pitchFamily="16" charset="0"/>
              <a:ea typeface="Microsoft YaHei" panose="020B0503020204020204" charset="-122"/>
              <a:cs typeface="Segoe UI" panose="020B0502040204020203"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Footer Placeholder 4"/>
          <p:cNvSpPr>
            <a:spLocks noGrp="1"/>
          </p:cNvSpPr>
          <p:nvPr>
            <p:ph type="ftr" idx="10"/>
          </p:nvPr>
        </p:nvSpPr>
        <p:spPr/>
        <p:txBody>
          <a:bodyPr/>
          <a:p>
            <a:pPr marL="0" marR="0" lvl="0" indent="0" algn="l" defTabSz="449580" rtl="0" eaLnBrk="1" fontAlgn="base" latinLnBrk="0" hangingPunct="0">
              <a:lnSpc>
                <a:spcPct val="100000"/>
              </a:lnSpc>
              <a:spcBef>
                <a:spcPts val="50"/>
              </a:spcBef>
              <a:spcAft>
                <a:spcPts val="50"/>
              </a:spcAft>
              <a:buClrTx/>
              <a:buSzPct val="100000"/>
              <a:buFontTx/>
              <a:buNone/>
              <a:tabLst>
                <a:tab pos="0" algn="l"/>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 pos="9434195" algn="l"/>
                <a:tab pos="9883775" algn="l"/>
                <a:tab pos="10332720" algn="l"/>
                <a:tab pos="10782300" algn="l"/>
              </a:tabLst>
              <a:defRPr/>
            </a:pPr>
            <a:endParaRPr kumimoji="0" lang="en-IN" altLang="en-US" sz="1800" b="1" i="0" u="none" strike="noStrike" kern="1200" cap="none" spc="0" normalizeH="0" baseline="0" noProof="0">
              <a:ln>
                <a:noFill/>
              </a:ln>
              <a:solidFill>
                <a:srgbClr val="FFFFFF"/>
              </a:solidFill>
              <a:effectLst/>
              <a:uLnTx/>
              <a:uFillTx/>
              <a:latin typeface="Source Sans Pro Black" pitchFamily="32" charset="0"/>
              <a:ea typeface="Microsoft YaHei" panose="020B0503020204020204" charset="-122"/>
              <a:cs typeface="Segoe UI" panose="020B0502040204020203" charset="0"/>
            </a:endParaRPr>
          </a:p>
        </p:txBody>
      </p:sp>
      <p:sp>
        <p:nvSpPr>
          <p:cNvPr id="6" name="Slide Number Placeholder 5"/>
          <p:cNvSpPr>
            <a:spLocks noGrp="1"/>
          </p:cNvSpPr>
          <p:nvPr>
            <p:ph type="sldNum" idx="11"/>
          </p:nvPr>
        </p:nvSpPr>
        <p:spPr/>
        <p:txBody>
          <a:bodyPr/>
          <a:p>
            <a:pPr lvl="0" defTabSz="449580" eaLnBrk="1">
              <a:spcBef>
                <a:spcPts val="50"/>
              </a:spcBef>
              <a:spcAft>
                <a:spcPts val="50"/>
              </a:spcAft>
              <a:buClrTx/>
              <a:tabLst>
                <a:tab pos="0" algn="l"/>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 pos="9434830" algn="l"/>
                <a:tab pos="9883775" algn="l"/>
                <a:tab pos="10333355" algn="l"/>
                <a:tab pos="10782300" algn="l"/>
              </a:tabLst>
            </a:pPr>
            <a:fld id="{9A0DB2DC-4C9A-4742-B13C-FB6460FD3503}" type="slidenum">
              <a:rPr lang="en-IN" altLang="en-US" dirty="0">
                <a:cs typeface="Segoe UI" panose="020B0502040204020203" charset="0"/>
              </a:rPr>
            </a:fld>
            <a:endParaRPr lang="en-IN" altLang="en-US" dirty="0">
              <a:latin typeface="Times New Roman" panose="02020603050405020304" pitchFamily="16" charset="0"/>
              <a:cs typeface="Segoe UI" panose="020B0502040204020203" charset="0"/>
            </a:endParaRPr>
          </a:p>
        </p:txBody>
      </p:sp>
      <p:sp>
        <p:nvSpPr>
          <p:cNvPr id="7" name="Date Placeholder 6"/>
          <p:cNvSpPr>
            <a:spLocks noGrp="1"/>
          </p:cNvSpPr>
          <p:nvPr>
            <p:ph type="dt" idx="12"/>
          </p:nvPr>
        </p:nvSpPr>
        <p:spPr/>
        <p:txBody>
          <a:bodyPr/>
          <a:p>
            <a:pPr marL="0" marR="0" lvl="0" indent="0" algn="l" defTabSz="449580" rtl="0" eaLnBrk="1" fontAlgn="base" latinLnBrk="0" hangingPunct="0">
              <a:lnSpc>
                <a:spcPct val="100000"/>
              </a:lnSpc>
              <a:spcBef>
                <a:spcPts val="50"/>
              </a:spcBef>
              <a:spcAft>
                <a:spcPts val="50"/>
              </a:spcAft>
              <a:buClrTx/>
              <a:buSzPct val="100000"/>
              <a:buFontTx/>
              <a:buNone/>
              <a:tabLst>
                <a:tab pos="0" algn="l"/>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 pos="9434195" algn="l"/>
                <a:tab pos="9883775" algn="l"/>
                <a:tab pos="10332720" algn="l"/>
                <a:tab pos="10782300" algn="l"/>
              </a:tabLst>
              <a:defRPr/>
            </a:pPr>
            <a:endParaRPr kumimoji="0" lang="en-IN" altLang="en-US" sz="1400" b="0" i="0" u="none" strike="noStrike" kern="1200" cap="none" spc="0" normalizeH="0" baseline="0" noProof="0">
              <a:ln>
                <a:noFill/>
              </a:ln>
              <a:solidFill>
                <a:srgbClr val="000000"/>
              </a:solidFill>
              <a:effectLst/>
              <a:uLnTx/>
              <a:uFillTx/>
              <a:latin typeface="Times New Roman" panose="02020603050405020304" pitchFamily="16" charset="0"/>
              <a:ea typeface="Microsoft YaHei" panose="020B0503020204020204" charset="-122"/>
              <a:cs typeface="Segoe UI" panose="020B0502040204020203"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3887788" y="987425"/>
            <a:ext cx="4629150" cy="4873625"/>
          </a:xfrm>
        </p:spPr>
        <p:txBody>
          <a:bodyPr vert="horz" wrap="square" lIns="0" tIns="28440" rIns="0" bIns="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449580" rtl="0" eaLnBrk="1" fontAlgn="base" latinLnBrk="0" hangingPunct="0">
              <a:lnSpc>
                <a:spcPct val="93000"/>
              </a:lnSpc>
              <a:spcBef>
                <a:spcPts val="1765"/>
              </a:spcBef>
              <a:spcAft>
                <a:spcPts val="50"/>
              </a:spcAft>
              <a:buClr>
                <a:srgbClr val="000000"/>
              </a:buClr>
              <a:buSzPct val="100000"/>
              <a:buFont typeface="Times New Roman" panose="02020603050405020304" pitchFamily="16" charset="0"/>
              <a:buNone/>
              <a:defRPr/>
            </a:pPr>
            <a:endParaRPr kumimoji="0" lang="en-IN" sz="3200" b="0" i="0" u="none" strike="noStrike" kern="1200" cap="none" spc="0" normalizeH="0" baseline="0" noProof="0">
              <a:ln>
                <a:noFill/>
              </a:ln>
              <a:solidFill>
                <a:srgbClr val="000000"/>
              </a:solidFill>
              <a:effectLst/>
              <a:uLnTx/>
              <a:uFillTx/>
              <a:latin typeface="+mn-lt"/>
              <a:ea typeface="+mn-ea"/>
              <a:cs typeface="+mn-cs"/>
            </a:endParaRP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Footer Placeholder 4"/>
          <p:cNvSpPr>
            <a:spLocks noGrp="1"/>
          </p:cNvSpPr>
          <p:nvPr>
            <p:ph type="ftr" idx="10"/>
          </p:nvPr>
        </p:nvSpPr>
        <p:spPr/>
        <p:txBody>
          <a:bodyPr/>
          <a:p>
            <a:pPr marL="0" marR="0" lvl="0" indent="0" algn="l" defTabSz="449580" rtl="0" eaLnBrk="1" fontAlgn="base" latinLnBrk="0" hangingPunct="0">
              <a:lnSpc>
                <a:spcPct val="100000"/>
              </a:lnSpc>
              <a:spcBef>
                <a:spcPts val="50"/>
              </a:spcBef>
              <a:spcAft>
                <a:spcPts val="50"/>
              </a:spcAft>
              <a:buClrTx/>
              <a:buSzPct val="100000"/>
              <a:buFontTx/>
              <a:buNone/>
              <a:tabLst>
                <a:tab pos="0" algn="l"/>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 pos="9434195" algn="l"/>
                <a:tab pos="9883775" algn="l"/>
                <a:tab pos="10332720" algn="l"/>
                <a:tab pos="10782300" algn="l"/>
              </a:tabLst>
              <a:defRPr/>
            </a:pPr>
            <a:endParaRPr kumimoji="0" lang="en-IN" altLang="en-US" sz="1800" b="1" i="0" u="none" strike="noStrike" kern="1200" cap="none" spc="0" normalizeH="0" baseline="0" noProof="0">
              <a:ln>
                <a:noFill/>
              </a:ln>
              <a:solidFill>
                <a:srgbClr val="FFFFFF"/>
              </a:solidFill>
              <a:effectLst/>
              <a:uLnTx/>
              <a:uFillTx/>
              <a:latin typeface="Source Sans Pro Black" pitchFamily="32" charset="0"/>
              <a:ea typeface="Microsoft YaHei" panose="020B0503020204020204" charset="-122"/>
              <a:cs typeface="Segoe UI" panose="020B0502040204020203" charset="0"/>
            </a:endParaRPr>
          </a:p>
        </p:txBody>
      </p:sp>
      <p:sp>
        <p:nvSpPr>
          <p:cNvPr id="6" name="Slide Number Placeholder 5"/>
          <p:cNvSpPr>
            <a:spLocks noGrp="1"/>
          </p:cNvSpPr>
          <p:nvPr>
            <p:ph type="sldNum" idx="11"/>
          </p:nvPr>
        </p:nvSpPr>
        <p:spPr/>
        <p:txBody>
          <a:bodyPr/>
          <a:p>
            <a:pPr lvl="0" defTabSz="449580" eaLnBrk="1">
              <a:spcBef>
                <a:spcPts val="50"/>
              </a:spcBef>
              <a:spcAft>
                <a:spcPts val="50"/>
              </a:spcAft>
              <a:buClrTx/>
              <a:tabLst>
                <a:tab pos="0" algn="l"/>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 pos="9434830" algn="l"/>
                <a:tab pos="9883775" algn="l"/>
                <a:tab pos="10333355" algn="l"/>
                <a:tab pos="10782300" algn="l"/>
              </a:tabLst>
            </a:pPr>
            <a:fld id="{9A0DB2DC-4C9A-4742-B13C-FB6460FD3503}" type="slidenum">
              <a:rPr lang="en-IN" altLang="en-US" dirty="0">
                <a:cs typeface="Segoe UI" panose="020B0502040204020203" charset="0"/>
              </a:rPr>
            </a:fld>
            <a:endParaRPr lang="en-IN" altLang="en-US" dirty="0">
              <a:latin typeface="Times New Roman" panose="02020603050405020304" pitchFamily="16" charset="0"/>
              <a:cs typeface="Segoe UI" panose="020B0502040204020203" charset="0"/>
            </a:endParaRPr>
          </a:p>
        </p:txBody>
      </p:sp>
      <p:sp>
        <p:nvSpPr>
          <p:cNvPr id="7" name="Date Placeholder 6"/>
          <p:cNvSpPr>
            <a:spLocks noGrp="1"/>
          </p:cNvSpPr>
          <p:nvPr>
            <p:ph type="dt" idx="12"/>
          </p:nvPr>
        </p:nvSpPr>
        <p:spPr/>
        <p:txBody>
          <a:bodyPr/>
          <a:p>
            <a:pPr marL="0" marR="0" lvl="0" indent="0" algn="l" defTabSz="449580" rtl="0" eaLnBrk="1" fontAlgn="base" latinLnBrk="0" hangingPunct="0">
              <a:lnSpc>
                <a:spcPct val="100000"/>
              </a:lnSpc>
              <a:spcBef>
                <a:spcPts val="50"/>
              </a:spcBef>
              <a:spcAft>
                <a:spcPts val="50"/>
              </a:spcAft>
              <a:buClrTx/>
              <a:buSzPct val="100000"/>
              <a:buFontTx/>
              <a:buNone/>
              <a:tabLst>
                <a:tab pos="0" algn="l"/>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 pos="9434195" algn="l"/>
                <a:tab pos="9883775" algn="l"/>
                <a:tab pos="10332720" algn="l"/>
                <a:tab pos="10782300" algn="l"/>
              </a:tabLst>
              <a:defRPr/>
            </a:pPr>
            <a:endParaRPr kumimoji="0" lang="en-IN" altLang="en-US" sz="1400" b="0" i="0" u="none" strike="noStrike" kern="1200" cap="none" spc="0" normalizeH="0" baseline="0" noProof="0">
              <a:ln>
                <a:noFill/>
              </a:ln>
              <a:solidFill>
                <a:srgbClr val="000000"/>
              </a:solidFill>
              <a:effectLst/>
              <a:uLnTx/>
              <a:uFillTx/>
              <a:latin typeface="Times New Roman" panose="02020603050405020304" pitchFamily="16" charset="0"/>
              <a:ea typeface="Microsoft YaHei" panose="020B0503020204020204" charset="-122"/>
              <a:cs typeface="Segoe UI" panose="020B0502040204020203"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Footer Placeholder 3"/>
          <p:cNvSpPr>
            <a:spLocks noGrp="1"/>
          </p:cNvSpPr>
          <p:nvPr>
            <p:ph type="ftr" idx="10"/>
          </p:nvPr>
        </p:nvSpPr>
        <p:spPr/>
        <p:txBody>
          <a:bodyPr/>
          <a:p>
            <a:pPr marL="0" marR="0" lvl="0" indent="0" algn="l" defTabSz="449580" rtl="0" eaLnBrk="1" fontAlgn="base" latinLnBrk="0" hangingPunct="0">
              <a:lnSpc>
                <a:spcPct val="100000"/>
              </a:lnSpc>
              <a:spcBef>
                <a:spcPts val="50"/>
              </a:spcBef>
              <a:spcAft>
                <a:spcPts val="50"/>
              </a:spcAft>
              <a:buClrTx/>
              <a:buSzPct val="100000"/>
              <a:buFontTx/>
              <a:buNone/>
              <a:tabLst>
                <a:tab pos="0" algn="l"/>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 pos="9434195" algn="l"/>
                <a:tab pos="9883775" algn="l"/>
                <a:tab pos="10332720" algn="l"/>
                <a:tab pos="10782300" algn="l"/>
              </a:tabLst>
              <a:defRPr/>
            </a:pPr>
            <a:endParaRPr kumimoji="0" lang="en-IN" altLang="en-US" sz="1800" b="1" i="0" u="none" strike="noStrike" kern="1200" cap="none" spc="0" normalizeH="0" baseline="0" noProof="0">
              <a:ln>
                <a:noFill/>
              </a:ln>
              <a:solidFill>
                <a:srgbClr val="FFFFFF"/>
              </a:solidFill>
              <a:effectLst/>
              <a:uLnTx/>
              <a:uFillTx/>
              <a:latin typeface="Source Sans Pro Black" pitchFamily="32" charset="0"/>
              <a:ea typeface="Microsoft YaHei" panose="020B0503020204020204" charset="-122"/>
              <a:cs typeface="Segoe UI" panose="020B0502040204020203" charset="0"/>
            </a:endParaRPr>
          </a:p>
        </p:txBody>
      </p:sp>
      <p:sp>
        <p:nvSpPr>
          <p:cNvPr id="5" name="Slide Number Placeholder 4"/>
          <p:cNvSpPr>
            <a:spLocks noGrp="1"/>
          </p:cNvSpPr>
          <p:nvPr>
            <p:ph type="sldNum" idx="11"/>
          </p:nvPr>
        </p:nvSpPr>
        <p:spPr/>
        <p:txBody>
          <a:bodyPr/>
          <a:p>
            <a:pPr lvl="0" defTabSz="449580" eaLnBrk="1">
              <a:spcBef>
                <a:spcPts val="50"/>
              </a:spcBef>
              <a:spcAft>
                <a:spcPts val="50"/>
              </a:spcAft>
              <a:buClrTx/>
              <a:tabLst>
                <a:tab pos="0" algn="l"/>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 pos="9434830" algn="l"/>
                <a:tab pos="9883775" algn="l"/>
                <a:tab pos="10333355" algn="l"/>
                <a:tab pos="10782300" algn="l"/>
              </a:tabLst>
            </a:pPr>
            <a:fld id="{9A0DB2DC-4C9A-4742-B13C-FB6460FD3503}" type="slidenum">
              <a:rPr lang="en-IN" altLang="en-US" dirty="0">
                <a:cs typeface="Segoe UI" panose="020B0502040204020203" charset="0"/>
              </a:rPr>
            </a:fld>
            <a:endParaRPr lang="en-IN" altLang="en-US" dirty="0">
              <a:latin typeface="Times New Roman" panose="02020603050405020304" pitchFamily="16" charset="0"/>
              <a:cs typeface="Segoe UI" panose="020B0502040204020203" charset="0"/>
            </a:endParaRPr>
          </a:p>
        </p:txBody>
      </p:sp>
      <p:sp>
        <p:nvSpPr>
          <p:cNvPr id="6" name="Date Placeholder 5"/>
          <p:cNvSpPr>
            <a:spLocks noGrp="1"/>
          </p:cNvSpPr>
          <p:nvPr>
            <p:ph type="dt" idx="12"/>
          </p:nvPr>
        </p:nvSpPr>
        <p:spPr/>
        <p:txBody>
          <a:bodyPr/>
          <a:p>
            <a:pPr marL="0" marR="0" lvl="0" indent="0" algn="l" defTabSz="449580" rtl="0" eaLnBrk="1" fontAlgn="base" latinLnBrk="0" hangingPunct="0">
              <a:lnSpc>
                <a:spcPct val="100000"/>
              </a:lnSpc>
              <a:spcBef>
                <a:spcPts val="50"/>
              </a:spcBef>
              <a:spcAft>
                <a:spcPts val="50"/>
              </a:spcAft>
              <a:buClrTx/>
              <a:buSzPct val="100000"/>
              <a:buFontTx/>
              <a:buNone/>
              <a:tabLst>
                <a:tab pos="0" algn="l"/>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 pos="9434195" algn="l"/>
                <a:tab pos="9883775" algn="l"/>
                <a:tab pos="10332720" algn="l"/>
                <a:tab pos="10782300" algn="l"/>
              </a:tabLst>
              <a:defRPr/>
            </a:pPr>
            <a:endParaRPr kumimoji="0" lang="en-IN" altLang="en-US" sz="1400" b="0" i="0" u="none" strike="noStrike" kern="1200" cap="none" spc="0" normalizeH="0" baseline="0" noProof="0">
              <a:ln>
                <a:noFill/>
              </a:ln>
              <a:solidFill>
                <a:srgbClr val="000000"/>
              </a:solidFill>
              <a:effectLst/>
              <a:uLnTx/>
              <a:uFillTx/>
              <a:latin typeface="Times New Roman" panose="02020603050405020304" pitchFamily="16" charset="0"/>
              <a:ea typeface="Microsoft YaHei" panose="020B0503020204020204" charset="-122"/>
              <a:cs typeface="Segoe UI" panose="020B0502040204020203"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3050" y="273050"/>
            <a:ext cx="2055813" cy="5302250"/>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5613" y="273050"/>
            <a:ext cx="6015037" cy="530225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Footer Placeholder 3"/>
          <p:cNvSpPr>
            <a:spLocks noGrp="1"/>
          </p:cNvSpPr>
          <p:nvPr>
            <p:ph type="ftr" idx="10"/>
          </p:nvPr>
        </p:nvSpPr>
        <p:spPr/>
        <p:txBody>
          <a:bodyPr/>
          <a:p>
            <a:pPr marL="0" marR="0" lvl="0" indent="0" algn="l" defTabSz="449580" rtl="0" eaLnBrk="1" fontAlgn="base" latinLnBrk="0" hangingPunct="0">
              <a:lnSpc>
                <a:spcPct val="100000"/>
              </a:lnSpc>
              <a:spcBef>
                <a:spcPts val="50"/>
              </a:spcBef>
              <a:spcAft>
                <a:spcPts val="50"/>
              </a:spcAft>
              <a:buClrTx/>
              <a:buSzPct val="100000"/>
              <a:buFontTx/>
              <a:buNone/>
              <a:tabLst>
                <a:tab pos="0" algn="l"/>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 pos="9434195" algn="l"/>
                <a:tab pos="9883775" algn="l"/>
                <a:tab pos="10332720" algn="l"/>
                <a:tab pos="10782300" algn="l"/>
              </a:tabLst>
              <a:defRPr/>
            </a:pPr>
            <a:endParaRPr kumimoji="0" lang="en-IN" altLang="en-US" sz="1800" b="1" i="0" u="none" strike="noStrike" kern="1200" cap="none" spc="0" normalizeH="0" baseline="0" noProof="0">
              <a:ln>
                <a:noFill/>
              </a:ln>
              <a:solidFill>
                <a:srgbClr val="FFFFFF"/>
              </a:solidFill>
              <a:effectLst/>
              <a:uLnTx/>
              <a:uFillTx/>
              <a:latin typeface="Source Sans Pro Black" pitchFamily="32" charset="0"/>
              <a:ea typeface="Microsoft YaHei" panose="020B0503020204020204" charset="-122"/>
              <a:cs typeface="Segoe UI" panose="020B0502040204020203" charset="0"/>
            </a:endParaRPr>
          </a:p>
        </p:txBody>
      </p:sp>
      <p:sp>
        <p:nvSpPr>
          <p:cNvPr id="5" name="Slide Number Placeholder 4"/>
          <p:cNvSpPr>
            <a:spLocks noGrp="1"/>
          </p:cNvSpPr>
          <p:nvPr>
            <p:ph type="sldNum" idx="11"/>
          </p:nvPr>
        </p:nvSpPr>
        <p:spPr/>
        <p:txBody>
          <a:bodyPr/>
          <a:p>
            <a:pPr lvl="0" defTabSz="449580" eaLnBrk="1">
              <a:spcBef>
                <a:spcPts val="50"/>
              </a:spcBef>
              <a:spcAft>
                <a:spcPts val="50"/>
              </a:spcAft>
              <a:buClrTx/>
              <a:tabLst>
                <a:tab pos="0" algn="l"/>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 pos="9434830" algn="l"/>
                <a:tab pos="9883775" algn="l"/>
                <a:tab pos="10333355" algn="l"/>
                <a:tab pos="10782300" algn="l"/>
              </a:tabLst>
            </a:pPr>
            <a:fld id="{9A0DB2DC-4C9A-4742-B13C-FB6460FD3503}" type="slidenum">
              <a:rPr lang="en-IN" altLang="en-US" dirty="0">
                <a:cs typeface="Segoe UI" panose="020B0502040204020203" charset="0"/>
              </a:rPr>
            </a:fld>
            <a:endParaRPr lang="en-IN" altLang="en-US" dirty="0">
              <a:latin typeface="Times New Roman" panose="02020603050405020304" pitchFamily="16" charset="0"/>
              <a:cs typeface="Segoe UI" panose="020B0502040204020203" charset="0"/>
            </a:endParaRPr>
          </a:p>
        </p:txBody>
      </p:sp>
      <p:sp>
        <p:nvSpPr>
          <p:cNvPr id="6" name="Date Placeholder 5"/>
          <p:cNvSpPr>
            <a:spLocks noGrp="1"/>
          </p:cNvSpPr>
          <p:nvPr>
            <p:ph type="dt" idx="12"/>
          </p:nvPr>
        </p:nvSpPr>
        <p:spPr/>
        <p:txBody>
          <a:bodyPr/>
          <a:p>
            <a:pPr marL="0" marR="0" lvl="0" indent="0" algn="l" defTabSz="449580" rtl="0" eaLnBrk="1" fontAlgn="base" latinLnBrk="0" hangingPunct="0">
              <a:lnSpc>
                <a:spcPct val="100000"/>
              </a:lnSpc>
              <a:spcBef>
                <a:spcPts val="50"/>
              </a:spcBef>
              <a:spcAft>
                <a:spcPts val="50"/>
              </a:spcAft>
              <a:buClrTx/>
              <a:buSzPct val="100000"/>
              <a:buFontTx/>
              <a:buNone/>
              <a:tabLst>
                <a:tab pos="0" algn="l"/>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 pos="9434195" algn="l"/>
                <a:tab pos="9883775" algn="l"/>
                <a:tab pos="10332720" algn="l"/>
                <a:tab pos="10782300" algn="l"/>
              </a:tabLst>
              <a:defRPr/>
            </a:pPr>
            <a:endParaRPr kumimoji="0" lang="en-IN" altLang="en-US" sz="1400" b="0" i="0" u="none" strike="noStrike" kern="1200" cap="none" spc="0" normalizeH="0" baseline="0" noProof="0">
              <a:ln>
                <a:noFill/>
              </a:ln>
              <a:solidFill>
                <a:srgbClr val="000000"/>
              </a:solidFill>
              <a:effectLst/>
              <a:uLnTx/>
              <a:uFillTx/>
              <a:latin typeface="Times New Roman" panose="02020603050405020304" pitchFamily="16" charset="0"/>
              <a:ea typeface="Microsoft YaHei" panose="020B0503020204020204" charset="-122"/>
              <a:cs typeface="Segoe UI" panose="020B0502040204020203"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Slide Number Placeholder 3"/>
          <p:cNvSpPr>
            <a:spLocks noGrp="1"/>
          </p:cNvSpPr>
          <p:nvPr>
            <p:ph type="sldNum" idx="10"/>
          </p:nvPr>
        </p:nvSpPr>
        <p:spPr/>
        <p:txBody>
          <a:bodyPr/>
          <a:p>
            <a:pPr lvl="0" defTabSz="449580" eaLnBrk="1" hangingPunct="1">
              <a:spcBef>
                <a:spcPts val="40"/>
              </a:spcBef>
              <a:spcAft>
                <a:spcPts val="40"/>
              </a:spcAft>
              <a:buSzPct val="45000"/>
              <a:tabLst>
                <a:tab pos="0" algn="l"/>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fld id="{9A0DB2DC-4C9A-4742-B13C-FB6460FD3503}" type="slidenum">
              <a:rPr lang="en-US" altLang="en-US" dirty="0">
                <a:latin typeface="Times New Roman" panose="02020603050405020304" pitchFamily="16" charset="0"/>
                <a:cs typeface="Segoe UI" panose="020B0502040204020203" charset="0"/>
              </a:rPr>
            </a:fld>
            <a:endParaRPr lang="en-US" altLang="en-US" dirty="0">
              <a:latin typeface="Times New Roman" panose="02020603050405020304" pitchFamily="16" charset="0"/>
              <a:cs typeface="Segoe UI" panose="020B0502040204020203"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Slide Number Placeholder 3"/>
          <p:cNvSpPr>
            <a:spLocks noGrp="1"/>
          </p:cNvSpPr>
          <p:nvPr>
            <p:ph type="sldNum" idx="10"/>
          </p:nvPr>
        </p:nvSpPr>
        <p:spPr/>
        <p:txBody>
          <a:bodyPr/>
          <a:p>
            <a:pPr lvl="0" defTabSz="449580" eaLnBrk="1" hangingPunct="1">
              <a:spcBef>
                <a:spcPts val="40"/>
              </a:spcBef>
              <a:spcAft>
                <a:spcPts val="40"/>
              </a:spcAft>
              <a:buSzPct val="45000"/>
              <a:tabLst>
                <a:tab pos="0" algn="l"/>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fld id="{9A0DB2DC-4C9A-4742-B13C-FB6460FD3503}" type="slidenum">
              <a:rPr lang="en-US" altLang="en-US" dirty="0">
                <a:latin typeface="Times New Roman" panose="02020603050405020304" pitchFamily="16" charset="0"/>
                <a:cs typeface="Segoe UI" panose="020B0502040204020203" charset="0"/>
              </a:rPr>
            </a:fld>
            <a:endParaRPr lang="en-US" altLang="en-US" dirty="0">
              <a:latin typeface="Times New Roman" panose="02020603050405020304" pitchFamily="16" charset="0"/>
              <a:cs typeface="Segoe UI" panose="020B0502040204020203"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endParaRPr lang="en-US"/>
          </a:p>
        </p:txBody>
      </p:sp>
      <p:sp>
        <p:nvSpPr>
          <p:cNvPr id="4" name="Slide Number Placeholder 3"/>
          <p:cNvSpPr>
            <a:spLocks noGrp="1"/>
          </p:cNvSpPr>
          <p:nvPr>
            <p:ph type="sldNum" idx="10"/>
          </p:nvPr>
        </p:nvSpPr>
        <p:spPr/>
        <p:txBody>
          <a:bodyPr/>
          <a:p>
            <a:pPr lvl="0" defTabSz="449580" eaLnBrk="1" hangingPunct="1">
              <a:spcBef>
                <a:spcPts val="40"/>
              </a:spcBef>
              <a:spcAft>
                <a:spcPts val="40"/>
              </a:spcAft>
              <a:buSzPct val="45000"/>
              <a:tabLst>
                <a:tab pos="0" algn="l"/>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fld id="{9A0DB2DC-4C9A-4742-B13C-FB6460FD3503}" type="slidenum">
              <a:rPr lang="en-US" altLang="en-US" dirty="0">
                <a:latin typeface="Times New Roman" panose="02020603050405020304" pitchFamily="16" charset="0"/>
                <a:cs typeface="Segoe UI" panose="020B0502040204020203" charset="0"/>
              </a:rPr>
            </a:fld>
            <a:endParaRPr lang="en-US" altLang="en-US" dirty="0">
              <a:latin typeface="Times New Roman" panose="02020603050405020304" pitchFamily="16" charset="0"/>
              <a:cs typeface="Segoe UI" panose="020B0502040204020203"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447800"/>
            <a:ext cx="4037013" cy="4676775"/>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4646613" y="1447800"/>
            <a:ext cx="4038600" cy="4676775"/>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Slide Number Placeholder 4"/>
          <p:cNvSpPr>
            <a:spLocks noGrp="1"/>
          </p:cNvSpPr>
          <p:nvPr>
            <p:ph type="sldNum" idx="10"/>
          </p:nvPr>
        </p:nvSpPr>
        <p:spPr/>
        <p:txBody>
          <a:bodyPr/>
          <a:p>
            <a:pPr lvl="0" defTabSz="449580" eaLnBrk="1" hangingPunct="1">
              <a:spcBef>
                <a:spcPts val="40"/>
              </a:spcBef>
              <a:spcAft>
                <a:spcPts val="40"/>
              </a:spcAft>
              <a:buSzPct val="45000"/>
              <a:tabLst>
                <a:tab pos="0" algn="l"/>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fld id="{9A0DB2DC-4C9A-4742-B13C-FB6460FD3503}" type="slidenum">
              <a:rPr lang="en-US" altLang="en-US" dirty="0">
                <a:latin typeface="Times New Roman" panose="02020603050405020304" pitchFamily="16" charset="0"/>
                <a:cs typeface="Segoe UI" panose="020B0502040204020203" charset="0"/>
              </a:rPr>
            </a:fld>
            <a:endParaRPr lang="en-US" altLang="en-US" dirty="0">
              <a:latin typeface="Times New Roman" panose="02020603050405020304" pitchFamily="16" charset="0"/>
              <a:cs typeface="Segoe UI" panose="020B0502040204020203"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Slide Number Placeholder 6"/>
          <p:cNvSpPr>
            <a:spLocks noGrp="1"/>
          </p:cNvSpPr>
          <p:nvPr>
            <p:ph type="sldNum" idx="10"/>
          </p:nvPr>
        </p:nvSpPr>
        <p:spPr/>
        <p:txBody>
          <a:bodyPr/>
          <a:p>
            <a:pPr lvl="0" defTabSz="449580" eaLnBrk="1" hangingPunct="1">
              <a:spcBef>
                <a:spcPts val="40"/>
              </a:spcBef>
              <a:spcAft>
                <a:spcPts val="40"/>
              </a:spcAft>
              <a:buSzPct val="45000"/>
              <a:tabLst>
                <a:tab pos="0" algn="l"/>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fld id="{9A0DB2DC-4C9A-4742-B13C-FB6460FD3503}" type="slidenum">
              <a:rPr lang="en-US" altLang="en-US" dirty="0">
                <a:latin typeface="Times New Roman" panose="02020603050405020304" pitchFamily="16" charset="0"/>
                <a:cs typeface="Segoe UI" panose="020B0502040204020203" charset="0"/>
              </a:rPr>
            </a:fld>
            <a:endParaRPr lang="en-US" altLang="en-US" dirty="0">
              <a:latin typeface="Times New Roman" panose="02020603050405020304" pitchFamily="16" charset="0"/>
              <a:cs typeface="Segoe UI" panose="020B0502040204020203" charset="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Slide Number Placeholder 2"/>
          <p:cNvSpPr>
            <a:spLocks noGrp="1"/>
          </p:cNvSpPr>
          <p:nvPr>
            <p:ph type="sldNum" idx="10"/>
          </p:nvPr>
        </p:nvSpPr>
        <p:spPr/>
        <p:txBody>
          <a:bodyPr/>
          <a:p>
            <a:pPr lvl="0" defTabSz="449580" eaLnBrk="1" hangingPunct="1">
              <a:spcBef>
                <a:spcPts val="40"/>
              </a:spcBef>
              <a:spcAft>
                <a:spcPts val="40"/>
              </a:spcAft>
              <a:buSzPct val="45000"/>
              <a:tabLst>
                <a:tab pos="0" algn="l"/>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fld id="{9A0DB2DC-4C9A-4742-B13C-FB6460FD3503}" type="slidenum">
              <a:rPr lang="en-US" altLang="en-US" dirty="0">
                <a:latin typeface="Times New Roman" panose="02020603050405020304" pitchFamily="16" charset="0"/>
                <a:cs typeface="Segoe UI" panose="020B0502040204020203" charset="0"/>
              </a:rPr>
            </a:fld>
            <a:endParaRPr lang="en-US" altLang="en-US" dirty="0">
              <a:latin typeface="Times New Roman" panose="02020603050405020304" pitchFamily="16" charset="0"/>
              <a:cs typeface="Segoe UI" panose="020B0502040204020203" charset="0"/>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idx="10"/>
          </p:nvPr>
        </p:nvSpPr>
        <p:spPr/>
        <p:txBody>
          <a:bodyPr/>
          <a:p>
            <a:pPr lvl="0" defTabSz="449580" eaLnBrk="1" hangingPunct="1">
              <a:spcBef>
                <a:spcPts val="40"/>
              </a:spcBef>
              <a:spcAft>
                <a:spcPts val="40"/>
              </a:spcAft>
              <a:buSzPct val="45000"/>
              <a:tabLst>
                <a:tab pos="0" algn="l"/>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fld id="{9A0DB2DC-4C9A-4742-B13C-FB6460FD3503}" type="slidenum">
              <a:rPr lang="en-US" altLang="en-US" dirty="0">
                <a:latin typeface="Times New Roman" panose="02020603050405020304" pitchFamily="16" charset="0"/>
                <a:cs typeface="Segoe UI" panose="020B0502040204020203" charset="0"/>
              </a:rPr>
            </a:fld>
            <a:endParaRPr lang="en-US" altLang="en-US" dirty="0">
              <a:latin typeface="Times New Roman" panose="02020603050405020304" pitchFamily="16" charset="0"/>
              <a:cs typeface="Segoe UI" panose="020B0502040204020203"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Slide Number Placeholder 4"/>
          <p:cNvSpPr>
            <a:spLocks noGrp="1"/>
          </p:cNvSpPr>
          <p:nvPr>
            <p:ph type="sldNum" idx="10"/>
          </p:nvPr>
        </p:nvSpPr>
        <p:spPr/>
        <p:txBody>
          <a:bodyPr/>
          <a:p>
            <a:pPr lvl="0" defTabSz="449580" eaLnBrk="1" hangingPunct="1">
              <a:spcBef>
                <a:spcPts val="40"/>
              </a:spcBef>
              <a:spcAft>
                <a:spcPts val="40"/>
              </a:spcAft>
              <a:buSzPct val="45000"/>
              <a:tabLst>
                <a:tab pos="0" algn="l"/>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fld id="{9A0DB2DC-4C9A-4742-B13C-FB6460FD3503}" type="slidenum">
              <a:rPr lang="en-US" altLang="en-US" dirty="0">
                <a:latin typeface="Times New Roman" panose="02020603050405020304" pitchFamily="16" charset="0"/>
                <a:cs typeface="Segoe UI" panose="020B0502040204020203" charset="0"/>
              </a:rPr>
            </a:fld>
            <a:endParaRPr lang="en-US" altLang="en-US" dirty="0">
              <a:latin typeface="Times New Roman" panose="02020603050405020304" pitchFamily="16" charset="0"/>
              <a:cs typeface="Segoe UI" panose="020B0502040204020203" charset="0"/>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3887788" y="987425"/>
            <a:ext cx="4629150" cy="4873625"/>
          </a:xfrm>
        </p:spPr>
        <p:txBody>
          <a:bodyPr vert="horz" wrap="square" lIns="90000" tIns="46800" rIns="90000" bIns="4680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449580" rtl="0" eaLnBrk="0" fontAlgn="base" latinLnBrk="0" hangingPunct="0">
              <a:lnSpc>
                <a:spcPct val="100000"/>
              </a:lnSpc>
              <a:spcBef>
                <a:spcPts val="615"/>
              </a:spcBef>
              <a:spcAft>
                <a:spcPts val="15"/>
              </a:spcAft>
              <a:buClr>
                <a:srgbClr val="000000"/>
              </a:buClr>
              <a:buSzPct val="100000"/>
              <a:buFont typeface="Times New Roman" panose="02020603050405020304" pitchFamily="16" charset="0"/>
              <a:buNone/>
              <a:defRPr/>
            </a:pPr>
            <a:endParaRPr kumimoji="0" lang="en-IN" sz="3200" b="0" i="0" u="none" strike="noStrike" kern="1200" cap="none" spc="0" normalizeH="0" baseline="0" noProof="0">
              <a:ln>
                <a:noFill/>
              </a:ln>
              <a:solidFill>
                <a:srgbClr val="FFFFFF"/>
              </a:solidFill>
              <a:effectLst/>
              <a:uLnTx/>
              <a:uFillTx/>
              <a:latin typeface="+mn-lt"/>
              <a:ea typeface="+mn-ea"/>
              <a:cs typeface="+mn-cs"/>
            </a:endParaRP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Slide Number Placeholder 4"/>
          <p:cNvSpPr>
            <a:spLocks noGrp="1"/>
          </p:cNvSpPr>
          <p:nvPr>
            <p:ph type="sldNum" idx="10"/>
          </p:nvPr>
        </p:nvSpPr>
        <p:spPr/>
        <p:txBody>
          <a:bodyPr/>
          <a:p>
            <a:pPr lvl="0" defTabSz="449580" eaLnBrk="1" hangingPunct="1">
              <a:spcBef>
                <a:spcPts val="40"/>
              </a:spcBef>
              <a:spcAft>
                <a:spcPts val="40"/>
              </a:spcAft>
              <a:buSzPct val="45000"/>
              <a:tabLst>
                <a:tab pos="0" algn="l"/>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fld id="{9A0DB2DC-4C9A-4742-B13C-FB6460FD3503}" type="slidenum">
              <a:rPr lang="en-US" altLang="en-US" dirty="0">
                <a:latin typeface="Times New Roman" panose="02020603050405020304" pitchFamily="16" charset="0"/>
                <a:cs typeface="Segoe UI" panose="020B0502040204020203" charset="0"/>
              </a:rPr>
            </a:fld>
            <a:endParaRPr lang="en-US" altLang="en-US" dirty="0">
              <a:latin typeface="Times New Roman" panose="02020603050405020304" pitchFamily="16" charset="0"/>
              <a:cs typeface="Segoe UI" panose="020B0502040204020203" charset="0"/>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Slide Number Placeholder 3"/>
          <p:cNvSpPr>
            <a:spLocks noGrp="1"/>
          </p:cNvSpPr>
          <p:nvPr>
            <p:ph type="sldNum" idx="10"/>
          </p:nvPr>
        </p:nvSpPr>
        <p:spPr/>
        <p:txBody>
          <a:bodyPr/>
          <a:p>
            <a:pPr lvl="0" defTabSz="449580" eaLnBrk="1" hangingPunct="1">
              <a:spcBef>
                <a:spcPts val="40"/>
              </a:spcBef>
              <a:spcAft>
                <a:spcPts val="40"/>
              </a:spcAft>
              <a:buSzPct val="45000"/>
              <a:tabLst>
                <a:tab pos="0" algn="l"/>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fld id="{9A0DB2DC-4C9A-4742-B13C-FB6460FD3503}" type="slidenum">
              <a:rPr lang="en-US" altLang="en-US" dirty="0">
                <a:latin typeface="Times New Roman" panose="02020603050405020304" pitchFamily="16" charset="0"/>
                <a:cs typeface="Segoe UI" panose="020B0502040204020203" charset="0"/>
              </a:rPr>
            </a:fld>
            <a:endParaRPr lang="en-US" altLang="en-US" dirty="0">
              <a:latin typeface="Times New Roman" panose="02020603050405020304" pitchFamily="16" charset="0"/>
              <a:cs typeface="Segoe UI" panose="020B0502040204020203"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52400"/>
            <a:ext cx="2055813" cy="597217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152400"/>
            <a:ext cx="6019800" cy="597217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Slide Number Placeholder 3"/>
          <p:cNvSpPr>
            <a:spLocks noGrp="1"/>
          </p:cNvSpPr>
          <p:nvPr>
            <p:ph type="sldNum" idx="10"/>
          </p:nvPr>
        </p:nvSpPr>
        <p:spPr/>
        <p:txBody>
          <a:bodyPr/>
          <a:p>
            <a:pPr lvl="0" defTabSz="449580" eaLnBrk="1" hangingPunct="1">
              <a:spcBef>
                <a:spcPts val="40"/>
              </a:spcBef>
              <a:spcAft>
                <a:spcPts val="40"/>
              </a:spcAft>
              <a:buSzPct val="45000"/>
              <a:tabLst>
                <a:tab pos="0" algn="l"/>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fld id="{9A0DB2DC-4C9A-4742-B13C-FB6460FD3503}" type="slidenum">
              <a:rPr lang="en-US" altLang="en-US" dirty="0">
                <a:latin typeface="Times New Roman" panose="02020603050405020304" pitchFamily="16" charset="0"/>
                <a:cs typeface="Segoe UI" panose="020B0502040204020203" charset="0"/>
              </a:rPr>
            </a:fld>
            <a:endParaRPr lang="en-US" altLang="en-US" dirty="0">
              <a:latin typeface="Times New Roman" panose="02020603050405020304" pitchFamily="16" charset="0"/>
              <a:cs typeface="Segoe UI" panose="020B0502040204020203" charset="0"/>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8" name="Rectangle 7"/>
          <p:cNvSpPr/>
          <p:nvPr/>
        </p:nvSpPr>
        <p:spPr>
          <a:xfrm>
            <a:off x="3175" y="6400800"/>
            <a:ext cx="9140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0" y="6334125"/>
            <a:ext cx="9142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2" name="Straight Connector 11"/>
          <p:cNvCxnSpPr/>
          <p:nvPr/>
        </p:nvCxnSpPr>
        <p:spPr>
          <a:xfrm>
            <a:off x="906463" y="4343400"/>
            <a:ext cx="7405688"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13" name="Date Placeholder 3"/>
          <p:cNvSpPr>
            <a:spLocks noGrp="1"/>
          </p:cNvSpPr>
          <p:nvPr>
            <p:ph type="dt" sz="half" idx="2"/>
          </p:nvPr>
        </p:nvSpPr>
        <p:spPr>
          <a:xfrm>
            <a:off x="822325" y="6459538"/>
            <a:ext cx="1854200" cy="365125"/>
          </a:xfrm>
          <a:prstGeom prst="rect">
            <a:avLst/>
          </a:prstGeom>
        </p:spPr>
        <p:txBody>
          <a:bodyPr vert="horz" lIns="91440" tIns="45720" rIns="91440" bIns="45720" rtlCol="0" anchor="ctr"/>
          <a:lstStyle/>
          <a:p>
            <a:pPr marL="0" marR="0" lvl="0" indent="0" algn="l" defTabSz="449580" rtl="0" eaLnBrk="1" fontAlgn="base" latinLnBrk="0" hangingPunct="1">
              <a:lnSpc>
                <a:spcPct val="100000"/>
              </a:lnSpc>
              <a:spcBef>
                <a:spcPts val="40"/>
              </a:spcBef>
              <a:spcAft>
                <a:spcPts val="40"/>
              </a:spcAft>
              <a:buClr>
                <a:srgbClr val="000000"/>
              </a:buClr>
              <a:buSzPct val="100000"/>
              <a:buFont typeface="Times New Roman" panose="02020603050405020304" pitchFamily="16" charset="0"/>
              <a:buNone/>
              <a:defRPr/>
            </a:pPr>
            <a:endParaRPr kumimoji="0" lang="en-US" altLang="en-US" sz="900" b="0" i="0" u="none" strike="noStrike" kern="1200" cap="none" spc="0" normalizeH="0" baseline="0" noProof="0">
              <a:ln>
                <a:noFill/>
              </a:ln>
              <a:solidFill>
                <a:srgbClr val="FFFFFF"/>
              </a:solidFill>
              <a:effectLst/>
              <a:uLnTx/>
              <a:uFillTx/>
              <a:latin typeface="Times New Roman" panose="02020603050405020304" pitchFamily="16" charset="0"/>
              <a:ea typeface="Microsoft YaHei" panose="020B0503020204020204" charset="-122"/>
              <a:cs typeface="+mn-cs"/>
            </a:endParaRPr>
          </a:p>
        </p:txBody>
      </p:sp>
      <p:sp>
        <p:nvSpPr>
          <p:cNvPr id="14" name="Footer Placeholder 4"/>
          <p:cNvSpPr>
            <a:spLocks noGrp="1"/>
          </p:cNvSpPr>
          <p:nvPr>
            <p:ph type="ftr" sz="quarter" idx="3"/>
          </p:nvPr>
        </p:nvSpPr>
        <p:spPr>
          <a:xfrm>
            <a:off x="2765425" y="6459538"/>
            <a:ext cx="3616325" cy="365125"/>
          </a:xfrm>
          <a:prstGeom prst="rect">
            <a:avLst/>
          </a:prstGeom>
        </p:spPr>
        <p:txBody>
          <a:bodyPr vert="horz" lIns="91440" tIns="45720" rIns="91440" bIns="45720" rtlCol="0" anchor="ctr"/>
          <a:lstStyle/>
          <a:p>
            <a:pPr marL="0" marR="0" lvl="0" indent="0" algn="ctr" defTabSz="449580" rtl="0" eaLnBrk="1" fontAlgn="base" latinLnBrk="0" hangingPunct="1">
              <a:lnSpc>
                <a:spcPct val="100000"/>
              </a:lnSpc>
              <a:spcBef>
                <a:spcPts val="40"/>
              </a:spcBef>
              <a:spcAft>
                <a:spcPts val="40"/>
              </a:spcAft>
              <a:buClr>
                <a:srgbClr val="000000"/>
              </a:buClr>
              <a:buSzPct val="100000"/>
              <a:buFont typeface="Times New Roman" panose="02020603050405020304" pitchFamily="16" charset="0"/>
              <a:buNone/>
              <a:defRPr/>
            </a:pPr>
            <a:endParaRPr kumimoji="0" lang="en-US" altLang="en-US" sz="900" b="0" i="0" u="none" strike="noStrike" kern="1200" cap="all" spc="0" normalizeH="0" baseline="0" noProof="0">
              <a:ln>
                <a:noFill/>
              </a:ln>
              <a:solidFill>
                <a:srgbClr val="FFFFFF"/>
              </a:solidFill>
              <a:effectLst/>
              <a:uLnTx/>
              <a:uFillTx/>
              <a:latin typeface="Times New Roman" panose="02020603050405020304" pitchFamily="16" charset="0"/>
              <a:ea typeface="Microsoft YaHei" panose="020B0503020204020204" charset="-122"/>
              <a:cs typeface="+mn-cs"/>
            </a:endParaRPr>
          </a:p>
        </p:txBody>
      </p:sp>
      <p:sp>
        <p:nvSpPr>
          <p:cNvPr id="15" name="Slide Number Placeholder 5"/>
          <p:cNvSpPr>
            <a:spLocks noGrp="1"/>
          </p:cNvSpPr>
          <p:nvPr>
            <p:ph type="sldNum" sz="quarter" idx="4"/>
          </p:nvPr>
        </p:nvSpPr>
        <p:spPr>
          <a:xfrm>
            <a:off x="7424738" y="6459538"/>
            <a:ext cx="984250" cy="365125"/>
          </a:xfrm>
          <a:prstGeom prst="rect">
            <a:avLst/>
          </a:prstGeom>
        </p:spPr>
        <p:txBody>
          <a:bodyPr vert="horz" lIns="91440" tIns="45720" rIns="91440" bIns="45720" rtlCol="0" anchor="ctr"/>
          <a:p>
            <a:pPr algn="r" eaLnBrk="1" hangingPunct="1">
              <a:buNone/>
            </a:pPr>
            <a:fld id="{9A0DB2DC-4C9A-4742-B13C-FB6460FD3503}" type="slidenum">
              <a:rPr lang="en-US" altLang="en-US" dirty="0"/>
            </a:fld>
            <a:endParaRPr lang="en-US"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8" name="Date Placeholder 3"/>
          <p:cNvSpPr>
            <a:spLocks noGrp="1"/>
          </p:cNvSpPr>
          <p:nvPr>
            <p:ph type="dt" sz="half" idx="2"/>
          </p:nvPr>
        </p:nvSpPr>
        <p:spPr>
          <a:xfrm>
            <a:off x="822325" y="6459538"/>
            <a:ext cx="1854200" cy="365125"/>
          </a:xfrm>
          <a:prstGeom prst="rect">
            <a:avLst/>
          </a:prstGeom>
        </p:spPr>
        <p:txBody>
          <a:bodyPr vert="horz" lIns="91440" tIns="45720" rIns="91440" bIns="45720" rtlCol="0" anchor="ctr"/>
          <a:lstStyle/>
          <a:p>
            <a:pPr marL="0" marR="0" lvl="0" indent="0" algn="l" defTabSz="449580" rtl="0" eaLnBrk="1" fontAlgn="base" latinLnBrk="0" hangingPunct="1">
              <a:lnSpc>
                <a:spcPct val="100000"/>
              </a:lnSpc>
              <a:spcBef>
                <a:spcPts val="40"/>
              </a:spcBef>
              <a:spcAft>
                <a:spcPts val="40"/>
              </a:spcAft>
              <a:buClr>
                <a:srgbClr val="000000"/>
              </a:buClr>
              <a:buSzPct val="100000"/>
              <a:buFont typeface="Times New Roman" panose="02020603050405020304" pitchFamily="16" charset="0"/>
              <a:buNone/>
              <a:defRPr/>
            </a:pPr>
            <a:endParaRPr kumimoji="0" lang="en-US" altLang="en-US" sz="900" b="0" i="0" u="none" strike="noStrike" kern="1200" cap="none" spc="0" normalizeH="0" baseline="0" noProof="0">
              <a:ln>
                <a:noFill/>
              </a:ln>
              <a:solidFill>
                <a:srgbClr val="FFFFFF"/>
              </a:solidFill>
              <a:effectLst/>
              <a:uLnTx/>
              <a:uFillTx/>
              <a:latin typeface="Times New Roman" panose="02020603050405020304" pitchFamily="16" charset="0"/>
              <a:ea typeface="Microsoft YaHei" panose="020B0503020204020204" charset="-122"/>
              <a:cs typeface="+mn-cs"/>
            </a:endParaRPr>
          </a:p>
        </p:txBody>
      </p:sp>
      <p:sp>
        <p:nvSpPr>
          <p:cNvPr id="11" name="Footer Placeholder 4"/>
          <p:cNvSpPr>
            <a:spLocks noGrp="1"/>
          </p:cNvSpPr>
          <p:nvPr>
            <p:ph type="ftr" sz="quarter" idx="3"/>
          </p:nvPr>
        </p:nvSpPr>
        <p:spPr>
          <a:xfrm>
            <a:off x="2765425" y="6459538"/>
            <a:ext cx="3616325" cy="365125"/>
          </a:xfrm>
          <a:prstGeom prst="rect">
            <a:avLst/>
          </a:prstGeom>
        </p:spPr>
        <p:txBody>
          <a:bodyPr vert="horz" lIns="91440" tIns="45720" rIns="91440" bIns="45720" rtlCol="0" anchor="ctr"/>
          <a:lstStyle/>
          <a:p>
            <a:pPr marL="0" marR="0" lvl="0" indent="0" algn="ctr" defTabSz="449580" rtl="0" eaLnBrk="1" fontAlgn="base" latinLnBrk="0" hangingPunct="1">
              <a:lnSpc>
                <a:spcPct val="100000"/>
              </a:lnSpc>
              <a:spcBef>
                <a:spcPts val="40"/>
              </a:spcBef>
              <a:spcAft>
                <a:spcPts val="40"/>
              </a:spcAft>
              <a:buClr>
                <a:srgbClr val="000000"/>
              </a:buClr>
              <a:buSzPct val="100000"/>
              <a:buFont typeface="Times New Roman" panose="02020603050405020304" pitchFamily="16" charset="0"/>
              <a:buNone/>
              <a:defRPr/>
            </a:pPr>
            <a:endParaRPr kumimoji="0" lang="en-US" altLang="en-US" sz="900" b="0" i="0" u="none" strike="noStrike" kern="1200" cap="all" spc="0" normalizeH="0" baseline="0" noProof="0">
              <a:ln>
                <a:noFill/>
              </a:ln>
              <a:solidFill>
                <a:srgbClr val="FFFFFF"/>
              </a:solidFill>
              <a:effectLst/>
              <a:uLnTx/>
              <a:uFillTx/>
              <a:latin typeface="Times New Roman" panose="02020603050405020304" pitchFamily="16" charset="0"/>
              <a:ea typeface="Microsoft YaHei" panose="020B0503020204020204" charset="-122"/>
              <a:cs typeface="+mn-cs"/>
            </a:endParaRPr>
          </a:p>
        </p:txBody>
      </p:sp>
      <p:sp>
        <p:nvSpPr>
          <p:cNvPr id="12" name="Slide Number Placeholder 5"/>
          <p:cNvSpPr>
            <a:spLocks noGrp="1"/>
          </p:cNvSpPr>
          <p:nvPr>
            <p:ph type="sldNum" sz="quarter" idx="4"/>
          </p:nvPr>
        </p:nvSpPr>
        <p:spPr>
          <a:xfrm>
            <a:off x="7424738" y="6459538"/>
            <a:ext cx="984250" cy="365125"/>
          </a:xfrm>
          <a:prstGeom prst="rect">
            <a:avLst/>
          </a:prstGeom>
        </p:spPr>
        <p:txBody>
          <a:bodyPr vert="horz" lIns="91440" tIns="45720" rIns="91440" bIns="45720" rtlCol="0" anchor="ctr"/>
          <a:p>
            <a:pPr algn="r" eaLnBrk="1" hangingPunct="1">
              <a:buNone/>
            </a:pPr>
            <a:fld id="{9A0DB2DC-4C9A-4742-B13C-FB6460FD3503}" type="slidenum">
              <a:rPr lang="en-US" altLang="en-US" dirty="0"/>
            </a:fld>
            <a:endParaRPr lang="en-US"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Pr>
        <a:solidFill>
          <a:schemeClr val="bg1"/>
        </a:solidFill>
        <a:effectLst/>
      </p:bgPr>
    </p:bg>
    <p:spTree>
      <p:nvGrpSpPr>
        <p:cNvPr id="1" name=""/>
        <p:cNvGrpSpPr/>
        <p:nvPr/>
      </p:nvGrpSpPr>
      <p:grpSpPr>
        <a:xfrm>
          <a:off x="0" y="0"/>
          <a:ext cx="0" cy="0"/>
          <a:chOff x="0" y="0"/>
          <a:chExt cx="0" cy="0"/>
        </a:xfrm>
      </p:grpSpPr>
      <p:sp>
        <p:nvSpPr>
          <p:cNvPr id="8" name="Rectangle 7"/>
          <p:cNvSpPr/>
          <p:nvPr/>
        </p:nvSpPr>
        <p:spPr>
          <a:xfrm>
            <a:off x="3175" y="6400800"/>
            <a:ext cx="9140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0" y="6334125"/>
            <a:ext cx="9142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2" name="Straight Connector 11"/>
          <p:cNvCxnSpPr/>
          <p:nvPr/>
        </p:nvCxnSpPr>
        <p:spPr>
          <a:xfrm>
            <a:off x="906463" y="4343400"/>
            <a:ext cx="7405688"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13" name="Date Placeholder 3"/>
          <p:cNvSpPr>
            <a:spLocks noGrp="1"/>
          </p:cNvSpPr>
          <p:nvPr>
            <p:ph type="dt" sz="half" idx="2"/>
          </p:nvPr>
        </p:nvSpPr>
        <p:spPr>
          <a:xfrm>
            <a:off x="822325" y="6459538"/>
            <a:ext cx="1854200" cy="365125"/>
          </a:xfrm>
          <a:prstGeom prst="rect">
            <a:avLst/>
          </a:prstGeom>
        </p:spPr>
        <p:txBody>
          <a:bodyPr vert="horz" lIns="91440" tIns="45720" rIns="91440" bIns="45720" rtlCol="0" anchor="ctr"/>
          <a:lstStyle/>
          <a:p>
            <a:pPr marL="0" marR="0" lvl="0" indent="0" algn="l" defTabSz="449580" rtl="0" eaLnBrk="1" fontAlgn="base" latinLnBrk="0" hangingPunct="1">
              <a:lnSpc>
                <a:spcPct val="100000"/>
              </a:lnSpc>
              <a:spcBef>
                <a:spcPts val="40"/>
              </a:spcBef>
              <a:spcAft>
                <a:spcPts val="40"/>
              </a:spcAft>
              <a:buClr>
                <a:srgbClr val="000000"/>
              </a:buClr>
              <a:buSzPct val="100000"/>
              <a:buFont typeface="Times New Roman" panose="02020603050405020304" pitchFamily="16" charset="0"/>
              <a:buNone/>
              <a:defRPr/>
            </a:pPr>
            <a:endParaRPr kumimoji="0" lang="en-US" altLang="en-US" sz="900" b="0" i="0" u="none" strike="noStrike" kern="1200" cap="none" spc="0" normalizeH="0" baseline="0" noProof="0">
              <a:ln>
                <a:noFill/>
              </a:ln>
              <a:solidFill>
                <a:srgbClr val="FFFFFF"/>
              </a:solidFill>
              <a:effectLst/>
              <a:uLnTx/>
              <a:uFillTx/>
              <a:latin typeface="Times New Roman" panose="02020603050405020304" pitchFamily="16" charset="0"/>
              <a:ea typeface="Microsoft YaHei" panose="020B0503020204020204" charset="-122"/>
              <a:cs typeface="+mn-cs"/>
            </a:endParaRPr>
          </a:p>
        </p:txBody>
      </p:sp>
      <p:sp>
        <p:nvSpPr>
          <p:cNvPr id="14" name="Footer Placeholder 4"/>
          <p:cNvSpPr>
            <a:spLocks noGrp="1"/>
          </p:cNvSpPr>
          <p:nvPr>
            <p:ph type="ftr" sz="quarter" idx="3"/>
          </p:nvPr>
        </p:nvSpPr>
        <p:spPr>
          <a:xfrm>
            <a:off x="2765425" y="6459538"/>
            <a:ext cx="3616325" cy="365125"/>
          </a:xfrm>
          <a:prstGeom prst="rect">
            <a:avLst/>
          </a:prstGeom>
        </p:spPr>
        <p:txBody>
          <a:bodyPr vert="horz" lIns="91440" tIns="45720" rIns="91440" bIns="45720" rtlCol="0" anchor="ctr"/>
          <a:lstStyle/>
          <a:p>
            <a:pPr marL="0" marR="0" lvl="0" indent="0" algn="ctr" defTabSz="449580" rtl="0" eaLnBrk="1" fontAlgn="base" latinLnBrk="0" hangingPunct="1">
              <a:lnSpc>
                <a:spcPct val="100000"/>
              </a:lnSpc>
              <a:spcBef>
                <a:spcPts val="40"/>
              </a:spcBef>
              <a:spcAft>
                <a:spcPts val="40"/>
              </a:spcAft>
              <a:buClr>
                <a:srgbClr val="000000"/>
              </a:buClr>
              <a:buSzPct val="100000"/>
              <a:buFont typeface="Times New Roman" panose="02020603050405020304" pitchFamily="16" charset="0"/>
              <a:buNone/>
              <a:defRPr/>
            </a:pPr>
            <a:endParaRPr kumimoji="0" lang="en-US" altLang="en-US" sz="900" b="0" i="0" u="none" strike="noStrike" kern="1200" cap="all" spc="0" normalizeH="0" baseline="0" noProof="0">
              <a:ln>
                <a:noFill/>
              </a:ln>
              <a:solidFill>
                <a:srgbClr val="FFFFFF"/>
              </a:solidFill>
              <a:effectLst/>
              <a:uLnTx/>
              <a:uFillTx/>
              <a:latin typeface="Times New Roman" panose="02020603050405020304" pitchFamily="16" charset="0"/>
              <a:ea typeface="Microsoft YaHei" panose="020B0503020204020204" charset="-122"/>
              <a:cs typeface="+mn-cs"/>
            </a:endParaRPr>
          </a:p>
        </p:txBody>
      </p:sp>
      <p:sp>
        <p:nvSpPr>
          <p:cNvPr id="15" name="Slide Number Placeholder 5"/>
          <p:cNvSpPr>
            <a:spLocks noGrp="1"/>
          </p:cNvSpPr>
          <p:nvPr>
            <p:ph type="sldNum" sz="quarter" idx="4"/>
          </p:nvPr>
        </p:nvSpPr>
        <p:spPr>
          <a:xfrm>
            <a:off x="7424738" y="6459538"/>
            <a:ext cx="984250" cy="365125"/>
          </a:xfrm>
          <a:prstGeom prst="rect">
            <a:avLst/>
          </a:prstGeom>
        </p:spPr>
        <p:txBody>
          <a:bodyPr vert="horz" lIns="91440" tIns="45720" rIns="91440" bIns="45720" rtlCol="0" anchor="ctr"/>
          <a:p>
            <a:pPr algn="r" eaLnBrk="1" hangingPunct="1">
              <a:buNone/>
            </a:pPr>
            <a:fld id="{9A0DB2DC-4C9A-4742-B13C-FB6460FD3503}" type="slidenum">
              <a:rPr lang="en-US" altLang="en-US" dirty="0"/>
            </a:fld>
            <a:endParaRPr lang="en-US" alt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5"/>
            <a:ext cx="3703320" cy="4023359"/>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4663440" y="1845735"/>
            <a:ext cx="3703320" cy="402336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2" name="Date Placeholder 4"/>
          <p:cNvSpPr>
            <a:spLocks noGrp="1"/>
          </p:cNvSpPr>
          <p:nvPr>
            <p:ph type="dt" sz="half" idx="12"/>
          </p:nvPr>
        </p:nvSpPr>
        <p:spPr>
          <a:xfrm>
            <a:off x="822325" y="6459538"/>
            <a:ext cx="1854200" cy="365125"/>
          </a:xfrm>
          <a:prstGeom prst="rect">
            <a:avLst/>
          </a:prstGeom>
        </p:spPr>
        <p:txBody>
          <a:bodyPr vert="horz" lIns="91440" tIns="45720" rIns="91440" bIns="45720" rtlCol="0" anchor="ctr"/>
          <a:lstStyle/>
          <a:p>
            <a:pPr marL="0" marR="0" lvl="0" indent="0" algn="l" defTabSz="449580" rtl="0" eaLnBrk="1" fontAlgn="base" latinLnBrk="0" hangingPunct="1">
              <a:lnSpc>
                <a:spcPct val="100000"/>
              </a:lnSpc>
              <a:spcBef>
                <a:spcPts val="40"/>
              </a:spcBef>
              <a:spcAft>
                <a:spcPts val="40"/>
              </a:spcAft>
              <a:buClr>
                <a:srgbClr val="000000"/>
              </a:buClr>
              <a:buSzPct val="100000"/>
              <a:buFont typeface="Times New Roman" panose="02020603050405020304" pitchFamily="16" charset="0"/>
              <a:buNone/>
              <a:defRPr/>
            </a:pPr>
            <a:endParaRPr kumimoji="0" lang="en-US" altLang="en-US" sz="900" b="0" i="0" u="none" strike="noStrike" kern="1200" cap="none" spc="0" normalizeH="0" baseline="0" noProof="0">
              <a:ln>
                <a:noFill/>
              </a:ln>
              <a:solidFill>
                <a:srgbClr val="FFFFFF"/>
              </a:solidFill>
              <a:effectLst/>
              <a:uLnTx/>
              <a:uFillTx/>
              <a:latin typeface="Times New Roman" panose="02020603050405020304" pitchFamily="16" charset="0"/>
              <a:ea typeface="Microsoft YaHei" panose="020B0503020204020204" charset="-122"/>
              <a:cs typeface="+mn-cs"/>
            </a:endParaRPr>
          </a:p>
        </p:txBody>
      </p:sp>
      <p:sp>
        <p:nvSpPr>
          <p:cNvPr id="11" name="Footer Placeholder 5"/>
          <p:cNvSpPr>
            <a:spLocks noGrp="1"/>
          </p:cNvSpPr>
          <p:nvPr>
            <p:ph type="ftr" sz="quarter" idx="3"/>
          </p:nvPr>
        </p:nvSpPr>
        <p:spPr>
          <a:xfrm>
            <a:off x="2765425" y="6459538"/>
            <a:ext cx="3616325" cy="365125"/>
          </a:xfrm>
          <a:prstGeom prst="rect">
            <a:avLst/>
          </a:prstGeom>
        </p:spPr>
        <p:txBody>
          <a:bodyPr vert="horz" lIns="91440" tIns="45720" rIns="91440" bIns="45720" rtlCol="0" anchor="ctr"/>
          <a:lstStyle/>
          <a:p>
            <a:pPr marL="0" marR="0" lvl="0" indent="0" algn="ctr" defTabSz="449580" rtl="0" eaLnBrk="1" fontAlgn="base" latinLnBrk="0" hangingPunct="1">
              <a:lnSpc>
                <a:spcPct val="100000"/>
              </a:lnSpc>
              <a:spcBef>
                <a:spcPts val="40"/>
              </a:spcBef>
              <a:spcAft>
                <a:spcPts val="40"/>
              </a:spcAft>
              <a:buClr>
                <a:srgbClr val="000000"/>
              </a:buClr>
              <a:buSzPct val="100000"/>
              <a:buFont typeface="Times New Roman" panose="02020603050405020304" pitchFamily="16" charset="0"/>
              <a:buNone/>
              <a:defRPr/>
            </a:pPr>
            <a:endParaRPr kumimoji="0" lang="en-US" altLang="en-US" sz="900" b="0" i="0" u="none" strike="noStrike" kern="1200" cap="all" spc="0" normalizeH="0" baseline="0" noProof="0">
              <a:ln>
                <a:noFill/>
              </a:ln>
              <a:solidFill>
                <a:srgbClr val="FFFFFF"/>
              </a:solidFill>
              <a:effectLst/>
              <a:uLnTx/>
              <a:uFillTx/>
              <a:latin typeface="Times New Roman" panose="02020603050405020304" pitchFamily="16" charset="0"/>
              <a:ea typeface="Microsoft YaHei" panose="020B0503020204020204" charset="-122"/>
              <a:cs typeface="+mn-cs"/>
            </a:endParaRPr>
          </a:p>
        </p:txBody>
      </p:sp>
      <p:sp>
        <p:nvSpPr>
          <p:cNvPr id="12" name="Slide Number Placeholder 6"/>
          <p:cNvSpPr>
            <a:spLocks noGrp="1"/>
          </p:cNvSpPr>
          <p:nvPr>
            <p:ph type="sldNum" sz="quarter" idx="4"/>
          </p:nvPr>
        </p:nvSpPr>
        <p:spPr>
          <a:xfrm>
            <a:off x="7424738" y="6459538"/>
            <a:ext cx="984250" cy="365125"/>
          </a:xfrm>
          <a:prstGeom prst="rect">
            <a:avLst/>
          </a:prstGeom>
        </p:spPr>
        <p:txBody>
          <a:bodyPr vert="horz" lIns="91440" tIns="45720" rIns="91440" bIns="45720" rtlCol="0" anchor="ctr"/>
          <a:p>
            <a:pPr algn="r" eaLnBrk="1" hangingPunct="1">
              <a:buNone/>
            </a:pPr>
            <a:fld id="{9A0DB2DC-4C9A-4742-B13C-FB6460FD3503}" type="slidenum">
              <a:rPr lang="en-US" altLang="en-US" dirty="0"/>
            </a:fld>
            <a:endParaRPr lang="en-US" alt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22960" y="2582335"/>
            <a:ext cx="3703320" cy="328676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63440" y="2582334"/>
            <a:ext cx="3703320" cy="328676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8" name="Date Placeholder 6"/>
          <p:cNvSpPr>
            <a:spLocks noGrp="1"/>
          </p:cNvSpPr>
          <p:nvPr>
            <p:ph type="dt" sz="half" idx="12"/>
          </p:nvPr>
        </p:nvSpPr>
        <p:spPr>
          <a:xfrm>
            <a:off x="822325" y="6459538"/>
            <a:ext cx="1854200" cy="365125"/>
          </a:xfrm>
          <a:prstGeom prst="rect">
            <a:avLst/>
          </a:prstGeom>
        </p:spPr>
        <p:txBody>
          <a:bodyPr vert="horz" lIns="91440" tIns="45720" rIns="91440" bIns="45720" rtlCol="0" anchor="ctr"/>
          <a:lstStyle/>
          <a:p>
            <a:pPr marL="0" marR="0" lvl="0" indent="0" algn="l" defTabSz="449580" rtl="0" eaLnBrk="1" fontAlgn="base" latinLnBrk="0" hangingPunct="1">
              <a:lnSpc>
                <a:spcPct val="100000"/>
              </a:lnSpc>
              <a:spcBef>
                <a:spcPts val="40"/>
              </a:spcBef>
              <a:spcAft>
                <a:spcPts val="40"/>
              </a:spcAft>
              <a:buClr>
                <a:srgbClr val="000000"/>
              </a:buClr>
              <a:buSzPct val="100000"/>
              <a:buFont typeface="Times New Roman" panose="02020603050405020304" pitchFamily="16" charset="0"/>
              <a:buNone/>
              <a:defRPr/>
            </a:pPr>
            <a:endParaRPr kumimoji="0" lang="en-US" altLang="en-US" sz="900" b="0" i="0" u="none" strike="noStrike" kern="1200" cap="none" spc="0" normalizeH="0" baseline="0" noProof="0">
              <a:ln>
                <a:noFill/>
              </a:ln>
              <a:solidFill>
                <a:srgbClr val="FFFFFF"/>
              </a:solidFill>
              <a:effectLst/>
              <a:uLnTx/>
              <a:uFillTx/>
              <a:latin typeface="Times New Roman" panose="02020603050405020304" pitchFamily="16" charset="0"/>
              <a:ea typeface="Microsoft YaHei" panose="020B0503020204020204" charset="-122"/>
              <a:cs typeface="+mn-cs"/>
            </a:endParaRPr>
          </a:p>
        </p:txBody>
      </p:sp>
      <p:sp>
        <p:nvSpPr>
          <p:cNvPr id="11" name="Footer Placeholder 7"/>
          <p:cNvSpPr>
            <a:spLocks noGrp="1"/>
          </p:cNvSpPr>
          <p:nvPr>
            <p:ph type="ftr" sz="quarter" idx="13"/>
          </p:nvPr>
        </p:nvSpPr>
        <p:spPr>
          <a:xfrm>
            <a:off x="2765425" y="6459538"/>
            <a:ext cx="3616325" cy="365125"/>
          </a:xfrm>
          <a:prstGeom prst="rect">
            <a:avLst/>
          </a:prstGeom>
        </p:spPr>
        <p:txBody>
          <a:bodyPr vert="horz" lIns="91440" tIns="45720" rIns="91440" bIns="45720" rtlCol="0" anchor="ctr"/>
          <a:lstStyle/>
          <a:p>
            <a:pPr marL="0" marR="0" lvl="0" indent="0" algn="ctr" defTabSz="449580" rtl="0" eaLnBrk="1" fontAlgn="base" latinLnBrk="0" hangingPunct="1">
              <a:lnSpc>
                <a:spcPct val="100000"/>
              </a:lnSpc>
              <a:spcBef>
                <a:spcPts val="40"/>
              </a:spcBef>
              <a:spcAft>
                <a:spcPts val="40"/>
              </a:spcAft>
              <a:buClr>
                <a:srgbClr val="000000"/>
              </a:buClr>
              <a:buSzPct val="100000"/>
              <a:buFont typeface="Times New Roman" panose="02020603050405020304" pitchFamily="16" charset="0"/>
              <a:buNone/>
              <a:defRPr/>
            </a:pPr>
            <a:endParaRPr kumimoji="0" lang="en-US" altLang="en-US" sz="900" b="0" i="0" u="none" strike="noStrike" kern="1200" cap="all" spc="0" normalizeH="0" baseline="0" noProof="0">
              <a:ln>
                <a:noFill/>
              </a:ln>
              <a:solidFill>
                <a:srgbClr val="FFFFFF"/>
              </a:solidFill>
              <a:effectLst/>
              <a:uLnTx/>
              <a:uFillTx/>
              <a:latin typeface="Times New Roman" panose="02020603050405020304" pitchFamily="16" charset="0"/>
              <a:ea typeface="Microsoft YaHei" panose="020B0503020204020204" charset="-122"/>
              <a:cs typeface="+mn-cs"/>
            </a:endParaRPr>
          </a:p>
        </p:txBody>
      </p:sp>
      <p:sp>
        <p:nvSpPr>
          <p:cNvPr id="12" name="Slide Number Placeholder 8"/>
          <p:cNvSpPr>
            <a:spLocks noGrp="1"/>
          </p:cNvSpPr>
          <p:nvPr>
            <p:ph type="sldNum" sz="quarter" idx="14"/>
          </p:nvPr>
        </p:nvSpPr>
        <p:spPr>
          <a:xfrm>
            <a:off x="7424738" y="6459538"/>
            <a:ext cx="984250" cy="365125"/>
          </a:xfrm>
          <a:prstGeom prst="rect">
            <a:avLst/>
          </a:prstGeom>
        </p:spPr>
        <p:txBody>
          <a:bodyPr vert="horz" lIns="91440" tIns="45720" rIns="91440" bIns="45720" rtlCol="0" anchor="ctr"/>
          <a:p>
            <a:pPr algn="r" eaLnBrk="1" hangingPunct="1">
              <a:buNone/>
            </a:pPr>
            <a:fld id="{9A0DB2DC-4C9A-4742-B13C-FB6460FD3503}" type="slidenum">
              <a:rPr lang="en-US" altLang="en-US" dirty="0"/>
            </a:fld>
            <a:endParaRPr lang="en-US" alt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8" name="Date Placeholder 2"/>
          <p:cNvSpPr>
            <a:spLocks noGrp="1"/>
          </p:cNvSpPr>
          <p:nvPr>
            <p:ph type="dt" sz="half" idx="2"/>
          </p:nvPr>
        </p:nvSpPr>
        <p:spPr>
          <a:xfrm>
            <a:off x="822325" y="6459538"/>
            <a:ext cx="1854200" cy="365125"/>
          </a:xfrm>
          <a:prstGeom prst="rect">
            <a:avLst/>
          </a:prstGeom>
        </p:spPr>
        <p:txBody>
          <a:bodyPr vert="horz" lIns="91440" tIns="45720" rIns="91440" bIns="45720" rtlCol="0" anchor="ctr"/>
          <a:lstStyle/>
          <a:p>
            <a:pPr marL="0" marR="0" lvl="0" indent="0" algn="l" defTabSz="449580" rtl="0" eaLnBrk="1" fontAlgn="base" latinLnBrk="0" hangingPunct="1">
              <a:lnSpc>
                <a:spcPct val="100000"/>
              </a:lnSpc>
              <a:spcBef>
                <a:spcPts val="40"/>
              </a:spcBef>
              <a:spcAft>
                <a:spcPts val="40"/>
              </a:spcAft>
              <a:buClr>
                <a:srgbClr val="000000"/>
              </a:buClr>
              <a:buSzPct val="100000"/>
              <a:buFont typeface="Times New Roman" panose="02020603050405020304" pitchFamily="16" charset="0"/>
              <a:buNone/>
              <a:defRPr/>
            </a:pPr>
            <a:endParaRPr kumimoji="0" lang="en-US" altLang="en-US" sz="900" b="0" i="0" u="none" strike="noStrike" kern="1200" cap="none" spc="0" normalizeH="0" baseline="0" noProof="0">
              <a:ln>
                <a:noFill/>
              </a:ln>
              <a:solidFill>
                <a:srgbClr val="FFFFFF"/>
              </a:solidFill>
              <a:effectLst/>
              <a:uLnTx/>
              <a:uFillTx/>
              <a:latin typeface="Times New Roman" panose="02020603050405020304" pitchFamily="16" charset="0"/>
              <a:ea typeface="Microsoft YaHei" panose="020B0503020204020204" charset="-122"/>
              <a:cs typeface="+mn-cs"/>
            </a:endParaRPr>
          </a:p>
        </p:txBody>
      </p:sp>
      <p:sp>
        <p:nvSpPr>
          <p:cNvPr id="11" name="Footer Placeholder 3"/>
          <p:cNvSpPr>
            <a:spLocks noGrp="1"/>
          </p:cNvSpPr>
          <p:nvPr>
            <p:ph type="ftr" sz="quarter" idx="3"/>
          </p:nvPr>
        </p:nvSpPr>
        <p:spPr>
          <a:xfrm>
            <a:off x="2765425" y="6459538"/>
            <a:ext cx="3616325" cy="365125"/>
          </a:xfrm>
          <a:prstGeom prst="rect">
            <a:avLst/>
          </a:prstGeom>
        </p:spPr>
        <p:txBody>
          <a:bodyPr vert="horz" lIns="91440" tIns="45720" rIns="91440" bIns="45720" rtlCol="0" anchor="ctr"/>
          <a:lstStyle/>
          <a:p>
            <a:pPr marL="0" marR="0" lvl="0" indent="0" algn="ctr" defTabSz="449580" rtl="0" eaLnBrk="1" fontAlgn="base" latinLnBrk="0" hangingPunct="1">
              <a:lnSpc>
                <a:spcPct val="100000"/>
              </a:lnSpc>
              <a:spcBef>
                <a:spcPts val="40"/>
              </a:spcBef>
              <a:spcAft>
                <a:spcPts val="40"/>
              </a:spcAft>
              <a:buClr>
                <a:srgbClr val="000000"/>
              </a:buClr>
              <a:buSzPct val="100000"/>
              <a:buFont typeface="Times New Roman" panose="02020603050405020304" pitchFamily="16" charset="0"/>
              <a:buNone/>
              <a:defRPr/>
            </a:pPr>
            <a:endParaRPr kumimoji="0" lang="en-US" altLang="en-US" sz="900" b="0" i="0" u="none" strike="noStrike" kern="1200" cap="all" spc="0" normalizeH="0" baseline="0" noProof="0">
              <a:ln>
                <a:noFill/>
              </a:ln>
              <a:solidFill>
                <a:srgbClr val="FFFFFF"/>
              </a:solidFill>
              <a:effectLst/>
              <a:uLnTx/>
              <a:uFillTx/>
              <a:latin typeface="Times New Roman" panose="02020603050405020304" pitchFamily="16" charset="0"/>
              <a:ea typeface="Microsoft YaHei" panose="020B0503020204020204" charset="-122"/>
              <a:cs typeface="+mn-cs"/>
            </a:endParaRPr>
          </a:p>
        </p:txBody>
      </p:sp>
      <p:sp>
        <p:nvSpPr>
          <p:cNvPr id="12" name="Slide Number Placeholder 4"/>
          <p:cNvSpPr>
            <a:spLocks noGrp="1"/>
          </p:cNvSpPr>
          <p:nvPr>
            <p:ph type="sldNum" sz="quarter" idx="4"/>
          </p:nvPr>
        </p:nvSpPr>
        <p:spPr>
          <a:xfrm>
            <a:off x="7424738" y="6459538"/>
            <a:ext cx="984250" cy="365125"/>
          </a:xfrm>
          <a:prstGeom prst="rect">
            <a:avLst/>
          </a:prstGeom>
        </p:spPr>
        <p:txBody>
          <a:bodyPr vert="horz" lIns="91440" tIns="45720" rIns="91440" bIns="45720" rtlCol="0" anchor="ctr"/>
          <a:p>
            <a:pPr algn="r" eaLnBrk="1" hangingPunct="1">
              <a:buNone/>
            </a:pPr>
            <a:fld id="{9A0DB2DC-4C9A-4742-B13C-FB6460FD3503}" type="slidenum">
              <a:rPr lang="en-US" altLang="en-US" dirty="0"/>
            </a:fld>
            <a:endParaRPr lang="en-US" alt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8" name="Rectangle 7"/>
          <p:cNvSpPr/>
          <p:nvPr/>
        </p:nvSpPr>
        <p:spPr>
          <a:xfrm>
            <a:off x="3175" y="6400800"/>
            <a:ext cx="9140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0" y="6334125"/>
            <a:ext cx="9142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Date Placeholder 6"/>
          <p:cNvSpPr>
            <a:spLocks noGrp="1"/>
          </p:cNvSpPr>
          <p:nvPr>
            <p:ph type="dt" sz="half" idx="2"/>
          </p:nvPr>
        </p:nvSpPr>
        <p:spPr>
          <a:xfrm>
            <a:off x="822325" y="6459538"/>
            <a:ext cx="1854200" cy="365125"/>
          </a:xfrm>
          <a:prstGeom prst="rect">
            <a:avLst/>
          </a:prstGeom>
        </p:spPr>
        <p:txBody>
          <a:bodyPr vert="horz" lIns="91440" tIns="45720" rIns="91440" bIns="45720" rtlCol="0" anchor="ctr"/>
          <a:lstStyle/>
          <a:p>
            <a:pPr marL="0" marR="0" lvl="0" indent="0" algn="l" defTabSz="449580" rtl="0" eaLnBrk="1" fontAlgn="base" latinLnBrk="0" hangingPunct="1">
              <a:lnSpc>
                <a:spcPct val="100000"/>
              </a:lnSpc>
              <a:spcBef>
                <a:spcPts val="40"/>
              </a:spcBef>
              <a:spcAft>
                <a:spcPts val="40"/>
              </a:spcAft>
              <a:buClr>
                <a:srgbClr val="000000"/>
              </a:buClr>
              <a:buSzPct val="100000"/>
              <a:buFont typeface="Times New Roman" panose="02020603050405020304" pitchFamily="16" charset="0"/>
              <a:buNone/>
              <a:defRPr/>
            </a:pPr>
            <a:endParaRPr kumimoji="0" lang="en-US" altLang="en-US" sz="900" b="0" i="0" u="none" strike="noStrike" kern="1200" cap="none" spc="0" normalizeH="0" baseline="0" noProof="0">
              <a:ln>
                <a:noFill/>
              </a:ln>
              <a:solidFill>
                <a:srgbClr val="FFFFFF"/>
              </a:solidFill>
              <a:effectLst/>
              <a:uLnTx/>
              <a:uFillTx/>
              <a:latin typeface="Times New Roman" panose="02020603050405020304" pitchFamily="16" charset="0"/>
              <a:ea typeface="Microsoft YaHei" panose="020B0503020204020204" charset="-122"/>
              <a:cs typeface="+mn-cs"/>
            </a:endParaRPr>
          </a:p>
        </p:txBody>
      </p:sp>
      <p:sp>
        <p:nvSpPr>
          <p:cNvPr id="13" name="Footer Placeholder 7"/>
          <p:cNvSpPr>
            <a:spLocks noGrp="1"/>
          </p:cNvSpPr>
          <p:nvPr>
            <p:ph type="ftr" sz="quarter" idx="3"/>
          </p:nvPr>
        </p:nvSpPr>
        <p:spPr>
          <a:xfrm>
            <a:off x="2765425" y="6459538"/>
            <a:ext cx="3616325" cy="365125"/>
          </a:xfrm>
          <a:prstGeom prst="rect">
            <a:avLst/>
          </a:prstGeom>
        </p:spPr>
        <p:txBody>
          <a:bodyPr vert="horz" lIns="91440" tIns="45720" rIns="91440" bIns="45720" rtlCol="0" anchor="ctr"/>
          <a:lstStyle>
            <a:lvl1pPr>
              <a:defRPr>
                <a:solidFill>
                  <a:srgbClr val="FFFFFF"/>
                </a:solidFill>
              </a:defRPr>
            </a:lvl1pPr>
          </a:lstStyle>
          <a:p>
            <a:pPr marL="0" marR="0" lvl="0" indent="0" algn="ctr" defTabSz="449580" rtl="0" eaLnBrk="1" fontAlgn="base" latinLnBrk="0" hangingPunct="1">
              <a:lnSpc>
                <a:spcPct val="100000"/>
              </a:lnSpc>
              <a:spcBef>
                <a:spcPts val="40"/>
              </a:spcBef>
              <a:spcAft>
                <a:spcPts val="40"/>
              </a:spcAft>
              <a:buClr>
                <a:srgbClr val="000000"/>
              </a:buClr>
              <a:buSzPct val="100000"/>
              <a:buFont typeface="Times New Roman" panose="02020603050405020304" pitchFamily="16" charset="0"/>
              <a:buNone/>
              <a:defRPr/>
            </a:pPr>
            <a:endParaRPr kumimoji="0" lang="en-US" altLang="en-US" sz="900" b="0" i="0" u="none" strike="noStrike" kern="1200" cap="all" spc="0" normalizeH="0" baseline="0" noProof="0">
              <a:ln>
                <a:noFill/>
              </a:ln>
              <a:solidFill>
                <a:srgbClr val="FFFFFF"/>
              </a:solidFill>
              <a:effectLst/>
              <a:uLnTx/>
              <a:uFillTx/>
              <a:latin typeface="Times New Roman" panose="02020603050405020304" pitchFamily="16" charset="0"/>
              <a:ea typeface="Microsoft YaHei" panose="020B0503020204020204" charset="-122"/>
              <a:cs typeface="+mn-cs"/>
            </a:endParaRPr>
          </a:p>
        </p:txBody>
      </p:sp>
      <p:sp>
        <p:nvSpPr>
          <p:cNvPr id="14" name="Slide Number Placeholder 8"/>
          <p:cNvSpPr>
            <a:spLocks noGrp="1"/>
          </p:cNvSpPr>
          <p:nvPr>
            <p:ph type="sldNum" sz="quarter" idx="4"/>
          </p:nvPr>
        </p:nvSpPr>
        <p:spPr>
          <a:xfrm>
            <a:off x="7424738" y="6459538"/>
            <a:ext cx="984250" cy="365125"/>
          </a:xfrm>
          <a:prstGeom prst="rect">
            <a:avLst/>
          </a:prstGeom>
        </p:spPr>
        <p:txBody>
          <a:bodyPr vert="horz" lIns="91440" tIns="45720" rIns="91440" bIns="45720" rtlCol="0" anchor="ctr"/>
          <a:p>
            <a:pPr algn="r" eaLnBrk="1" hangingPunct="1">
              <a:buNone/>
            </a:pPr>
            <a:fld id="{9A0DB2DC-4C9A-4742-B13C-FB6460FD3503}" type="slidenum">
              <a:rPr lang="en-US" altLang="en-US" dirty="0"/>
            </a:fld>
            <a:endParaRPr lang="en-US" alt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8" name="Rectangle 7"/>
          <p:cNvSpPr/>
          <p:nvPr/>
        </p:nvSpPr>
        <p:spPr>
          <a:xfrm>
            <a:off x="0" y="0"/>
            <a:ext cx="3038475"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3030538" y="0"/>
            <a:ext cx="4762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600450" y="731520"/>
            <a:ext cx="4869180" cy="52578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12" name="Date Placeholder 4"/>
          <p:cNvSpPr>
            <a:spLocks noGrp="1"/>
          </p:cNvSpPr>
          <p:nvPr>
            <p:ph type="dt" sz="half" idx="12"/>
          </p:nvPr>
        </p:nvSpPr>
        <p:spPr>
          <a:xfrm>
            <a:off x="349250" y="6459538"/>
            <a:ext cx="1963738" cy="365125"/>
          </a:xfrm>
          <a:prstGeom prst="rect">
            <a:avLst/>
          </a:prstGeom>
        </p:spPr>
        <p:txBody>
          <a:bodyPr vert="horz" lIns="91440" tIns="45720" rIns="91440" bIns="45720" rtlCol="0" anchor="ctr"/>
          <a:lstStyle>
            <a:lvl1pPr algn="l">
              <a:defRPr/>
            </a:lvl1pPr>
          </a:lstStyle>
          <a:p>
            <a:pPr marL="0" marR="0" lvl="0" indent="0" algn="l" defTabSz="449580" rtl="0" eaLnBrk="1" fontAlgn="base" latinLnBrk="0" hangingPunct="1">
              <a:lnSpc>
                <a:spcPct val="100000"/>
              </a:lnSpc>
              <a:spcBef>
                <a:spcPts val="40"/>
              </a:spcBef>
              <a:spcAft>
                <a:spcPts val="40"/>
              </a:spcAft>
              <a:buClr>
                <a:srgbClr val="000000"/>
              </a:buClr>
              <a:buSzPct val="100000"/>
              <a:buFont typeface="Times New Roman" panose="02020603050405020304" pitchFamily="16" charset="0"/>
              <a:buNone/>
              <a:defRPr/>
            </a:pPr>
            <a:endParaRPr kumimoji="0" lang="en-US" altLang="en-US" sz="900" b="0" i="0" u="none" strike="noStrike" kern="1200" cap="none" spc="0" normalizeH="0" baseline="0" noProof="0">
              <a:ln>
                <a:noFill/>
              </a:ln>
              <a:solidFill>
                <a:srgbClr val="FFFFFF"/>
              </a:solidFill>
              <a:effectLst/>
              <a:uLnTx/>
              <a:uFillTx/>
              <a:latin typeface="Times New Roman" panose="02020603050405020304" pitchFamily="16" charset="0"/>
              <a:ea typeface="Microsoft YaHei" panose="020B0503020204020204" charset="-122"/>
              <a:cs typeface="+mn-cs"/>
            </a:endParaRPr>
          </a:p>
        </p:txBody>
      </p:sp>
      <p:sp>
        <p:nvSpPr>
          <p:cNvPr id="13" name="Footer Placeholder 5"/>
          <p:cNvSpPr>
            <a:spLocks noGrp="1"/>
          </p:cNvSpPr>
          <p:nvPr>
            <p:ph type="ftr" sz="quarter" idx="3"/>
          </p:nvPr>
        </p:nvSpPr>
        <p:spPr>
          <a:xfrm>
            <a:off x="3600450" y="6459538"/>
            <a:ext cx="3486150" cy="365125"/>
          </a:xfrm>
          <a:prstGeom prst="rect">
            <a:avLst/>
          </a:prstGeom>
        </p:spPr>
        <p:txBody>
          <a:bodyPr vert="horz" lIns="91440" tIns="45720" rIns="91440" bIns="45720" rtlCol="0" anchor="ctr"/>
          <a:lstStyle>
            <a:lvl1pPr algn="l">
              <a:defRPr>
                <a:solidFill>
                  <a:schemeClr val="tx2"/>
                </a:solidFill>
              </a:defRPr>
            </a:lvl1pPr>
          </a:lstStyle>
          <a:p>
            <a:pPr marL="0" marR="0" lvl="0" indent="0" algn="l" defTabSz="449580" rtl="0" eaLnBrk="1" fontAlgn="base" latinLnBrk="0" hangingPunct="1">
              <a:lnSpc>
                <a:spcPct val="100000"/>
              </a:lnSpc>
              <a:spcBef>
                <a:spcPts val="40"/>
              </a:spcBef>
              <a:spcAft>
                <a:spcPts val="40"/>
              </a:spcAft>
              <a:buClr>
                <a:srgbClr val="000000"/>
              </a:buClr>
              <a:buSzPct val="100000"/>
              <a:buFont typeface="Times New Roman" panose="02020603050405020304" pitchFamily="16" charset="0"/>
              <a:buNone/>
              <a:defRPr/>
            </a:pPr>
            <a:endParaRPr kumimoji="0" lang="en-US" altLang="en-US" sz="900" b="0" i="0" u="none" strike="noStrike" kern="1200" cap="all" spc="0" normalizeH="0" baseline="0" noProof="0">
              <a:ln>
                <a:noFill/>
              </a:ln>
              <a:solidFill>
                <a:schemeClr val="tx2"/>
              </a:solidFill>
              <a:effectLst/>
              <a:uLnTx/>
              <a:uFillTx/>
              <a:latin typeface="Times New Roman" panose="02020603050405020304" pitchFamily="16" charset="0"/>
              <a:ea typeface="Microsoft YaHei" panose="020B0503020204020204" charset="-122"/>
              <a:cs typeface="+mn-cs"/>
            </a:endParaRPr>
          </a:p>
        </p:txBody>
      </p:sp>
      <p:sp>
        <p:nvSpPr>
          <p:cNvPr id="14" name="Slide Number Placeholder 6"/>
          <p:cNvSpPr>
            <a:spLocks noGrp="1"/>
          </p:cNvSpPr>
          <p:nvPr>
            <p:ph type="sldNum" sz="quarter" idx="4"/>
          </p:nvPr>
        </p:nvSpPr>
        <p:spPr>
          <a:xfrm>
            <a:off x="7424738" y="6459538"/>
            <a:ext cx="984250" cy="365125"/>
          </a:xfrm>
          <a:prstGeom prst="rect">
            <a:avLst/>
          </a:prstGeom>
        </p:spPr>
        <p:txBody>
          <a:bodyPr vert="horz" lIns="91440" tIns="45720" rIns="91440" bIns="45720" rtlCol="0" anchor="ctr"/>
          <a:p>
            <a:pPr algn="r" eaLnBrk="1" hangingPunct="1">
              <a:buNone/>
            </a:pPr>
            <a:fld id="{9A0DB2DC-4C9A-4742-B13C-FB6460FD3503}" type="slidenum">
              <a:rPr lang="en-US" altLang="en-US" dirty="0">
                <a:solidFill>
                  <a:schemeClr val="tx2"/>
                </a:solidFill>
              </a:rPr>
            </a:fld>
            <a:endParaRPr lang="en-US" altLang="en-US" dirty="0">
              <a:solidFill>
                <a:schemeClr val="tx2"/>
              </a:solidFil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8" name="Rectangle 7"/>
          <p:cNvSpPr/>
          <p:nvPr/>
        </p:nvSpPr>
        <p:spPr>
          <a:xfrm>
            <a:off x="0" y="4953000"/>
            <a:ext cx="9142413"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0" y="4914900"/>
            <a:ext cx="9142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solidFill>
            <a:schemeClr val="bg2">
              <a:lumMod val="90000"/>
            </a:schemeClr>
          </a:solidFill>
        </p:spPr>
        <p:txBody>
          <a:bodyPr vert="horz" lIns="457200" tIns="457200" rIns="0" bIns="45720" rtlCol="0" anchor="t">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auto" latinLnBrk="0" hangingPunct="1">
              <a:lnSpc>
                <a:spcPct val="90000"/>
              </a:lnSpc>
              <a:spcBef>
                <a:spcPts val="1200"/>
              </a:spcBef>
              <a:spcAft>
                <a:spcPts val="200"/>
              </a:spcAft>
              <a:buClr>
                <a:schemeClr val="accent1"/>
              </a:buClr>
              <a:buSzPct val="100000"/>
              <a:buFont typeface="Calibri" panose="020F0502020204030204" charset="0"/>
              <a:buNone/>
              <a:defRPr/>
            </a:pPr>
            <a:r>
              <a:rPr kumimoji="0" lang="en-US" sz="3200" b="0" i="0" u="none" strike="noStrike" kern="1200" cap="none" spc="0" normalizeH="0" baseline="0" noProof="0">
                <a:ln>
                  <a:noFill/>
                </a:ln>
                <a:solidFill>
                  <a:schemeClr val="tx1">
                    <a:lumMod val="75000"/>
                    <a:lumOff val="25000"/>
                  </a:schemeClr>
                </a:solidFill>
                <a:effectLst/>
                <a:uLnTx/>
                <a:uFillTx/>
                <a:latin typeface="+mn-lt"/>
                <a:ea typeface="+mn-ea"/>
                <a:cs typeface="+mn-cs"/>
              </a:rPr>
              <a:t>Click icon to add picture</a:t>
            </a:r>
            <a:endParaRPr kumimoji="0" lang="en-US" sz="3200" b="0" i="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p:txBody>
      </p:sp>
      <p:sp>
        <p:nvSpPr>
          <p:cNvPr id="4" name="Text Placeholder 3"/>
          <p:cNvSpPr>
            <a:spLocks noGrp="1"/>
          </p:cNvSpPr>
          <p:nvPr>
            <p:ph type="body" sz="half" idx="2"/>
          </p:nvPr>
        </p:nvSpPr>
        <p:spPr>
          <a:xfrm>
            <a:off x="822960"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12" name="Date Placeholder 4"/>
          <p:cNvSpPr>
            <a:spLocks noGrp="1"/>
          </p:cNvSpPr>
          <p:nvPr>
            <p:ph type="dt" sz="half" idx="12"/>
          </p:nvPr>
        </p:nvSpPr>
        <p:spPr>
          <a:xfrm>
            <a:off x="822325" y="6459538"/>
            <a:ext cx="1854200" cy="365125"/>
          </a:xfrm>
          <a:prstGeom prst="rect">
            <a:avLst/>
          </a:prstGeom>
        </p:spPr>
        <p:txBody>
          <a:bodyPr vert="horz" lIns="91440" tIns="45720" rIns="91440" bIns="45720" rtlCol="0" anchor="ctr"/>
          <a:lstStyle/>
          <a:p>
            <a:pPr marL="0" marR="0" lvl="0" indent="0" algn="l" defTabSz="449580" rtl="0" eaLnBrk="1" fontAlgn="base" latinLnBrk="0" hangingPunct="1">
              <a:lnSpc>
                <a:spcPct val="100000"/>
              </a:lnSpc>
              <a:spcBef>
                <a:spcPts val="40"/>
              </a:spcBef>
              <a:spcAft>
                <a:spcPts val="40"/>
              </a:spcAft>
              <a:buClr>
                <a:srgbClr val="000000"/>
              </a:buClr>
              <a:buSzPct val="100000"/>
              <a:buFont typeface="Times New Roman" panose="02020603050405020304" pitchFamily="16" charset="0"/>
              <a:buNone/>
              <a:defRPr/>
            </a:pPr>
            <a:endParaRPr kumimoji="0" lang="en-US" altLang="en-US" sz="900" b="0" i="0" u="none" strike="noStrike" kern="1200" cap="none" spc="0" normalizeH="0" baseline="0" noProof="0">
              <a:ln>
                <a:noFill/>
              </a:ln>
              <a:solidFill>
                <a:srgbClr val="FFFFFF"/>
              </a:solidFill>
              <a:effectLst/>
              <a:uLnTx/>
              <a:uFillTx/>
              <a:latin typeface="Times New Roman" panose="02020603050405020304" pitchFamily="16" charset="0"/>
              <a:ea typeface="Microsoft YaHei" panose="020B0503020204020204" charset="-122"/>
              <a:cs typeface="+mn-cs"/>
            </a:endParaRPr>
          </a:p>
        </p:txBody>
      </p:sp>
      <p:sp>
        <p:nvSpPr>
          <p:cNvPr id="13" name="Footer Placeholder 5"/>
          <p:cNvSpPr>
            <a:spLocks noGrp="1"/>
          </p:cNvSpPr>
          <p:nvPr>
            <p:ph type="ftr" sz="quarter" idx="3"/>
          </p:nvPr>
        </p:nvSpPr>
        <p:spPr>
          <a:xfrm>
            <a:off x="2765425" y="6459538"/>
            <a:ext cx="3616325" cy="365125"/>
          </a:xfrm>
          <a:prstGeom prst="rect">
            <a:avLst/>
          </a:prstGeom>
        </p:spPr>
        <p:txBody>
          <a:bodyPr vert="horz" lIns="91440" tIns="45720" rIns="91440" bIns="45720" rtlCol="0" anchor="ctr"/>
          <a:lstStyle/>
          <a:p>
            <a:pPr marL="0" marR="0" lvl="0" indent="0" algn="ctr" defTabSz="449580" rtl="0" eaLnBrk="1" fontAlgn="base" latinLnBrk="0" hangingPunct="1">
              <a:lnSpc>
                <a:spcPct val="100000"/>
              </a:lnSpc>
              <a:spcBef>
                <a:spcPts val="40"/>
              </a:spcBef>
              <a:spcAft>
                <a:spcPts val="40"/>
              </a:spcAft>
              <a:buClr>
                <a:srgbClr val="000000"/>
              </a:buClr>
              <a:buSzPct val="100000"/>
              <a:buFont typeface="Times New Roman" panose="02020603050405020304" pitchFamily="16" charset="0"/>
              <a:buNone/>
              <a:defRPr/>
            </a:pPr>
            <a:endParaRPr kumimoji="0" lang="en-US" altLang="en-US" sz="900" b="0" i="0" u="none" strike="noStrike" kern="1200" cap="all" spc="0" normalizeH="0" baseline="0" noProof="0">
              <a:ln>
                <a:noFill/>
              </a:ln>
              <a:solidFill>
                <a:srgbClr val="FFFFFF"/>
              </a:solidFill>
              <a:effectLst/>
              <a:uLnTx/>
              <a:uFillTx/>
              <a:latin typeface="Times New Roman" panose="02020603050405020304" pitchFamily="16" charset="0"/>
              <a:ea typeface="Microsoft YaHei" panose="020B0503020204020204" charset="-122"/>
              <a:cs typeface="+mn-cs"/>
            </a:endParaRPr>
          </a:p>
        </p:txBody>
      </p:sp>
      <p:sp>
        <p:nvSpPr>
          <p:cNvPr id="14" name="Slide Number Placeholder 6"/>
          <p:cNvSpPr>
            <a:spLocks noGrp="1"/>
          </p:cNvSpPr>
          <p:nvPr>
            <p:ph type="sldNum" sz="quarter" idx="4"/>
          </p:nvPr>
        </p:nvSpPr>
        <p:spPr>
          <a:xfrm>
            <a:off x="7424738" y="6459538"/>
            <a:ext cx="984250" cy="365125"/>
          </a:xfrm>
          <a:prstGeom prst="rect">
            <a:avLst/>
          </a:prstGeom>
        </p:spPr>
        <p:txBody>
          <a:bodyPr vert="horz" lIns="91440" tIns="45720" rIns="91440" bIns="45720" rtlCol="0" anchor="ctr"/>
          <a:p>
            <a:pPr algn="r" eaLnBrk="1" hangingPunct="1">
              <a:buNone/>
            </a:pPr>
            <a:fld id="{9A0DB2DC-4C9A-4742-B13C-FB6460FD3503}" type="slidenum">
              <a:rPr lang="en-US" altLang="en-US" dirty="0"/>
            </a:fld>
            <a:endParaRPr lang="en-US" alt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8" name="Date Placeholder 3"/>
          <p:cNvSpPr>
            <a:spLocks noGrp="1"/>
          </p:cNvSpPr>
          <p:nvPr>
            <p:ph type="dt" sz="half" idx="2"/>
          </p:nvPr>
        </p:nvSpPr>
        <p:spPr>
          <a:xfrm>
            <a:off x="822325" y="6459538"/>
            <a:ext cx="1854200" cy="365125"/>
          </a:xfrm>
          <a:prstGeom prst="rect">
            <a:avLst/>
          </a:prstGeom>
        </p:spPr>
        <p:txBody>
          <a:bodyPr vert="horz" lIns="91440" tIns="45720" rIns="91440" bIns="45720" rtlCol="0" anchor="ctr"/>
          <a:lstStyle/>
          <a:p>
            <a:pPr marL="0" marR="0" lvl="0" indent="0" algn="l" defTabSz="449580" rtl="0" eaLnBrk="1" fontAlgn="base" latinLnBrk="0" hangingPunct="1">
              <a:lnSpc>
                <a:spcPct val="100000"/>
              </a:lnSpc>
              <a:spcBef>
                <a:spcPts val="40"/>
              </a:spcBef>
              <a:spcAft>
                <a:spcPts val="40"/>
              </a:spcAft>
              <a:buClr>
                <a:srgbClr val="000000"/>
              </a:buClr>
              <a:buSzPct val="100000"/>
              <a:buFont typeface="Times New Roman" panose="02020603050405020304" pitchFamily="16" charset="0"/>
              <a:buNone/>
              <a:defRPr/>
            </a:pPr>
            <a:endParaRPr kumimoji="0" lang="en-US" altLang="en-US" sz="900" b="0" i="0" u="none" strike="noStrike" kern="1200" cap="none" spc="0" normalizeH="0" baseline="0" noProof="0">
              <a:ln>
                <a:noFill/>
              </a:ln>
              <a:solidFill>
                <a:srgbClr val="FFFFFF"/>
              </a:solidFill>
              <a:effectLst/>
              <a:uLnTx/>
              <a:uFillTx/>
              <a:latin typeface="Times New Roman" panose="02020603050405020304" pitchFamily="16" charset="0"/>
              <a:ea typeface="Microsoft YaHei" panose="020B0503020204020204" charset="-122"/>
              <a:cs typeface="+mn-cs"/>
            </a:endParaRPr>
          </a:p>
        </p:txBody>
      </p:sp>
      <p:sp>
        <p:nvSpPr>
          <p:cNvPr id="11" name="Footer Placeholder 4"/>
          <p:cNvSpPr>
            <a:spLocks noGrp="1"/>
          </p:cNvSpPr>
          <p:nvPr>
            <p:ph type="ftr" sz="quarter" idx="3"/>
          </p:nvPr>
        </p:nvSpPr>
        <p:spPr>
          <a:xfrm>
            <a:off x="2765425" y="6459538"/>
            <a:ext cx="3616325" cy="365125"/>
          </a:xfrm>
          <a:prstGeom prst="rect">
            <a:avLst/>
          </a:prstGeom>
        </p:spPr>
        <p:txBody>
          <a:bodyPr vert="horz" lIns="91440" tIns="45720" rIns="91440" bIns="45720" rtlCol="0" anchor="ctr"/>
          <a:lstStyle/>
          <a:p>
            <a:pPr marL="0" marR="0" lvl="0" indent="0" algn="ctr" defTabSz="449580" rtl="0" eaLnBrk="1" fontAlgn="base" latinLnBrk="0" hangingPunct="1">
              <a:lnSpc>
                <a:spcPct val="100000"/>
              </a:lnSpc>
              <a:spcBef>
                <a:spcPts val="40"/>
              </a:spcBef>
              <a:spcAft>
                <a:spcPts val="40"/>
              </a:spcAft>
              <a:buClr>
                <a:srgbClr val="000000"/>
              </a:buClr>
              <a:buSzPct val="100000"/>
              <a:buFont typeface="Times New Roman" panose="02020603050405020304" pitchFamily="16" charset="0"/>
              <a:buNone/>
              <a:defRPr/>
            </a:pPr>
            <a:endParaRPr kumimoji="0" lang="en-US" altLang="en-US" sz="900" b="0" i="0" u="none" strike="noStrike" kern="1200" cap="all" spc="0" normalizeH="0" baseline="0" noProof="0">
              <a:ln>
                <a:noFill/>
              </a:ln>
              <a:solidFill>
                <a:srgbClr val="FFFFFF"/>
              </a:solidFill>
              <a:effectLst/>
              <a:uLnTx/>
              <a:uFillTx/>
              <a:latin typeface="Times New Roman" panose="02020603050405020304" pitchFamily="16" charset="0"/>
              <a:ea typeface="Microsoft YaHei" panose="020B0503020204020204" charset="-122"/>
              <a:cs typeface="+mn-cs"/>
            </a:endParaRPr>
          </a:p>
        </p:txBody>
      </p:sp>
      <p:sp>
        <p:nvSpPr>
          <p:cNvPr id="12" name="Slide Number Placeholder 5"/>
          <p:cNvSpPr>
            <a:spLocks noGrp="1"/>
          </p:cNvSpPr>
          <p:nvPr>
            <p:ph type="sldNum" sz="quarter" idx="4"/>
          </p:nvPr>
        </p:nvSpPr>
        <p:spPr>
          <a:xfrm>
            <a:off x="7424738" y="6459538"/>
            <a:ext cx="984250" cy="365125"/>
          </a:xfrm>
          <a:prstGeom prst="rect">
            <a:avLst/>
          </a:prstGeom>
        </p:spPr>
        <p:txBody>
          <a:bodyPr vert="horz" lIns="91440" tIns="45720" rIns="91440" bIns="45720" rtlCol="0" anchor="ctr"/>
          <a:p>
            <a:pPr algn="r" eaLnBrk="1" hangingPunct="1">
              <a:buNone/>
            </a:pPr>
            <a:fld id="{9A0DB2DC-4C9A-4742-B13C-FB6460FD3503}" type="slidenum">
              <a:rPr lang="en-US" altLang="en-US" dirty="0"/>
            </a:fld>
            <a:endParaRPr lang="en-US" alt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8" name="Rectangle 7"/>
          <p:cNvSpPr/>
          <p:nvPr/>
        </p:nvSpPr>
        <p:spPr>
          <a:xfrm>
            <a:off x="3175" y="6400800"/>
            <a:ext cx="9140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0" y="6334125"/>
            <a:ext cx="9142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2302"/>
            <a:ext cx="1971675"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2302"/>
            <a:ext cx="5800725" cy="5759898"/>
          </a:xfrm>
        </p:spPr>
        <p:txBody>
          <a:bodyPr vert="eaVert" lIns="45720" tIns="0" rIns="45720" bIns="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12" name="Date Placeholder 3"/>
          <p:cNvSpPr>
            <a:spLocks noGrp="1"/>
          </p:cNvSpPr>
          <p:nvPr>
            <p:ph type="dt" sz="half" idx="2"/>
          </p:nvPr>
        </p:nvSpPr>
        <p:spPr>
          <a:xfrm>
            <a:off x="822325" y="6459538"/>
            <a:ext cx="1854200" cy="365125"/>
          </a:xfrm>
          <a:prstGeom prst="rect">
            <a:avLst/>
          </a:prstGeom>
        </p:spPr>
        <p:txBody>
          <a:bodyPr vert="horz" lIns="91440" tIns="45720" rIns="91440" bIns="45720" rtlCol="0" anchor="ctr"/>
          <a:lstStyle/>
          <a:p>
            <a:pPr marL="0" marR="0" lvl="0" indent="0" algn="l" defTabSz="449580" rtl="0" eaLnBrk="1" fontAlgn="base" latinLnBrk="0" hangingPunct="1">
              <a:lnSpc>
                <a:spcPct val="100000"/>
              </a:lnSpc>
              <a:spcBef>
                <a:spcPts val="40"/>
              </a:spcBef>
              <a:spcAft>
                <a:spcPts val="40"/>
              </a:spcAft>
              <a:buClr>
                <a:srgbClr val="000000"/>
              </a:buClr>
              <a:buSzPct val="100000"/>
              <a:buFont typeface="Times New Roman" panose="02020603050405020304" pitchFamily="16" charset="0"/>
              <a:buNone/>
              <a:defRPr/>
            </a:pPr>
            <a:endParaRPr kumimoji="0" lang="en-US" altLang="en-US" sz="900" b="0" i="0" u="none" strike="noStrike" kern="1200" cap="none" spc="0" normalizeH="0" baseline="0" noProof="0">
              <a:ln>
                <a:noFill/>
              </a:ln>
              <a:solidFill>
                <a:srgbClr val="FFFFFF"/>
              </a:solidFill>
              <a:effectLst/>
              <a:uLnTx/>
              <a:uFillTx/>
              <a:latin typeface="Times New Roman" panose="02020603050405020304" pitchFamily="16" charset="0"/>
              <a:ea typeface="Microsoft YaHei" panose="020B0503020204020204" charset="-122"/>
              <a:cs typeface="+mn-cs"/>
            </a:endParaRPr>
          </a:p>
        </p:txBody>
      </p:sp>
      <p:sp>
        <p:nvSpPr>
          <p:cNvPr id="13" name="Footer Placeholder 4"/>
          <p:cNvSpPr>
            <a:spLocks noGrp="1"/>
          </p:cNvSpPr>
          <p:nvPr>
            <p:ph type="ftr" sz="quarter" idx="3"/>
          </p:nvPr>
        </p:nvSpPr>
        <p:spPr>
          <a:xfrm>
            <a:off x="2765425" y="6459538"/>
            <a:ext cx="3616325" cy="365125"/>
          </a:xfrm>
          <a:prstGeom prst="rect">
            <a:avLst/>
          </a:prstGeom>
        </p:spPr>
        <p:txBody>
          <a:bodyPr vert="horz" lIns="91440" tIns="45720" rIns="91440" bIns="45720" rtlCol="0" anchor="ctr"/>
          <a:lstStyle/>
          <a:p>
            <a:pPr marL="0" marR="0" lvl="0" indent="0" algn="ctr" defTabSz="449580" rtl="0" eaLnBrk="1" fontAlgn="base" latinLnBrk="0" hangingPunct="1">
              <a:lnSpc>
                <a:spcPct val="100000"/>
              </a:lnSpc>
              <a:spcBef>
                <a:spcPts val="40"/>
              </a:spcBef>
              <a:spcAft>
                <a:spcPts val="40"/>
              </a:spcAft>
              <a:buClr>
                <a:srgbClr val="000000"/>
              </a:buClr>
              <a:buSzPct val="100000"/>
              <a:buFont typeface="Times New Roman" panose="02020603050405020304" pitchFamily="16" charset="0"/>
              <a:buNone/>
              <a:defRPr/>
            </a:pPr>
            <a:endParaRPr kumimoji="0" lang="en-US" altLang="en-US" sz="900" b="0" i="0" u="none" strike="noStrike" kern="1200" cap="all" spc="0" normalizeH="0" baseline="0" noProof="0">
              <a:ln>
                <a:noFill/>
              </a:ln>
              <a:solidFill>
                <a:srgbClr val="FFFFFF"/>
              </a:solidFill>
              <a:effectLst/>
              <a:uLnTx/>
              <a:uFillTx/>
              <a:latin typeface="Times New Roman" panose="02020603050405020304" pitchFamily="16" charset="0"/>
              <a:ea typeface="Microsoft YaHei" panose="020B0503020204020204" charset="-122"/>
              <a:cs typeface="+mn-cs"/>
            </a:endParaRPr>
          </a:p>
        </p:txBody>
      </p:sp>
      <p:sp>
        <p:nvSpPr>
          <p:cNvPr id="14" name="Slide Number Placeholder 5"/>
          <p:cNvSpPr>
            <a:spLocks noGrp="1"/>
          </p:cNvSpPr>
          <p:nvPr>
            <p:ph type="sldNum" sz="quarter" idx="4"/>
          </p:nvPr>
        </p:nvSpPr>
        <p:spPr>
          <a:xfrm>
            <a:off x="7424738" y="6459538"/>
            <a:ext cx="984250" cy="365125"/>
          </a:xfrm>
          <a:prstGeom prst="rect">
            <a:avLst/>
          </a:prstGeom>
        </p:spPr>
        <p:txBody>
          <a:bodyPr vert="horz" lIns="91440" tIns="45720" rIns="91440" bIns="45720" rtlCol="0" anchor="ctr"/>
          <a:p>
            <a:pPr algn="r" eaLnBrk="1" hangingPunct="1">
              <a:buNone/>
            </a:pPr>
            <a:fld id="{9A0DB2DC-4C9A-4742-B13C-FB6460FD3503}" type="slidenum">
              <a:rPr lang="en-US" altLang="en-US" dirty="0"/>
            </a:fld>
            <a:endParaRPr lang="en-US" alt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990600" y="1828800"/>
            <a:ext cx="7767638" cy="1138238"/>
          </a:xfrm>
        </p:spPr>
        <p:txBody>
          <a:bodyPr/>
          <a:lstStyle/>
          <a:p>
            <a:r>
              <a:rPr lang="en-US"/>
              <a:t>Click to edit Master title style</a:t>
            </a:r>
            <a:endParaRPr lang="en-IN"/>
          </a:p>
        </p:txBody>
      </p:sp>
      <p:sp>
        <p:nvSpPr>
          <p:cNvPr id="8" name="Date Placeholder 2"/>
          <p:cNvSpPr>
            <a:spLocks noGrp="1"/>
          </p:cNvSpPr>
          <p:nvPr>
            <p:ph type="dt" idx="2"/>
          </p:nvPr>
        </p:nvSpPr>
        <p:spPr>
          <a:xfrm>
            <a:off x="990600" y="6248400"/>
            <a:ext cx="1900238" cy="452438"/>
          </a:xfrm>
          <a:prstGeom prst="rect">
            <a:avLst/>
          </a:prstGeom>
        </p:spPr>
        <p:txBody>
          <a:bodyPr vert="horz" lIns="91440" tIns="45720" rIns="91440" bIns="45720" rtlCol="0" anchor="ctr"/>
          <a:lstStyle>
            <a:lvl1pPr>
              <a:defRPr/>
            </a:lvl1pPr>
          </a:lstStyle>
          <a:p>
            <a:pPr marL="0" marR="0" lvl="0" indent="0" algn="l" defTabSz="449580" rtl="0" eaLnBrk="1" fontAlgn="base" latinLnBrk="0" hangingPunct="1">
              <a:lnSpc>
                <a:spcPct val="100000"/>
              </a:lnSpc>
              <a:spcBef>
                <a:spcPts val="40"/>
              </a:spcBef>
              <a:spcAft>
                <a:spcPts val="40"/>
              </a:spcAft>
              <a:buClr>
                <a:srgbClr val="000000"/>
              </a:buClr>
              <a:buSzPct val="100000"/>
              <a:buFont typeface="Times New Roman" panose="02020603050405020304" pitchFamily="16" charset="0"/>
              <a:buNone/>
              <a:defRPr/>
            </a:pPr>
            <a:endParaRPr kumimoji="0" lang="en-US" altLang="en-US" sz="900" b="0" i="0" u="none" strike="noStrike" kern="1200" cap="none" spc="0" normalizeH="0" baseline="0" noProof="0">
              <a:ln>
                <a:noFill/>
              </a:ln>
              <a:solidFill>
                <a:srgbClr val="FFFFFF"/>
              </a:solidFill>
              <a:effectLst/>
              <a:uLnTx/>
              <a:uFillTx/>
              <a:latin typeface="Times New Roman" panose="02020603050405020304" pitchFamily="16" charset="0"/>
              <a:ea typeface="Microsoft YaHei" panose="020B0503020204020204" charset="-122"/>
              <a:cs typeface="+mn-cs"/>
            </a:endParaRPr>
          </a:p>
        </p:txBody>
      </p:sp>
      <p:sp>
        <p:nvSpPr>
          <p:cNvPr id="11" name="Footer Placeholder 3"/>
          <p:cNvSpPr>
            <a:spLocks noGrp="1"/>
          </p:cNvSpPr>
          <p:nvPr>
            <p:ph type="ftr" idx="3"/>
          </p:nvPr>
        </p:nvSpPr>
        <p:spPr>
          <a:xfrm>
            <a:off x="3429000" y="6248400"/>
            <a:ext cx="2890838" cy="452438"/>
          </a:xfrm>
          <a:prstGeom prst="rect">
            <a:avLst/>
          </a:prstGeom>
        </p:spPr>
        <p:txBody>
          <a:bodyPr vert="horz" lIns="91440" tIns="45720" rIns="91440" bIns="45720" rtlCol="0" anchor="ctr"/>
          <a:lstStyle>
            <a:lvl1pPr>
              <a:defRPr/>
            </a:lvl1pPr>
          </a:lstStyle>
          <a:p>
            <a:pPr marL="0" marR="0" lvl="0" indent="0" algn="ctr" defTabSz="449580" rtl="0" eaLnBrk="1" fontAlgn="base" latinLnBrk="0" hangingPunct="1">
              <a:lnSpc>
                <a:spcPct val="100000"/>
              </a:lnSpc>
              <a:spcBef>
                <a:spcPts val="40"/>
              </a:spcBef>
              <a:spcAft>
                <a:spcPts val="40"/>
              </a:spcAft>
              <a:buClr>
                <a:srgbClr val="000000"/>
              </a:buClr>
              <a:buSzPct val="100000"/>
              <a:buFont typeface="Times New Roman" panose="02020603050405020304" pitchFamily="16" charset="0"/>
              <a:buNone/>
              <a:defRPr/>
            </a:pPr>
            <a:endParaRPr kumimoji="0" lang="en-US" altLang="en-US" sz="900" b="0" i="0" u="none" strike="noStrike" kern="1200" cap="all" spc="0" normalizeH="0" baseline="0" noProof="0">
              <a:ln>
                <a:noFill/>
              </a:ln>
              <a:solidFill>
                <a:srgbClr val="FFFFFF"/>
              </a:solidFill>
              <a:effectLst/>
              <a:uLnTx/>
              <a:uFillTx/>
              <a:latin typeface="Times New Roman" panose="02020603050405020304" pitchFamily="16" charset="0"/>
              <a:ea typeface="Microsoft YaHei" panose="020B0503020204020204" charset="-122"/>
              <a:cs typeface="+mn-cs"/>
            </a:endParaRPr>
          </a:p>
        </p:txBody>
      </p:sp>
      <p:sp>
        <p:nvSpPr>
          <p:cNvPr id="12" name="Slide Number Placeholder 4"/>
          <p:cNvSpPr>
            <a:spLocks noGrp="1"/>
          </p:cNvSpPr>
          <p:nvPr>
            <p:ph type="sldNum" idx="4"/>
          </p:nvPr>
        </p:nvSpPr>
        <p:spPr>
          <a:xfrm>
            <a:off x="6858000" y="6248400"/>
            <a:ext cx="1900238" cy="452438"/>
          </a:xfrm>
          <a:prstGeom prst="rect">
            <a:avLst/>
          </a:prstGeom>
        </p:spPr>
        <p:txBody>
          <a:bodyPr vert="horz" lIns="91440" tIns="45720" rIns="91440" bIns="45720" rtlCol="0" anchor="ctr"/>
          <a:p>
            <a:pPr algn="r" eaLnBrk="1" hangingPunct="1">
              <a:buNone/>
            </a:pPr>
            <a:fld id="{9A0DB2DC-4C9A-4742-B13C-FB6460FD3503}" type="slidenum">
              <a:rPr lang="en-US" altLang="en-US" dirty="0"/>
            </a:fld>
            <a:endParaRPr lang="en-US" altLang="en-US"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1150938" y="152400"/>
            <a:ext cx="7788275" cy="1138238"/>
          </a:xfrm>
        </p:spPr>
        <p:txBody>
          <a:bodyPr/>
          <a:lstStyle/>
          <a:p>
            <a:r>
              <a:rPr lang="en-US"/>
              <a:t>Click to edit Master title style</a:t>
            </a:r>
            <a:endParaRPr lang="en-IN"/>
          </a:p>
        </p:txBody>
      </p:sp>
      <p:sp>
        <p:nvSpPr>
          <p:cNvPr id="3" name="Content Placeholder 2"/>
          <p:cNvSpPr>
            <a:spLocks noGrp="1"/>
          </p:cNvSpPr>
          <p:nvPr>
            <p:ph sz="half" idx="1"/>
          </p:nvPr>
        </p:nvSpPr>
        <p:spPr>
          <a:xfrm>
            <a:off x="1182688" y="1552575"/>
            <a:ext cx="7767637" cy="1978025"/>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1182688" y="3683000"/>
            <a:ext cx="7767637" cy="197961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p>
            <a:pPr marL="0" marR="0" lvl="0" indent="0" algn="l" defTabSz="449580" rtl="0" eaLnBrk="1" fontAlgn="base" latinLnBrk="0" hangingPunct="1">
              <a:lnSpc>
                <a:spcPct val="100000"/>
              </a:lnSpc>
              <a:spcBef>
                <a:spcPts val="40"/>
              </a:spcBef>
              <a:spcAft>
                <a:spcPts val="40"/>
              </a:spcAft>
              <a:buClr>
                <a:srgbClr val="000000"/>
              </a:buClr>
              <a:buSzPct val="100000"/>
              <a:buFont typeface="Times New Roman" panose="02020603050405020304" pitchFamily="16" charset="0"/>
              <a:buNone/>
              <a:defRPr/>
            </a:pPr>
            <a:endParaRPr kumimoji="0" lang="en-IN" altLang="en-US" sz="900" b="0" i="0" u="none" strike="noStrike" kern="1200" cap="none" spc="0" normalizeH="0" baseline="0" noProof="0">
              <a:ln>
                <a:noFill/>
              </a:ln>
              <a:solidFill>
                <a:srgbClr val="FFFFFF"/>
              </a:solidFill>
              <a:effectLst/>
              <a:uLnTx/>
              <a:uFillTx/>
              <a:latin typeface="Times New Roman" panose="02020603050405020304" pitchFamily="16" charset="0"/>
              <a:ea typeface="Microsoft YaHei" panose="020B0503020204020204" charset="-122"/>
              <a:cs typeface="+mn-cs"/>
            </a:endParaRPr>
          </a:p>
        </p:txBody>
      </p:sp>
      <p:sp>
        <p:nvSpPr>
          <p:cNvPr id="6" name="Footer Placeholder 5"/>
          <p:cNvSpPr>
            <a:spLocks noGrp="1"/>
          </p:cNvSpPr>
          <p:nvPr>
            <p:ph type="ftr" sz="quarter" idx="11"/>
          </p:nvPr>
        </p:nvSpPr>
        <p:spPr/>
        <p:txBody>
          <a:bodyPr/>
          <a:p>
            <a:pPr marL="0" marR="0" lvl="0" indent="0" algn="ctr" defTabSz="449580" rtl="0" eaLnBrk="1" fontAlgn="base" latinLnBrk="0" hangingPunct="1">
              <a:lnSpc>
                <a:spcPct val="100000"/>
              </a:lnSpc>
              <a:spcBef>
                <a:spcPts val="40"/>
              </a:spcBef>
              <a:spcAft>
                <a:spcPts val="40"/>
              </a:spcAft>
              <a:buClr>
                <a:srgbClr val="000000"/>
              </a:buClr>
              <a:buSzPct val="100000"/>
              <a:buFont typeface="Times New Roman" panose="02020603050405020304" pitchFamily="16" charset="0"/>
              <a:buNone/>
              <a:defRPr/>
            </a:pPr>
            <a:endParaRPr kumimoji="0" lang="en-IN" altLang="en-US" sz="900" b="0" i="0" u="none" strike="noStrike" kern="1200" cap="all" spc="0" normalizeH="0" baseline="0" noProof="0">
              <a:ln>
                <a:noFill/>
              </a:ln>
              <a:solidFill>
                <a:srgbClr val="FFFFFF"/>
              </a:solidFill>
              <a:effectLst/>
              <a:uLnTx/>
              <a:uFillTx/>
              <a:latin typeface="Times New Roman" panose="02020603050405020304" pitchFamily="16" charset="0"/>
              <a:ea typeface="Microsoft YaHei" panose="020B0503020204020204" charset="-122"/>
              <a:cs typeface="+mn-cs"/>
            </a:endParaRPr>
          </a:p>
        </p:txBody>
      </p:sp>
      <p:sp>
        <p:nvSpPr>
          <p:cNvPr id="7" name="Slide Number Placeholder 6"/>
          <p:cNvSpPr>
            <a:spLocks noGrp="1"/>
          </p:cNvSpPr>
          <p:nvPr>
            <p:ph type="sldNum" sz="quarter" idx="12"/>
          </p:nvPr>
        </p:nvSpPr>
        <p:spPr/>
        <p:txBody>
          <a:bodyPr/>
          <a:p>
            <a:pPr lvl="0" eaLnBrk="1" hangingPunct="1">
              <a:spcBef>
                <a:spcPts val="40"/>
              </a:spcBef>
              <a:spcAft>
                <a:spcPts val="40"/>
              </a:spcAft>
              <a:buNone/>
            </a:pPr>
            <a:fld id="{9A0DB2DC-4C9A-4742-B13C-FB6460FD3503}" type="slidenum">
              <a:rPr lang="en-IN" altLang="en-US" dirty="0">
                <a:latin typeface="Times New Roman" panose="02020603050405020304" pitchFamily="16" charset="0"/>
              </a:rPr>
            </a:fld>
            <a:endParaRPr lang="en-IN" altLang="en-US" dirty="0">
              <a:latin typeface="Times New Roman" panose="02020603050405020304" pitchFamily="16"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3" Type="http://schemas.openxmlformats.org/officeDocument/2006/relationships/theme" Target="../theme/theme2.xml"/><Relationship Id="rId12" Type="http://schemas.openxmlformats.org/officeDocument/2006/relationships/image" Target="../media/image1.jpe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4" Type="http://schemas.openxmlformats.org/officeDocument/2006/relationships/theme" Target="../theme/theme3.xml"/><Relationship Id="rId13" Type="http://schemas.openxmlformats.org/officeDocument/2006/relationships/slideLayout" Target="../slideLayouts/slideLayout35.xml"/><Relationship Id="rId12" Type="http://schemas.openxmlformats.org/officeDocument/2006/relationships/slideLayout" Target="../slideLayouts/slideLayout34.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026" name="Rectangle 1"/>
          <p:cNvSpPr/>
          <p:nvPr/>
        </p:nvSpPr>
        <p:spPr>
          <a:xfrm>
            <a:off x="0" y="0"/>
            <a:ext cx="9142413" cy="6856413"/>
          </a:xfrm>
          <a:prstGeom prst="rect">
            <a:avLst/>
          </a:prstGeom>
          <a:solidFill>
            <a:srgbClr val="2C3E50"/>
          </a:solidFill>
          <a:ln w="9525">
            <a:noFill/>
          </a:ln>
        </p:spPr>
        <p:txBody>
          <a:bodyPr wrap="none" anchor="ctr" anchorCtr="0"/>
          <a:p>
            <a:pPr lvl="0" eaLnBrk="1" hangingPunct="1">
              <a:spcBef>
                <a:spcPts val="40"/>
              </a:spcBef>
              <a:spcAft>
                <a:spcPts val="40"/>
              </a:spcAft>
            </a:pPr>
            <a:endParaRPr lang="en-IN" altLang="x-none" dirty="0">
              <a:latin typeface="Times New Roman" panose="02020603050405020304" pitchFamily="16" charset="0"/>
            </a:endParaRPr>
          </a:p>
        </p:txBody>
      </p:sp>
      <p:sp>
        <p:nvSpPr>
          <p:cNvPr id="1027" name="AutoShape 2"/>
          <p:cNvSpPr/>
          <p:nvPr/>
        </p:nvSpPr>
        <p:spPr>
          <a:xfrm>
            <a:off x="2286000" y="1631950"/>
            <a:ext cx="4570413" cy="2286000"/>
          </a:xfrm>
          <a:custGeom>
            <a:avLst/>
            <a:gdLst>
              <a:gd name="txL" fmla="*/ 0 w 4570413"/>
              <a:gd name="txT" fmla="*/ 0 h 2286000"/>
              <a:gd name="txR" fmla="*/ 4570413 w 4570413"/>
              <a:gd name="txB" fmla="*/ 2286000 h 2286000"/>
            </a:gdLst>
            <a:ahLst/>
            <a:cxnLst>
              <a:cxn ang="0">
                <a:pos x="4570413" y="1143000"/>
              </a:cxn>
              <a:cxn ang="5898240">
                <a:pos x="2285207" y="2286000"/>
              </a:cxn>
              <a:cxn ang="11796480">
                <a:pos x="0" y="1143000"/>
              </a:cxn>
              <a:cxn ang="17694720">
                <a:pos x="2285207" y="0"/>
              </a:cxn>
            </a:cxnLst>
            <a:rect l="txL" t="txT" r="txR" b="txB"/>
            <a:pathLst>
              <a:path w="4570413" h="2286000">
                <a:moveTo>
                  <a:pt x="0" y="0"/>
                </a:moveTo>
                <a:lnTo>
                  <a:pt x="2333" y="0"/>
                </a:lnTo>
                <a:lnTo>
                  <a:pt x="5833" y="0"/>
                </a:lnTo>
                <a:lnTo>
                  <a:pt x="13998" y="0"/>
                </a:lnTo>
                <a:lnTo>
                  <a:pt x="13998" y="3061"/>
                </a:lnTo>
                <a:lnTo>
                  <a:pt x="13998" y="4373"/>
                </a:lnTo>
                <a:lnTo>
                  <a:pt x="13998" y="5248"/>
                </a:lnTo>
                <a:lnTo>
                  <a:pt x="5833" y="5248"/>
                </a:lnTo>
                <a:lnTo>
                  <a:pt x="-7539" y="23912"/>
                </a:lnTo>
                <a:lnTo>
                  <a:pt x="2333" y="5248"/>
                </a:lnTo>
                <a:lnTo>
                  <a:pt x="0" y="5248"/>
                </a:lnTo>
                <a:lnTo>
                  <a:pt x="0" y="4373"/>
                </a:lnTo>
                <a:lnTo>
                  <a:pt x="0" y="3061"/>
                </a:lnTo>
                <a:lnTo>
                  <a:pt x="0" y="0"/>
                </a:lnTo>
                <a:close/>
              </a:path>
            </a:pathLst>
          </a:custGeom>
          <a:solidFill>
            <a:srgbClr val="FFFFFF">
              <a:alpha val="100000"/>
            </a:srgbClr>
          </a:solidFill>
          <a:ln w="72000" cap="flat" cmpd="sng">
            <a:solidFill>
              <a:srgbClr val="1ABC9C">
                <a:alpha val="100000"/>
              </a:srgbClr>
            </a:solidFill>
            <a:prstDash val="solid"/>
            <a:round/>
            <a:headEnd type="none" w="med" len="med"/>
            <a:tailEnd type="none" w="med" len="med"/>
          </a:ln>
        </p:spPr>
        <p:txBody>
          <a:bodyPr/>
          <a:p>
            <a:endParaRPr lang="en-US"/>
          </a:p>
        </p:txBody>
      </p:sp>
      <p:sp>
        <p:nvSpPr>
          <p:cNvPr id="4099" name="Rectangle 3"/>
          <p:cNvSpPr>
            <a:spLocks noGrp="1" noChangeArrowheads="1"/>
          </p:cNvSpPr>
          <p:nvPr>
            <p:ph type="ftr"/>
          </p:nvPr>
        </p:nvSpPr>
        <p:spPr bwMode="auto">
          <a:xfrm>
            <a:off x="3101975" y="6529388"/>
            <a:ext cx="2932113" cy="320675"/>
          </a:xfrm>
          <a:prstGeom prst="rect">
            <a:avLst/>
          </a:prstGeom>
          <a:noFill/>
          <a:ln>
            <a:noFill/>
          </a:ln>
          <a:effectLst/>
        </p:spPr>
        <p:txBody>
          <a:bodyPr vert="horz" wrap="square" lIns="0" tIns="0" rIns="0" bIns="0" numCol="1" anchor="t" anchorCtr="0" compatLnSpc="1"/>
          <a:lstStyle>
            <a:lvl1pPr hangingPunct="0">
              <a:spcBef>
                <a:spcPts val="50"/>
              </a:spcBef>
              <a:spcAft>
                <a:spcPts val="50"/>
              </a:spcAft>
              <a:buClrTx/>
              <a:buFontTx/>
              <a:buNone/>
              <a:tabLst>
                <a:tab pos="0" algn="l"/>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 pos="9434195" algn="l"/>
                <a:tab pos="9883775" algn="l"/>
                <a:tab pos="10332720" algn="l"/>
                <a:tab pos="10782300" algn="l"/>
              </a:tabLst>
              <a:defRPr sz="1800" b="1">
                <a:solidFill>
                  <a:srgbClr val="FFFFFF"/>
                </a:solidFill>
                <a:latin typeface="Source Sans Pro Black" pitchFamily="32" charset="0"/>
                <a:cs typeface="Segoe UI" panose="020B0502040204020203" charset="0"/>
              </a:defRPr>
            </a:lvl1pPr>
          </a:lstStyle>
          <a:p>
            <a:pPr marL="0" marR="0" lvl="0" indent="0" algn="l" defTabSz="449580" rtl="0" eaLnBrk="1" fontAlgn="base" latinLnBrk="0" hangingPunct="0">
              <a:lnSpc>
                <a:spcPct val="100000"/>
              </a:lnSpc>
              <a:spcBef>
                <a:spcPts val="50"/>
              </a:spcBef>
              <a:spcAft>
                <a:spcPts val="50"/>
              </a:spcAft>
              <a:buClrTx/>
              <a:buSzPct val="100000"/>
              <a:buFontTx/>
              <a:buNone/>
              <a:tabLst>
                <a:tab pos="0" algn="l"/>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 pos="9434195" algn="l"/>
                <a:tab pos="9883775" algn="l"/>
                <a:tab pos="10332720" algn="l"/>
                <a:tab pos="10782300" algn="l"/>
              </a:tabLst>
              <a:defRPr/>
            </a:pPr>
            <a:endParaRPr kumimoji="0" lang="en-IN" altLang="en-US" sz="1800" b="1" i="0" u="none" strike="noStrike" kern="1200" cap="none" spc="0" normalizeH="0" baseline="0" noProof="0">
              <a:ln>
                <a:noFill/>
              </a:ln>
              <a:solidFill>
                <a:srgbClr val="FFFFFF"/>
              </a:solidFill>
              <a:effectLst/>
              <a:uLnTx/>
              <a:uFillTx/>
              <a:latin typeface="Source Sans Pro Black" pitchFamily="32" charset="0"/>
              <a:ea typeface="Microsoft YaHei" panose="020B0503020204020204" charset="-122"/>
              <a:cs typeface="Segoe UI" panose="020B0502040204020203" charset="0"/>
            </a:endParaRPr>
          </a:p>
        </p:txBody>
      </p:sp>
      <p:sp>
        <p:nvSpPr>
          <p:cNvPr id="4100" name="Rectangle 4"/>
          <p:cNvSpPr>
            <a:spLocks noGrp="1" noChangeArrowheads="1"/>
          </p:cNvSpPr>
          <p:nvPr>
            <p:ph type="sldNum"/>
          </p:nvPr>
        </p:nvSpPr>
        <p:spPr bwMode="auto">
          <a:xfrm>
            <a:off x="8326438" y="6203950"/>
            <a:ext cx="646113" cy="646113"/>
          </a:xfrm>
          <a:prstGeom prst="rect">
            <a:avLst/>
          </a:prstGeom>
          <a:noFill/>
          <a:ln>
            <a:noFill/>
          </a:ln>
          <a:effectLst/>
        </p:spPr>
        <p:txBody>
          <a:bodyPr vert="horz" wrap="square" lIns="0" tIns="0" rIns="0" bIns="0" numCol="1" anchor="ctr" anchorCtr="0" compatLnSpc="1"/>
          <a:lstStyle>
            <a:lvl1pPr>
              <a:buFontTx/>
              <a:defRPr sz="1800" b="1">
                <a:solidFill>
                  <a:srgbClr val="FFFFFF"/>
                </a:solidFill>
                <a:latin typeface="Source Sans Pro Black" pitchFamily="32" charset="0"/>
              </a:defRPr>
            </a:lvl1pPr>
          </a:lstStyle>
          <a:p>
            <a:pPr lvl="0" defTabSz="449580" eaLnBrk="1">
              <a:spcBef>
                <a:spcPts val="50"/>
              </a:spcBef>
              <a:spcAft>
                <a:spcPts val="50"/>
              </a:spcAft>
              <a:buClrTx/>
              <a:tabLst>
                <a:tab pos="0" algn="l"/>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 pos="9434830" algn="l"/>
                <a:tab pos="9883775" algn="l"/>
                <a:tab pos="10333355" algn="l"/>
                <a:tab pos="10782300" algn="l"/>
              </a:tabLst>
            </a:pPr>
            <a:fld id="{9A0DB2DC-4C9A-4742-B13C-FB6460FD3503}" type="slidenum">
              <a:rPr lang="en-IN" altLang="en-US" dirty="0">
                <a:cs typeface="Segoe UI" panose="020B0502040204020203" charset="0"/>
              </a:rPr>
            </a:fld>
            <a:endParaRPr lang="en-IN" altLang="en-US" dirty="0">
              <a:latin typeface="Times New Roman" panose="02020603050405020304" pitchFamily="16" charset="0"/>
              <a:cs typeface="Segoe UI" panose="020B0502040204020203" charset="0"/>
            </a:endParaRPr>
          </a:p>
        </p:txBody>
      </p:sp>
      <p:sp>
        <p:nvSpPr>
          <p:cNvPr id="4101" name="Rectangle 5"/>
          <p:cNvSpPr>
            <a:spLocks noGrp="1" noChangeArrowheads="1"/>
          </p:cNvSpPr>
          <p:nvPr>
            <p:ph type="dt"/>
          </p:nvPr>
        </p:nvSpPr>
        <p:spPr bwMode="auto">
          <a:xfrm>
            <a:off x="327025" y="6529388"/>
            <a:ext cx="2605088" cy="320675"/>
          </a:xfrm>
          <a:prstGeom prst="rect">
            <a:avLst/>
          </a:prstGeom>
          <a:noFill/>
          <a:ln>
            <a:noFill/>
          </a:ln>
          <a:effectLst/>
        </p:spPr>
        <p:txBody>
          <a:bodyPr vert="horz" wrap="square" lIns="0" tIns="0" rIns="0" bIns="0" numCol="1" anchor="t" anchorCtr="0" compatLnSpc="1"/>
          <a:lstStyle>
            <a:lvl1pPr hangingPunct="0">
              <a:spcBef>
                <a:spcPts val="50"/>
              </a:spcBef>
              <a:spcAft>
                <a:spcPts val="50"/>
              </a:spcAft>
              <a:buClrTx/>
              <a:buFontTx/>
              <a:buNone/>
              <a:tabLst>
                <a:tab pos="0" algn="l"/>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 pos="9434195" algn="l"/>
                <a:tab pos="9883775" algn="l"/>
                <a:tab pos="10332720" algn="l"/>
                <a:tab pos="10782300" algn="l"/>
              </a:tabLst>
              <a:defRPr sz="1400">
                <a:solidFill>
                  <a:srgbClr val="000000"/>
                </a:solidFill>
                <a:cs typeface="Segoe UI" panose="020B0502040204020203" charset="0"/>
              </a:defRPr>
            </a:lvl1pPr>
          </a:lstStyle>
          <a:p>
            <a:pPr marL="0" marR="0" lvl="0" indent="0" algn="l" defTabSz="449580" rtl="0" eaLnBrk="1" fontAlgn="base" latinLnBrk="0" hangingPunct="0">
              <a:lnSpc>
                <a:spcPct val="100000"/>
              </a:lnSpc>
              <a:spcBef>
                <a:spcPts val="50"/>
              </a:spcBef>
              <a:spcAft>
                <a:spcPts val="50"/>
              </a:spcAft>
              <a:buClrTx/>
              <a:buSzPct val="100000"/>
              <a:buFontTx/>
              <a:buNone/>
              <a:tabLst>
                <a:tab pos="0" algn="l"/>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 pos="9434195" algn="l"/>
                <a:tab pos="9883775" algn="l"/>
                <a:tab pos="10332720" algn="l"/>
                <a:tab pos="10782300" algn="l"/>
              </a:tabLst>
              <a:defRPr/>
            </a:pPr>
            <a:endParaRPr kumimoji="0" lang="en-IN" altLang="en-US" sz="1400" b="0" i="0" u="none" strike="noStrike" kern="1200" cap="none" spc="0" normalizeH="0" baseline="0" noProof="0">
              <a:ln>
                <a:noFill/>
              </a:ln>
              <a:solidFill>
                <a:srgbClr val="000000"/>
              </a:solidFill>
              <a:effectLst/>
              <a:uLnTx/>
              <a:uFillTx/>
              <a:latin typeface="Times New Roman" panose="02020603050405020304" pitchFamily="16" charset="0"/>
              <a:ea typeface="Microsoft YaHei" panose="020B0503020204020204" charset="-122"/>
              <a:cs typeface="Segoe UI" panose="020B0502040204020203" charset="0"/>
            </a:endParaRPr>
          </a:p>
        </p:txBody>
      </p:sp>
      <p:sp>
        <p:nvSpPr>
          <p:cNvPr id="1031" name="Rectangle 6"/>
          <p:cNvSpPr>
            <a:spLocks noGrp="1"/>
          </p:cNvSpPr>
          <p:nvPr>
            <p:ph type="title"/>
          </p:nvPr>
        </p:nvSpPr>
        <p:spPr>
          <a:xfrm>
            <a:off x="455613" y="273050"/>
            <a:ext cx="8223250" cy="1138238"/>
          </a:xfrm>
          <a:prstGeom prst="rect">
            <a:avLst/>
          </a:prstGeom>
          <a:noFill/>
          <a:ln w="9525">
            <a:noFill/>
          </a:ln>
        </p:spPr>
        <p:txBody>
          <a:bodyPr lIns="0" tIns="0" rIns="0" bIns="0" anchor="ctr" anchorCtr="0"/>
          <a:p>
            <a:pPr lvl="0"/>
            <a:r>
              <a:rPr lang="en-GB" altLang="en-US" dirty="0"/>
              <a:t>Click to edit the title text format</a:t>
            </a:r>
            <a:endParaRPr lang="en-GB" altLang="en-US" dirty="0"/>
          </a:p>
        </p:txBody>
      </p:sp>
      <p:sp>
        <p:nvSpPr>
          <p:cNvPr id="1032" name="Rectangle 7"/>
          <p:cNvSpPr>
            <a:spLocks noGrp="1"/>
          </p:cNvSpPr>
          <p:nvPr>
            <p:ph type="body" idx="1"/>
          </p:nvPr>
        </p:nvSpPr>
        <p:spPr>
          <a:xfrm>
            <a:off x="455613" y="1604963"/>
            <a:ext cx="8223250" cy="3970337"/>
          </a:xfrm>
          <a:prstGeom prst="rect">
            <a:avLst/>
          </a:prstGeom>
          <a:noFill/>
          <a:ln w="9525">
            <a:noFill/>
          </a:ln>
        </p:spPr>
        <p:txBody>
          <a:bodyPr lIns="0" tIns="28440" rIns="0" bIns="0"/>
          <a:p>
            <a:pPr lvl="0"/>
            <a:r>
              <a:rPr lang="en-GB" altLang="en-US" dirty="0"/>
              <a:t>Click to edit the outline text format</a:t>
            </a:r>
            <a:endParaRPr lang="en-GB" altLang="en-US" dirty="0"/>
          </a:p>
          <a:p>
            <a:pPr lvl="1"/>
            <a:r>
              <a:rPr lang="en-GB" altLang="en-US" dirty="0"/>
              <a:t>Second Outline Level</a:t>
            </a:r>
            <a:endParaRPr lang="en-GB" altLang="en-US" dirty="0"/>
          </a:p>
          <a:p>
            <a:pPr lvl="2"/>
            <a:r>
              <a:rPr lang="en-GB" altLang="en-US" dirty="0"/>
              <a:t>Third Outline Level</a:t>
            </a:r>
            <a:endParaRPr lang="en-GB" altLang="en-US" dirty="0"/>
          </a:p>
          <a:p>
            <a:pPr lvl="3"/>
            <a:r>
              <a:rPr lang="en-GB" altLang="en-US" dirty="0"/>
              <a:t>Fourth Outline Level</a:t>
            </a:r>
            <a:endParaRPr lang="en-GB" altLang="en-US" dirty="0"/>
          </a:p>
          <a:p>
            <a:pPr lvl="4"/>
            <a:r>
              <a:rPr lang="en-GB" altLang="en-US" dirty="0"/>
              <a:t>Fifth Outline Level</a:t>
            </a:r>
            <a:endParaRPr lang="en-GB" altLang="en-US" dirty="0"/>
          </a:p>
          <a:p>
            <a:pPr lvl="4"/>
            <a:r>
              <a:rPr lang="en-GB" altLang="en-US" dirty="0"/>
              <a:t>Sixth Outline Level</a:t>
            </a:r>
            <a:endParaRPr lang="en-GB" altLang="en-US" dirty="0"/>
          </a:p>
          <a:p>
            <a:pPr lvl="4"/>
            <a:r>
              <a:rPr lang="en-GB" altLang="en-US" dirty="0"/>
              <a:t>Seventh Outline Level</a:t>
            </a:r>
            <a:endParaRPr lang="en-GB"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449580" rtl="0" fontAlgn="base" hangingPunct="0">
        <a:lnSpc>
          <a:spcPct val="93000"/>
        </a:lnSpc>
        <a:spcBef>
          <a:spcPts val="50"/>
        </a:spcBef>
        <a:spcAft>
          <a:spcPts val="50"/>
        </a:spcAft>
        <a:buClr>
          <a:srgbClr val="000000"/>
        </a:buClr>
        <a:buSzPct val="100000"/>
        <a:buFont typeface="Times New Roman" panose="02020603050405020304" pitchFamily="16" charset="0"/>
        <a:defRPr sz="4600" kern="1200">
          <a:solidFill>
            <a:srgbClr val="000000"/>
          </a:solidFill>
          <a:latin typeface="+mj-lt"/>
          <a:ea typeface="+mj-ea"/>
          <a:cs typeface="+mj-cs"/>
        </a:defRPr>
      </a:lvl1pPr>
      <a:lvl2pPr marL="742950" indent="-285750" algn="ctr" defTabSz="449580" rtl="0" fontAlgn="base" hangingPunct="0">
        <a:lnSpc>
          <a:spcPct val="93000"/>
        </a:lnSpc>
        <a:spcBef>
          <a:spcPts val="50"/>
        </a:spcBef>
        <a:spcAft>
          <a:spcPts val="50"/>
        </a:spcAft>
        <a:buClr>
          <a:srgbClr val="000000"/>
        </a:buClr>
        <a:buSzPct val="100000"/>
        <a:buFont typeface="Times New Roman" panose="02020603050405020304" pitchFamily="16" charset="0"/>
        <a:defRPr sz="4600">
          <a:solidFill>
            <a:srgbClr val="000000"/>
          </a:solidFill>
          <a:latin typeface="Arial" panose="020B0604020202020204" pitchFamily="34" charset="0"/>
          <a:ea typeface="Microsoft YaHei" panose="020B0503020204020204" charset="-122"/>
        </a:defRPr>
      </a:lvl2pPr>
      <a:lvl3pPr marL="1143000" indent="-228600" algn="ctr" defTabSz="449580" rtl="0" fontAlgn="base" hangingPunct="0">
        <a:lnSpc>
          <a:spcPct val="93000"/>
        </a:lnSpc>
        <a:spcBef>
          <a:spcPts val="50"/>
        </a:spcBef>
        <a:spcAft>
          <a:spcPts val="50"/>
        </a:spcAft>
        <a:buClr>
          <a:srgbClr val="000000"/>
        </a:buClr>
        <a:buSzPct val="100000"/>
        <a:buFont typeface="Times New Roman" panose="02020603050405020304" pitchFamily="16" charset="0"/>
        <a:defRPr sz="4600">
          <a:solidFill>
            <a:srgbClr val="000000"/>
          </a:solidFill>
          <a:latin typeface="Arial" panose="020B0604020202020204" pitchFamily="34" charset="0"/>
          <a:ea typeface="Microsoft YaHei" panose="020B0503020204020204" charset="-122"/>
        </a:defRPr>
      </a:lvl3pPr>
      <a:lvl4pPr marL="1600200" indent="-228600" algn="ctr" defTabSz="449580" rtl="0" fontAlgn="base" hangingPunct="0">
        <a:lnSpc>
          <a:spcPct val="93000"/>
        </a:lnSpc>
        <a:spcBef>
          <a:spcPts val="50"/>
        </a:spcBef>
        <a:spcAft>
          <a:spcPts val="50"/>
        </a:spcAft>
        <a:buClr>
          <a:srgbClr val="000000"/>
        </a:buClr>
        <a:buSzPct val="100000"/>
        <a:buFont typeface="Times New Roman" panose="02020603050405020304" pitchFamily="16" charset="0"/>
        <a:defRPr sz="4600">
          <a:solidFill>
            <a:srgbClr val="000000"/>
          </a:solidFill>
          <a:latin typeface="Arial" panose="020B0604020202020204" pitchFamily="34" charset="0"/>
          <a:ea typeface="Microsoft YaHei" panose="020B0503020204020204" charset="-122"/>
        </a:defRPr>
      </a:lvl4pPr>
      <a:lvl5pPr marL="2057400" indent="-228600" algn="ctr" defTabSz="449580" rtl="0" fontAlgn="base" hangingPunct="0">
        <a:lnSpc>
          <a:spcPct val="93000"/>
        </a:lnSpc>
        <a:spcBef>
          <a:spcPts val="50"/>
        </a:spcBef>
        <a:spcAft>
          <a:spcPts val="50"/>
        </a:spcAft>
        <a:buClr>
          <a:srgbClr val="000000"/>
        </a:buClr>
        <a:buSzPct val="100000"/>
        <a:buFont typeface="Times New Roman" panose="02020603050405020304" pitchFamily="16" charset="0"/>
        <a:defRPr sz="4600">
          <a:solidFill>
            <a:srgbClr val="000000"/>
          </a:solidFill>
          <a:latin typeface="Arial" panose="020B0604020202020204" pitchFamily="34" charset="0"/>
          <a:ea typeface="Microsoft YaHei" panose="020B0503020204020204" charset="-122"/>
        </a:defRPr>
      </a:lvl5pPr>
      <a:lvl6pPr marL="2514600" indent="-228600" algn="ctr" defTabSz="449580" rtl="0" fontAlgn="base" hangingPunct="0">
        <a:lnSpc>
          <a:spcPct val="93000"/>
        </a:lnSpc>
        <a:spcBef>
          <a:spcPts val="50"/>
        </a:spcBef>
        <a:spcAft>
          <a:spcPts val="50"/>
        </a:spcAft>
        <a:buClr>
          <a:srgbClr val="000000"/>
        </a:buClr>
        <a:buSzPct val="100000"/>
        <a:buFont typeface="Times New Roman" panose="02020603050405020304" pitchFamily="16" charset="0"/>
        <a:defRPr sz="4600">
          <a:solidFill>
            <a:srgbClr val="000000"/>
          </a:solidFill>
          <a:latin typeface="Arial" panose="020B0604020202020204" pitchFamily="34" charset="0"/>
          <a:ea typeface="Microsoft YaHei" panose="020B0503020204020204" charset="-122"/>
        </a:defRPr>
      </a:lvl6pPr>
      <a:lvl7pPr marL="2971800" indent="-228600" algn="ctr" defTabSz="449580" rtl="0" fontAlgn="base" hangingPunct="0">
        <a:lnSpc>
          <a:spcPct val="93000"/>
        </a:lnSpc>
        <a:spcBef>
          <a:spcPts val="50"/>
        </a:spcBef>
        <a:spcAft>
          <a:spcPts val="50"/>
        </a:spcAft>
        <a:buClr>
          <a:srgbClr val="000000"/>
        </a:buClr>
        <a:buSzPct val="100000"/>
        <a:buFont typeface="Times New Roman" panose="02020603050405020304" pitchFamily="16" charset="0"/>
        <a:defRPr sz="4600">
          <a:solidFill>
            <a:srgbClr val="000000"/>
          </a:solidFill>
          <a:latin typeface="Arial" panose="020B0604020202020204" pitchFamily="34" charset="0"/>
          <a:ea typeface="Microsoft YaHei" panose="020B0503020204020204" charset="-122"/>
        </a:defRPr>
      </a:lvl7pPr>
      <a:lvl8pPr marL="3429000" indent="-228600" algn="ctr" defTabSz="449580" rtl="0" fontAlgn="base" hangingPunct="0">
        <a:lnSpc>
          <a:spcPct val="93000"/>
        </a:lnSpc>
        <a:spcBef>
          <a:spcPts val="50"/>
        </a:spcBef>
        <a:spcAft>
          <a:spcPts val="50"/>
        </a:spcAft>
        <a:buClr>
          <a:srgbClr val="000000"/>
        </a:buClr>
        <a:buSzPct val="100000"/>
        <a:buFont typeface="Times New Roman" panose="02020603050405020304" pitchFamily="16" charset="0"/>
        <a:defRPr sz="4600">
          <a:solidFill>
            <a:srgbClr val="000000"/>
          </a:solidFill>
          <a:latin typeface="Arial" panose="020B0604020202020204" pitchFamily="34" charset="0"/>
          <a:ea typeface="Microsoft YaHei" panose="020B0503020204020204" charset="-122"/>
        </a:defRPr>
      </a:lvl8pPr>
      <a:lvl9pPr marL="3886200" indent="-228600" algn="ctr" defTabSz="449580" rtl="0" fontAlgn="base" hangingPunct="0">
        <a:lnSpc>
          <a:spcPct val="93000"/>
        </a:lnSpc>
        <a:spcBef>
          <a:spcPts val="50"/>
        </a:spcBef>
        <a:spcAft>
          <a:spcPts val="50"/>
        </a:spcAft>
        <a:buClr>
          <a:srgbClr val="000000"/>
        </a:buClr>
        <a:buSzPct val="100000"/>
        <a:buFont typeface="Times New Roman" panose="02020603050405020304" pitchFamily="16" charset="0"/>
        <a:defRPr sz="4600">
          <a:solidFill>
            <a:srgbClr val="000000"/>
          </a:solidFill>
          <a:latin typeface="Arial" panose="020B0604020202020204" pitchFamily="34" charset="0"/>
          <a:ea typeface="Microsoft YaHei" panose="020B0503020204020204" charset="-122"/>
        </a:defRPr>
      </a:lvl9pPr>
    </p:titleStyle>
    <p:bodyStyle>
      <a:lvl1pPr marL="342900" indent="-342900" algn="l" defTabSz="449580" rtl="0" fontAlgn="base" hangingPunct="0">
        <a:lnSpc>
          <a:spcPct val="93000"/>
        </a:lnSpc>
        <a:spcBef>
          <a:spcPts val="1765"/>
        </a:spcBef>
        <a:spcAft>
          <a:spcPts val="50"/>
        </a:spcAft>
        <a:buClr>
          <a:srgbClr val="000000"/>
        </a:buClr>
        <a:buSzPct val="100000"/>
        <a:buFont typeface="Times New Roman" panose="02020603050405020304" pitchFamily="16" charset="0"/>
        <a:defRPr sz="3900" kern="1200">
          <a:solidFill>
            <a:srgbClr val="000000"/>
          </a:solidFill>
          <a:latin typeface="+mn-lt"/>
          <a:ea typeface="+mn-ea"/>
          <a:cs typeface="+mn-cs"/>
        </a:defRPr>
      </a:lvl1pPr>
      <a:lvl2pPr marL="742950" indent="-285750" algn="l" defTabSz="449580" rtl="0" fontAlgn="base" hangingPunct="0">
        <a:lnSpc>
          <a:spcPct val="93000"/>
        </a:lnSpc>
        <a:spcBef>
          <a:spcPts val="1415"/>
        </a:spcBef>
        <a:spcAft>
          <a:spcPts val="50"/>
        </a:spcAft>
        <a:buClr>
          <a:srgbClr val="000000"/>
        </a:buClr>
        <a:buSzPct val="100000"/>
        <a:buFont typeface="Times New Roman" panose="02020603050405020304" pitchFamily="16" charset="0"/>
        <a:defRPr sz="3400" kern="1200">
          <a:solidFill>
            <a:srgbClr val="000000"/>
          </a:solidFill>
          <a:latin typeface="+mn-lt"/>
          <a:ea typeface="+mn-ea"/>
          <a:cs typeface="+mn-cs"/>
        </a:defRPr>
      </a:lvl2pPr>
      <a:lvl3pPr marL="1143000" indent="-228600" algn="l" defTabSz="449580" rtl="0" fontAlgn="base" hangingPunct="0">
        <a:lnSpc>
          <a:spcPct val="93000"/>
        </a:lnSpc>
        <a:spcBef>
          <a:spcPts val="1075"/>
        </a:spcBef>
        <a:spcAft>
          <a:spcPts val="50"/>
        </a:spcAft>
        <a:buClr>
          <a:srgbClr val="000000"/>
        </a:buClr>
        <a:buSzPct val="100000"/>
        <a:buFont typeface="Times New Roman" panose="02020603050405020304" pitchFamily="16" charset="0"/>
        <a:defRPr sz="2900" kern="1200">
          <a:solidFill>
            <a:srgbClr val="000000"/>
          </a:solidFill>
          <a:latin typeface="+mn-lt"/>
          <a:ea typeface="+mn-ea"/>
          <a:cs typeface="+mn-cs"/>
        </a:defRPr>
      </a:lvl3pPr>
      <a:lvl4pPr marL="1600200" indent="-228600" algn="l" defTabSz="449580" rtl="0" fontAlgn="base" hangingPunct="0">
        <a:lnSpc>
          <a:spcPct val="93000"/>
        </a:lnSpc>
        <a:spcBef>
          <a:spcPts val="725"/>
        </a:spcBef>
        <a:spcAft>
          <a:spcPts val="50"/>
        </a:spcAft>
        <a:buClr>
          <a:srgbClr val="000000"/>
        </a:buClr>
        <a:buSzPct val="100000"/>
        <a:buFont typeface="Times New Roman" panose="02020603050405020304" pitchFamily="16" charset="0"/>
        <a:defRPr sz="2400" kern="1200">
          <a:solidFill>
            <a:srgbClr val="000000"/>
          </a:solidFill>
          <a:latin typeface="+mn-lt"/>
          <a:ea typeface="+mn-ea"/>
          <a:cs typeface="+mn-cs"/>
        </a:defRPr>
      </a:lvl4pPr>
      <a:lvl5pPr marL="2057400" indent="-228600" algn="l" defTabSz="449580" rtl="0" fontAlgn="base" hangingPunct="0">
        <a:lnSpc>
          <a:spcPct val="93000"/>
        </a:lnSpc>
        <a:spcBef>
          <a:spcPts val="375"/>
        </a:spcBef>
        <a:spcAft>
          <a:spcPts val="50"/>
        </a:spcAft>
        <a:buClr>
          <a:srgbClr val="000000"/>
        </a:buClr>
        <a:buSzPct val="100000"/>
        <a:buFont typeface="Times New Roman" panose="02020603050405020304" pitchFamily="16" charset="0"/>
        <a:defRPr sz="240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2"/>
          <a:stretch>
            <a:fillRect/>
          </a:stretch>
        </a:blipFill>
        <a:effectLst/>
      </p:bgPr>
    </p:bg>
    <p:spTree>
      <p:nvGrpSpPr>
        <p:cNvPr id="1" name=""/>
        <p:cNvGrpSpPr/>
        <p:nvPr/>
      </p:nvGrpSpPr>
      <p:grpSpPr/>
      <p:sp>
        <p:nvSpPr>
          <p:cNvPr id="2050" name="Rectangle 1"/>
          <p:cNvSpPr>
            <a:spLocks noGrp="1"/>
          </p:cNvSpPr>
          <p:nvPr>
            <p:ph type="body" idx="1"/>
          </p:nvPr>
        </p:nvSpPr>
        <p:spPr>
          <a:xfrm>
            <a:off x="457200" y="1447800"/>
            <a:ext cx="8228013" cy="4676775"/>
          </a:xfrm>
          <a:prstGeom prst="rect">
            <a:avLst/>
          </a:prstGeom>
          <a:noFill/>
          <a:ln w="9525">
            <a:noFill/>
          </a:ln>
        </p:spPr>
        <p:txBody>
          <a:bodyPr lIns="90000" tIns="46800" rIns="90000" bIns="46800"/>
          <a:p>
            <a:pPr lvl="0"/>
            <a:r>
              <a:rPr lang="en-GB" altLang="en-US" dirty="0"/>
              <a:t>Click to edit the outline text format</a:t>
            </a:r>
            <a:endParaRPr lang="en-GB" altLang="en-US" dirty="0"/>
          </a:p>
          <a:p>
            <a:pPr lvl="1"/>
            <a:r>
              <a:rPr lang="en-GB" altLang="en-US" dirty="0"/>
              <a:t>Second Outline Level</a:t>
            </a:r>
            <a:endParaRPr lang="en-GB" altLang="en-US" dirty="0"/>
          </a:p>
          <a:p>
            <a:pPr lvl="2"/>
            <a:r>
              <a:rPr lang="en-GB" altLang="en-US" dirty="0"/>
              <a:t>Third Outline Level</a:t>
            </a:r>
            <a:endParaRPr lang="en-GB" altLang="en-US" dirty="0"/>
          </a:p>
          <a:p>
            <a:pPr lvl="3"/>
            <a:r>
              <a:rPr lang="en-GB" altLang="en-US" dirty="0"/>
              <a:t>Fourth Outline Level</a:t>
            </a:r>
            <a:endParaRPr lang="en-GB" altLang="en-US" dirty="0"/>
          </a:p>
          <a:p>
            <a:pPr lvl="4"/>
            <a:r>
              <a:rPr lang="en-GB" altLang="en-US" dirty="0"/>
              <a:t>Fifth Outline Level</a:t>
            </a:r>
            <a:endParaRPr lang="en-GB" altLang="en-US" dirty="0"/>
          </a:p>
          <a:p>
            <a:pPr lvl="4"/>
            <a:r>
              <a:rPr lang="en-GB" altLang="en-US" dirty="0"/>
              <a:t>Sixth Outline Level</a:t>
            </a:r>
            <a:endParaRPr lang="en-GB" altLang="en-US" dirty="0"/>
          </a:p>
          <a:p>
            <a:pPr lvl="4"/>
            <a:r>
              <a:rPr lang="en-GB" altLang="en-US" dirty="0"/>
              <a:t>Seventh Outline Level</a:t>
            </a:r>
            <a:endParaRPr lang="en-GB" altLang="en-US" dirty="0"/>
          </a:p>
        </p:txBody>
      </p:sp>
      <p:sp>
        <p:nvSpPr>
          <p:cNvPr id="2051" name="Rectangle 2"/>
          <p:cNvSpPr>
            <a:spLocks noGrp="1"/>
          </p:cNvSpPr>
          <p:nvPr>
            <p:ph type="title"/>
          </p:nvPr>
        </p:nvSpPr>
        <p:spPr>
          <a:xfrm>
            <a:off x="457200" y="152400"/>
            <a:ext cx="8228013" cy="1217613"/>
          </a:xfrm>
          <a:prstGeom prst="rect">
            <a:avLst/>
          </a:prstGeom>
          <a:noFill/>
          <a:ln w="9525">
            <a:noFill/>
          </a:ln>
        </p:spPr>
        <p:txBody>
          <a:bodyPr lIns="90000" tIns="46800" rIns="90000" bIns="46800" anchor="b" anchorCtr="0"/>
          <a:p>
            <a:pPr lvl="0"/>
            <a:r>
              <a:rPr lang="en-GB" altLang="en-US" dirty="0"/>
              <a:t>Click to edit the title text format</a:t>
            </a:r>
            <a:endParaRPr lang="en-GB" altLang="en-US" dirty="0"/>
          </a:p>
        </p:txBody>
      </p:sp>
      <p:sp>
        <p:nvSpPr>
          <p:cNvPr id="2052" name="Text Box 3"/>
          <p:cNvSpPr txBox="1"/>
          <p:nvPr/>
        </p:nvSpPr>
        <p:spPr>
          <a:xfrm>
            <a:off x="5791200" y="6203950"/>
            <a:ext cx="2590800" cy="384175"/>
          </a:xfrm>
          <a:prstGeom prst="rect">
            <a:avLst/>
          </a:prstGeom>
          <a:noFill/>
          <a:ln w="9525">
            <a:noFill/>
          </a:ln>
        </p:spPr>
        <p:txBody>
          <a:bodyPr wrap="none" anchor="ctr" anchorCtr="0"/>
          <a:p>
            <a:pPr lvl="0" eaLnBrk="1" hangingPunct="1">
              <a:spcBef>
                <a:spcPts val="40"/>
              </a:spcBef>
              <a:spcAft>
                <a:spcPts val="40"/>
              </a:spcAft>
            </a:pPr>
            <a:endParaRPr lang="en-IN" altLang="x-none" dirty="0">
              <a:latin typeface="Times New Roman" panose="02020603050405020304" pitchFamily="16" charset="0"/>
            </a:endParaRPr>
          </a:p>
        </p:txBody>
      </p:sp>
      <p:sp>
        <p:nvSpPr>
          <p:cNvPr id="2053" name="Text Box 4"/>
          <p:cNvSpPr txBox="1"/>
          <p:nvPr/>
        </p:nvSpPr>
        <p:spPr>
          <a:xfrm>
            <a:off x="2133600" y="6203950"/>
            <a:ext cx="3581400" cy="384175"/>
          </a:xfrm>
          <a:prstGeom prst="rect">
            <a:avLst/>
          </a:prstGeom>
          <a:noFill/>
          <a:ln w="9525">
            <a:noFill/>
          </a:ln>
        </p:spPr>
        <p:txBody>
          <a:bodyPr wrap="none" anchor="ctr" anchorCtr="0"/>
          <a:p>
            <a:pPr lvl="0" eaLnBrk="1" hangingPunct="1">
              <a:spcBef>
                <a:spcPts val="40"/>
              </a:spcBef>
              <a:spcAft>
                <a:spcPts val="40"/>
              </a:spcAft>
            </a:pPr>
            <a:endParaRPr lang="en-IN" altLang="x-none" dirty="0">
              <a:latin typeface="Times New Roman" panose="02020603050405020304" pitchFamily="16" charset="0"/>
            </a:endParaRPr>
          </a:p>
        </p:txBody>
      </p:sp>
      <p:sp>
        <p:nvSpPr>
          <p:cNvPr id="5125" name="Rectangle 5"/>
          <p:cNvSpPr>
            <a:spLocks noGrp="1" noChangeArrowheads="1"/>
          </p:cNvSpPr>
          <p:nvPr>
            <p:ph type="sldNum"/>
          </p:nvPr>
        </p:nvSpPr>
        <p:spPr bwMode="auto">
          <a:xfrm>
            <a:off x="8410575" y="6181725"/>
            <a:ext cx="608013" cy="455613"/>
          </a:xfrm>
          <a:prstGeom prst="rect">
            <a:avLst/>
          </a:prstGeom>
          <a:noFill/>
          <a:ln>
            <a:noFill/>
          </a:ln>
          <a:effectLst/>
        </p:spPr>
        <p:txBody>
          <a:bodyPr vert="horz" wrap="square" lIns="0" tIns="0" rIns="0" bIns="0" numCol="1" anchor="ctr" anchorCtr="0" compatLnSpc="1"/>
          <a:lstStyle>
            <a:lvl1pPr marL="215900" indent="-215900" algn="ctr">
              <a:buFont typeface="Wingdings" panose="05000000000000000000" pitchFamily="2" charset="2"/>
              <a:defRPr sz="1600">
                <a:solidFill>
                  <a:srgbClr val="FEFAC9"/>
                </a:solidFill>
              </a:defRPr>
            </a:lvl1pPr>
          </a:lstStyle>
          <a:p>
            <a:pPr lvl="0" defTabSz="449580" eaLnBrk="1" hangingPunct="1">
              <a:spcBef>
                <a:spcPts val="40"/>
              </a:spcBef>
              <a:spcAft>
                <a:spcPts val="40"/>
              </a:spcAft>
              <a:buSzPct val="45000"/>
              <a:tabLst>
                <a:tab pos="0" algn="l"/>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fld id="{9A0DB2DC-4C9A-4742-B13C-FB6460FD3503}" type="slidenum">
              <a:rPr lang="en-US" altLang="en-US" dirty="0">
                <a:latin typeface="Times New Roman" panose="02020603050405020304" pitchFamily="16" charset="0"/>
                <a:cs typeface="Segoe UI" panose="020B0502040204020203" charset="0"/>
              </a:rPr>
            </a:fld>
            <a:endParaRPr lang="en-US" altLang="en-US" dirty="0">
              <a:latin typeface="Times New Roman" panose="02020603050405020304" pitchFamily="16" charset="0"/>
              <a:cs typeface="Segoe UI" panose="020B0502040204020203" charset="0"/>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449580" rtl="0" eaLnBrk="0" fontAlgn="base" hangingPunct="0">
        <a:spcBef>
          <a:spcPts val="15"/>
        </a:spcBef>
        <a:spcAft>
          <a:spcPts val="15"/>
        </a:spcAft>
        <a:buClr>
          <a:srgbClr val="000000"/>
        </a:buClr>
        <a:buSzPct val="100000"/>
        <a:buFont typeface="Times New Roman" panose="02020603050405020304" pitchFamily="16" charset="0"/>
        <a:defRPr sz="4200" kern="1200">
          <a:solidFill>
            <a:srgbClr val="F9F9F9"/>
          </a:solidFill>
          <a:latin typeface="+mj-lt"/>
          <a:ea typeface="+mj-ea"/>
          <a:cs typeface="+mj-cs"/>
        </a:defRPr>
      </a:lvl1pPr>
      <a:lvl2pPr marL="742950" indent="-285750" algn="l" defTabSz="449580" rtl="0" eaLnBrk="0" fontAlgn="base" hangingPunct="0">
        <a:spcBef>
          <a:spcPts val="15"/>
        </a:spcBef>
        <a:spcAft>
          <a:spcPts val="15"/>
        </a:spcAft>
        <a:buClr>
          <a:srgbClr val="000000"/>
        </a:buClr>
        <a:buSzPct val="100000"/>
        <a:buFont typeface="Times New Roman" panose="02020603050405020304" pitchFamily="16" charset="0"/>
        <a:defRPr sz="4200">
          <a:solidFill>
            <a:srgbClr val="F9F9F9"/>
          </a:solidFill>
          <a:latin typeface="Constantia" panose="02030602050306030303" pitchFamily="16" charset="0"/>
          <a:ea typeface="Microsoft YaHei" panose="020B0503020204020204" charset="-122"/>
        </a:defRPr>
      </a:lvl2pPr>
      <a:lvl3pPr marL="1143000" indent="-228600" algn="l" defTabSz="449580" rtl="0" eaLnBrk="0" fontAlgn="base" hangingPunct="0">
        <a:spcBef>
          <a:spcPts val="15"/>
        </a:spcBef>
        <a:spcAft>
          <a:spcPts val="15"/>
        </a:spcAft>
        <a:buClr>
          <a:srgbClr val="000000"/>
        </a:buClr>
        <a:buSzPct val="100000"/>
        <a:buFont typeface="Times New Roman" panose="02020603050405020304" pitchFamily="16" charset="0"/>
        <a:defRPr sz="4200">
          <a:solidFill>
            <a:srgbClr val="F9F9F9"/>
          </a:solidFill>
          <a:latin typeface="Constantia" panose="02030602050306030303" pitchFamily="16" charset="0"/>
          <a:ea typeface="Microsoft YaHei" panose="020B0503020204020204" charset="-122"/>
        </a:defRPr>
      </a:lvl3pPr>
      <a:lvl4pPr marL="1600200" indent="-228600" algn="l" defTabSz="449580" rtl="0" eaLnBrk="0" fontAlgn="base" hangingPunct="0">
        <a:spcBef>
          <a:spcPts val="15"/>
        </a:spcBef>
        <a:spcAft>
          <a:spcPts val="15"/>
        </a:spcAft>
        <a:buClr>
          <a:srgbClr val="000000"/>
        </a:buClr>
        <a:buSzPct val="100000"/>
        <a:buFont typeface="Times New Roman" panose="02020603050405020304" pitchFamily="16" charset="0"/>
        <a:defRPr sz="4200">
          <a:solidFill>
            <a:srgbClr val="F9F9F9"/>
          </a:solidFill>
          <a:latin typeface="Constantia" panose="02030602050306030303" pitchFamily="16" charset="0"/>
          <a:ea typeface="Microsoft YaHei" panose="020B0503020204020204" charset="-122"/>
        </a:defRPr>
      </a:lvl4pPr>
      <a:lvl5pPr marL="2057400" indent="-228600" algn="l" defTabSz="449580" rtl="0" eaLnBrk="0" fontAlgn="base" hangingPunct="0">
        <a:spcBef>
          <a:spcPts val="15"/>
        </a:spcBef>
        <a:spcAft>
          <a:spcPts val="15"/>
        </a:spcAft>
        <a:buClr>
          <a:srgbClr val="000000"/>
        </a:buClr>
        <a:buSzPct val="100000"/>
        <a:buFont typeface="Times New Roman" panose="02020603050405020304" pitchFamily="16" charset="0"/>
        <a:defRPr sz="4200">
          <a:solidFill>
            <a:srgbClr val="F9F9F9"/>
          </a:solidFill>
          <a:latin typeface="Constantia" panose="02030602050306030303" pitchFamily="16" charset="0"/>
          <a:ea typeface="Microsoft YaHei" panose="020B0503020204020204" charset="-122"/>
        </a:defRPr>
      </a:lvl5pPr>
      <a:lvl6pPr marL="2514600" indent="-228600" algn="l" defTabSz="449580" rtl="0" eaLnBrk="0" fontAlgn="base" hangingPunct="0">
        <a:spcBef>
          <a:spcPts val="15"/>
        </a:spcBef>
        <a:spcAft>
          <a:spcPts val="15"/>
        </a:spcAft>
        <a:buClr>
          <a:srgbClr val="000000"/>
        </a:buClr>
        <a:buSzPct val="100000"/>
        <a:buFont typeface="Times New Roman" panose="02020603050405020304" pitchFamily="16" charset="0"/>
        <a:defRPr sz="4200">
          <a:solidFill>
            <a:srgbClr val="F9F9F9"/>
          </a:solidFill>
          <a:latin typeface="Constantia" panose="02030602050306030303" pitchFamily="16" charset="0"/>
          <a:ea typeface="Microsoft YaHei" panose="020B0503020204020204" charset="-122"/>
        </a:defRPr>
      </a:lvl6pPr>
      <a:lvl7pPr marL="2971800" indent="-228600" algn="l" defTabSz="449580" rtl="0" eaLnBrk="0" fontAlgn="base" hangingPunct="0">
        <a:spcBef>
          <a:spcPts val="15"/>
        </a:spcBef>
        <a:spcAft>
          <a:spcPts val="15"/>
        </a:spcAft>
        <a:buClr>
          <a:srgbClr val="000000"/>
        </a:buClr>
        <a:buSzPct val="100000"/>
        <a:buFont typeface="Times New Roman" panose="02020603050405020304" pitchFamily="16" charset="0"/>
        <a:defRPr sz="4200">
          <a:solidFill>
            <a:srgbClr val="F9F9F9"/>
          </a:solidFill>
          <a:latin typeface="Constantia" panose="02030602050306030303" pitchFamily="16" charset="0"/>
          <a:ea typeface="Microsoft YaHei" panose="020B0503020204020204" charset="-122"/>
        </a:defRPr>
      </a:lvl7pPr>
      <a:lvl8pPr marL="3429000" indent="-228600" algn="l" defTabSz="449580" rtl="0" eaLnBrk="0" fontAlgn="base" hangingPunct="0">
        <a:spcBef>
          <a:spcPts val="15"/>
        </a:spcBef>
        <a:spcAft>
          <a:spcPts val="15"/>
        </a:spcAft>
        <a:buClr>
          <a:srgbClr val="000000"/>
        </a:buClr>
        <a:buSzPct val="100000"/>
        <a:buFont typeface="Times New Roman" panose="02020603050405020304" pitchFamily="16" charset="0"/>
        <a:defRPr sz="4200">
          <a:solidFill>
            <a:srgbClr val="F9F9F9"/>
          </a:solidFill>
          <a:latin typeface="Constantia" panose="02030602050306030303" pitchFamily="16" charset="0"/>
          <a:ea typeface="Microsoft YaHei" panose="020B0503020204020204" charset="-122"/>
        </a:defRPr>
      </a:lvl8pPr>
      <a:lvl9pPr marL="3886200" indent="-228600" algn="l" defTabSz="449580" rtl="0" eaLnBrk="0" fontAlgn="base" hangingPunct="0">
        <a:spcBef>
          <a:spcPts val="15"/>
        </a:spcBef>
        <a:spcAft>
          <a:spcPts val="15"/>
        </a:spcAft>
        <a:buClr>
          <a:srgbClr val="000000"/>
        </a:buClr>
        <a:buSzPct val="100000"/>
        <a:buFont typeface="Times New Roman" panose="02020603050405020304" pitchFamily="16" charset="0"/>
        <a:defRPr sz="4200">
          <a:solidFill>
            <a:srgbClr val="F9F9F9"/>
          </a:solidFill>
          <a:latin typeface="Constantia" panose="02030602050306030303" pitchFamily="16" charset="0"/>
          <a:ea typeface="Microsoft YaHei" panose="020B0503020204020204" charset="-122"/>
        </a:defRPr>
      </a:lvl9pPr>
    </p:titleStyle>
    <p:bodyStyle>
      <a:lvl1pPr marL="342900" indent="-342900" algn="l" defTabSz="449580" rtl="0" eaLnBrk="0" fontAlgn="base" hangingPunct="0">
        <a:spcBef>
          <a:spcPts val="615"/>
        </a:spcBef>
        <a:spcAft>
          <a:spcPts val="15"/>
        </a:spcAft>
        <a:buClr>
          <a:srgbClr val="000000"/>
        </a:buClr>
        <a:buSzPct val="100000"/>
        <a:buFont typeface="Times New Roman" panose="02020603050405020304" pitchFamily="16" charset="0"/>
        <a:defRPr sz="2600" kern="1200">
          <a:solidFill>
            <a:srgbClr val="FFFFFF"/>
          </a:solidFill>
          <a:latin typeface="+mn-lt"/>
          <a:ea typeface="+mn-ea"/>
          <a:cs typeface="+mn-cs"/>
        </a:defRPr>
      </a:lvl1pPr>
      <a:lvl2pPr marL="742950" indent="-285750" algn="l" defTabSz="449580" rtl="0" eaLnBrk="0" fontAlgn="base" hangingPunct="0">
        <a:spcBef>
          <a:spcPts val="315"/>
        </a:spcBef>
        <a:spcAft>
          <a:spcPts val="15"/>
        </a:spcAft>
        <a:buClr>
          <a:srgbClr val="000000"/>
        </a:buClr>
        <a:buSzPct val="100000"/>
        <a:buFont typeface="Times New Roman" panose="02020603050405020304" pitchFamily="16" charset="0"/>
        <a:defRPr sz="2400" kern="1200">
          <a:solidFill>
            <a:srgbClr val="FEFAC9"/>
          </a:solidFill>
          <a:latin typeface="+mn-lt"/>
          <a:ea typeface="+mn-ea"/>
          <a:cs typeface="+mn-cs"/>
        </a:defRPr>
      </a:lvl2pPr>
      <a:lvl3pPr marL="1143000" indent="-228600" algn="l" defTabSz="449580" rtl="0" eaLnBrk="0" fontAlgn="base" hangingPunct="0">
        <a:spcBef>
          <a:spcPts val="315"/>
        </a:spcBef>
        <a:spcAft>
          <a:spcPts val="15"/>
        </a:spcAft>
        <a:buClr>
          <a:srgbClr val="000000"/>
        </a:buClr>
        <a:buSzPct val="100000"/>
        <a:buFont typeface="Times New Roman" panose="02020603050405020304" pitchFamily="16" charset="0"/>
        <a:defRPr sz="2100" kern="1200">
          <a:solidFill>
            <a:srgbClr val="FFFFFF"/>
          </a:solidFill>
          <a:latin typeface="+mn-lt"/>
          <a:ea typeface="+mn-ea"/>
          <a:cs typeface="+mn-cs"/>
        </a:defRPr>
      </a:lvl3pPr>
      <a:lvl4pPr marL="1600200" indent="-228600" algn="l" defTabSz="449580" rtl="0" eaLnBrk="0" fontAlgn="base" hangingPunct="0">
        <a:spcBef>
          <a:spcPts val="315"/>
        </a:spcBef>
        <a:spcAft>
          <a:spcPts val="15"/>
        </a:spcAft>
        <a:buClr>
          <a:srgbClr val="000000"/>
        </a:buClr>
        <a:buSzPct val="100000"/>
        <a:buFont typeface="Times New Roman" panose="02020603050405020304" pitchFamily="16" charset="0"/>
        <a:defRPr sz="1900" kern="1200">
          <a:solidFill>
            <a:srgbClr val="FFFFFF"/>
          </a:solidFill>
          <a:latin typeface="+mn-lt"/>
          <a:ea typeface="+mn-ea"/>
          <a:cs typeface="+mn-cs"/>
        </a:defRPr>
      </a:lvl4pPr>
      <a:lvl5pPr marL="2057400" indent="-228600" algn="l" defTabSz="449580" rtl="0" eaLnBrk="0" fontAlgn="base" hangingPunct="0">
        <a:spcBef>
          <a:spcPts val="350"/>
        </a:spcBef>
        <a:spcAft>
          <a:spcPts val="15"/>
        </a:spcAft>
        <a:buClr>
          <a:srgbClr val="000000"/>
        </a:buClr>
        <a:buSzPct val="100000"/>
        <a:buFont typeface="Times New Roman" panose="02020603050405020304" pitchFamily="16" charset="0"/>
        <a:defRPr sz="1600" kern="1200">
          <a:solidFill>
            <a:srgbClr val="FFFF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7" name="Rectangle 6"/>
          <p:cNvSpPr/>
          <p:nvPr/>
        </p:nvSpPr>
        <p:spPr>
          <a:xfrm>
            <a:off x="0" y="6400800"/>
            <a:ext cx="9144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125"/>
            <a:ext cx="9144000" cy="666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325" y="287338"/>
            <a:ext cx="7543800" cy="1449388"/>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077" name="Text Placeholder 2"/>
          <p:cNvSpPr>
            <a:spLocks noGrp="1"/>
          </p:cNvSpPr>
          <p:nvPr>
            <p:ph type="body" idx="1"/>
          </p:nvPr>
        </p:nvSpPr>
        <p:spPr>
          <a:xfrm>
            <a:off x="822325" y="1846263"/>
            <a:ext cx="7543800" cy="4022725"/>
          </a:xfrm>
          <a:prstGeom prst="rect">
            <a:avLst/>
          </a:prstGeom>
          <a:noFill/>
          <a:ln w="9525">
            <a:noFill/>
          </a:ln>
        </p:spPr>
        <p:txBody>
          <a:bodyPr lIns="0" rIns="0"/>
          <a:p>
            <a:pPr lvl="0"/>
            <a:r>
              <a:rPr lang="en-US" altLang="x-none" dirty="0"/>
              <a:t>Click to edit Master text styles</a:t>
            </a:r>
            <a:endParaRPr lang="en-US" altLang="x-none" dirty="0"/>
          </a:p>
          <a:p>
            <a:pPr lvl="1"/>
            <a:r>
              <a:rPr lang="en-US" altLang="x-none" dirty="0"/>
              <a:t>Second level</a:t>
            </a:r>
            <a:endParaRPr lang="en-US" altLang="x-none" dirty="0"/>
          </a:p>
          <a:p>
            <a:pPr lvl="2"/>
            <a:r>
              <a:rPr lang="en-US" altLang="x-none" dirty="0"/>
              <a:t>Third level</a:t>
            </a:r>
            <a:endParaRPr lang="en-US" altLang="x-none" dirty="0"/>
          </a:p>
          <a:p>
            <a:pPr lvl="3"/>
            <a:r>
              <a:rPr lang="en-US" altLang="x-none" dirty="0"/>
              <a:t>Fourth level</a:t>
            </a:r>
            <a:endParaRPr lang="en-US" altLang="x-none" dirty="0"/>
          </a:p>
          <a:p>
            <a:pPr lvl="4"/>
            <a:r>
              <a:rPr lang="en-US" altLang="x-none" dirty="0"/>
              <a:t>Fifth level</a:t>
            </a:r>
            <a:endParaRPr lang="en-US" altLang="x-none" dirty="0"/>
          </a:p>
        </p:txBody>
      </p:sp>
      <p:sp>
        <p:nvSpPr>
          <p:cNvPr id="4" name="Date Placeholder 3"/>
          <p:cNvSpPr>
            <a:spLocks noGrp="1"/>
          </p:cNvSpPr>
          <p:nvPr>
            <p:ph type="dt" sz="half" idx="2"/>
          </p:nvPr>
        </p:nvSpPr>
        <p:spPr>
          <a:xfrm>
            <a:off x="822325" y="6459538"/>
            <a:ext cx="1854200" cy="365125"/>
          </a:xfrm>
          <a:prstGeom prst="rect">
            <a:avLst/>
          </a:prstGeom>
        </p:spPr>
        <p:txBody>
          <a:bodyPr vert="horz" lIns="91440" tIns="45720" rIns="91440" bIns="45720" rtlCol="0" anchor="ctr"/>
          <a:lstStyle>
            <a:lvl1pPr algn="l">
              <a:defRPr sz="900">
                <a:solidFill>
                  <a:srgbClr val="FFFFFF"/>
                </a:solidFill>
              </a:defRPr>
            </a:lvl1pPr>
          </a:lstStyle>
          <a:p>
            <a:pPr marL="0" marR="0" lvl="0" indent="0" algn="l" defTabSz="449580" rtl="0" eaLnBrk="1" fontAlgn="base" latinLnBrk="0" hangingPunct="1">
              <a:lnSpc>
                <a:spcPct val="100000"/>
              </a:lnSpc>
              <a:spcBef>
                <a:spcPts val="40"/>
              </a:spcBef>
              <a:spcAft>
                <a:spcPts val="40"/>
              </a:spcAft>
              <a:buClr>
                <a:srgbClr val="000000"/>
              </a:buClr>
              <a:buSzPct val="100000"/>
              <a:buFont typeface="Times New Roman" panose="02020603050405020304" pitchFamily="16" charset="0"/>
              <a:buNone/>
              <a:defRPr/>
            </a:pPr>
            <a:endParaRPr kumimoji="0" lang="en-IN" altLang="en-US" sz="900" b="0" i="0" u="none" strike="noStrike" kern="1200" cap="none" spc="0" normalizeH="0" baseline="0" noProof="0">
              <a:ln>
                <a:noFill/>
              </a:ln>
              <a:solidFill>
                <a:srgbClr val="FFFFFF"/>
              </a:solidFill>
              <a:effectLst/>
              <a:uLnTx/>
              <a:uFillTx/>
              <a:latin typeface="Times New Roman" panose="02020603050405020304" pitchFamily="16" charset="0"/>
              <a:ea typeface="Microsoft YaHei" panose="020B0503020204020204" charset="-122"/>
              <a:cs typeface="+mn-cs"/>
            </a:endParaRPr>
          </a:p>
        </p:txBody>
      </p:sp>
      <p:sp>
        <p:nvSpPr>
          <p:cNvPr id="5" name="Footer Placeholder 4"/>
          <p:cNvSpPr>
            <a:spLocks noGrp="1"/>
          </p:cNvSpPr>
          <p:nvPr>
            <p:ph type="ftr" sz="quarter" idx="3"/>
          </p:nvPr>
        </p:nvSpPr>
        <p:spPr>
          <a:xfrm>
            <a:off x="2765425" y="6459538"/>
            <a:ext cx="3616325" cy="365125"/>
          </a:xfrm>
          <a:prstGeom prst="rect">
            <a:avLst/>
          </a:prstGeom>
        </p:spPr>
        <p:txBody>
          <a:bodyPr vert="horz" lIns="91440" tIns="45720" rIns="91440" bIns="45720" rtlCol="0" anchor="ctr"/>
          <a:lstStyle>
            <a:lvl1pPr algn="ctr">
              <a:defRPr sz="900" cap="all" baseline="0">
                <a:solidFill>
                  <a:srgbClr val="FFFFFF"/>
                </a:solidFill>
              </a:defRPr>
            </a:lvl1pPr>
          </a:lstStyle>
          <a:p>
            <a:pPr marL="0" marR="0" lvl="0" indent="0" algn="ctr" defTabSz="449580" rtl="0" eaLnBrk="1" fontAlgn="base" latinLnBrk="0" hangingPunct="1">
              <a:lnSpc>
                <a:spcPct val="100000"/>
              </a:lnSpc>
              <a:spcBef>
                <a:spcPts val="40"/>
              </a:spcBef>
              <a:spcAft>
                <a:spcPts val="40"/>
              </a:spcAft>
              <a:buClr>
                <a:srgbClr val="000000"/>
              </a:buClr>
              <a:buSzPct val="100000"/>
              <a:buFont typeface="Times New Roman" panose="02020603050405020304" pitchFamily="16" charset="0"/>
              <a:buNone/>
              <a:defRPr/>
            </a:pPr>
            <a:endParaRPr kumimoji="0" lang="en-IN" altLang="en-US" sz="900" b="0" i="0" u="none" strike="noStrike" kern="1200" cap="all" spc="0" normalizeH="0" baseline="0" noProof="0">
              <a:ln>
                <a:noFill/>
              </a:ln>
              <a:solidFill>
                <a:srgbClr val="FFFFFF"/>
              </a:solidFill>
              <a:effectLst/>
              <a:uLnTx/>
              <a:uFillTx/>
              <a:latin typeface="Times New Roman" panose="02020603050405020304" pitchFamily="16" charset="0"/>
              <a:ea typeface="Microsoft YaHei" panose="020B0503020204020204" charset="-122"/>
              <a:cs typeface="+mn-cs"/>
            </a:endParaRPr>
          </a:p>
        </p:txBody>
      </p:sp>
      <p:sp>
        <p:nvSpPr>
          <p:cNvPr id="6" name="Slide Number Placeholder 5"/>
          <p:cNvSpPr>
            <a:spLocks noGrp="1"/>
          </p:cNvSpPr>
          <p:nvPr>
            <p:ph type="sldNum" sz="quarter" idx="4"/>
          </p:nvPr>
        </p:nvSpPr>
        <p:spPr>
          <a:xfrm>
            <a:off x="7424738" y="6459538"/>
            <a:ext cx="984250" cy="365125"/>
          </a:xfrm>
          <a:prstGeom prst="rect">
            <a:avLst/>
          </a:prstGeom>
        </p:spPr>
        <p:txBody>
          <a:bodyPr vert="horz" lIns="91440" tIns="45720" rIns="91440" bIns="45720" rtlCol="0" anchor="ctr"/>
          <a:lstStyle>
            <a:lvl1pPr algn="r">
              <a:defRPr sz="1000">
                <a:solidFill>
                  <a:srgbClr val="FFFFFF"/>
                </a:solidFill>
              </a:defRPr>
            </a:lvl1pPr>
          </a:lstStyle>
          <a:p>
            <a:pPr lvl="0" eaLnBrk="1" hangingPunct="1">
              <a:spcBef>
                <a:spcPts val="40"/>
              </a:spcBef>
              <a:spcAft>
                <a:spcPts val="40"/>
              </a:spcAft>
              <a:buNone/>
            </a:pPr>
            <a:fld id="{9A0DB2DC-4C9A-4742-B13C-FB6460FD3503}" type="slidenum">
              <a:rPr lang="en-IN" altLang="en-US" dirty="0">
                <a:latin typeface="Times New Roman" panose="02020603050405020304" pitchFamily="16" charset="0"/>
              </a:rPr>
            </a:fld>
            <a:endParaRPr lang="en-IN" altLang="en-US" dirty="0">
              <a:latin typeface="Times New Roman" panose="02020603050405020304" pitchFamily="16" charset="0"/>
            </a:endParaRPr>
          </a:p>
        </p:txBody>
      </p:sp>
      <p:cxnSp>
        <p:nvCxnSpPr>
          <p:cNvPr id="10" name="Straight Connector 9"/>
          <p:cNvCxnSpPr/>
          <p:nvPr/>
        </p:nvCxnSpPr>
        <p:spPr>
          <a:xfrm>
            <a:off x="895350" y="1738313"/>
            <a:ext cx="7475538"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29.xml"/><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34.xml"/><Relationship Id="rId2" Type="http://schemas.openxmlformats.org/officeDocument/2006/relationships/image" Target="../media/image7.jpeg"/><Relationship Id="rId1" Type="http://schemas.openxmlformats.org/officeDocument/2006/relationships/image" Target="../media/image6.GIF"/></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4.xml"/><Relationship Id="rId2" Type="http://schemas.openxmlformats.org/officeDocument/2006/relationships/image" Target="../media/image9.jpeg"/><Relationship Id="rId1" Type="http://schemas.openxmlformats.org/officeDocument/2006/relationships/image" Target="../media/image8.jpe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35.xml"/><Relationship Id="rId2" Type="http://schemas.openxmlformats.org/officeDocument/2006/relationships/image" Target="../media/image11.jpeg"/><Relationship Id="rId1" Type="http://schemas.openxmlformats.org/officeDocument/2006/relationships/image" Target="../media/image10.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35.xml"/><Relationship Id="rId2" Type="http://schemas.openxmlformats.org/officeDocument/2006/relationships/image" Target="../media/image13.jpeg"/><Relationship Id="rId1" Type="http://schemas.openxmlformats.org/officeDocument/2006/relationships/image" Target="../media/image12.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vmlDrawing" Target="../drawings/vmlDrawing1.vml"/><Relationship Id="rId3" Type="http://schemas.openxmlformats.org/officeDocument/2006/relationships/slideLayout" Target="../slideLayouts/slideLayout29.xml"/><Relationship Id="rId2" Type="http://schemas.openxmlformats.org/officeDocument/2006/relationships/image" Target="../media/image14.png"/><Relationship Id="rId1" Type="http://schemas.openxmlformats.org/officeDocument/2006/relationships/oleObject" Target="../embeddings/oleObject1.bin"/></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9.xml"/><Relationship Id="rId1" Type="http://schemas.openxmlformats.org/officeDocument/2006/relationships/image" Target="../media/image15.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9.xml"/><Relationship Id="rId1" Type="http://schemas.openxmlformats.org/officeDocument/2006/relationships/image" Target="../media/image16.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9.xml"/><Relationship Id="rId1" Type="http://schemas.openxmlformats.org/officeDocument/2006/relationships/image" Target="../media/image1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9.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4.xml"/><Relationship Id="rId1" Type="http://schemas.openxmlformats.org/officeDocument/2006/relationships/image" Target="../media/image18.GIF"/></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18434" name="Rectangle 1"/>
          <p:cNvSpPr/>
          <p:nvPr/>
        </p:nvSpPr>
        <p:spPr>
          <a:xfrm>
            <a:off x="0" y="0"/>
            <a:ext cx="9144000" cy="6858000"/>
          </a:xfrm>
          <a:prstGeom prst="rect">
            <a:avLst/>
          </a:prstGeom>
          <a:blipFill rotWithShape="0">
            <a:blip r:embed="rId2"/>
            <a:stretch>
              <a:fillRect/>
            </a:stretch>
          </a:blipFill>
          <a:ln w="9525">
            <a:noFill/>
          </a:ln>
        </p:spPr>
        <p:txBody>
          <a:bodyPr lIns="90000" tIns="73440" rIns="90000" bIns="45000" anchor="ctr" anchorCtr="1"/>
          <a:p>
            <a:pPr defTabSz="449580" eaLnBrk="1" hangingPunct="1">
              <a:lnSpc>
                <a:spcPct val="93000"/>
              </a:lnSpc>
              <a:spcBef>
                <a:spcPts val="50"/>
              </a:spcBef>
              <a:spcAft>
                <a:spcPts val="50"/>
              </a:spcAft>
              <a:buClrTx/>
              <a:buFontTx/>
              <a:tabLst>
                <a:tab pos="0" algn="l"/>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 pos="9434830" algn="l"/>
                <a:tab pos="9883775" algn="l"/>
                <a:tab pos="10333355" algn="l"/>
                <a:tab pos="10782300" algn="l"/>
              </a:tabLst>
            </a:pPr>
            <a:endParaRPr lang="en-IN" altLang="en-US" sz="3200" b="1" dirty="0">
              <a:solidFill>
                <a:srgbClr val="2C3E50"/>
              </a:solidFill>
              <a:latin typeface="Times New Roman" panose="02020603050405020304" pitchFamily="16" charset="0"/>
              <a:cs typeface="Segoe UI" panose="020B0502040204020203" charset="0"/>
            </a:endParaRPr>
          </a:p>
          <a:p>
            <a:pPr defTabSz="449580" eaLnBrk="1" hangingPunct="1">
              <a:lnSpc>
                <a:spcPct val="93000"/>
              </a:lnSpc>
              <a:spcBef>
                <a:spcPts val="50"/>
              </a:spcBef>
              <a:spcAft>
                <a:spcPts val="50"/>
              </a:spcAft>
              <a:buClrTx/>
              <a:buFontTx/>
              <a:tabLst>
                <a:tab pos="0" algn="l"/>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 pos="9434830" algn="l"/>
                <a:tab pos="9883775" algn="l"/>
                <a:tab pos="10333355" algn="l"/>
                <a:tab pos="10782300" algn="l"/>
              </a:tabLst>
            </a:pPr>
            <a:endParaRPr lang="en-IN" altLang="en-US" sz="3200" b="1" dirty="0">
              <a:solidFill>
                <a:srgbClr val="2C3E50"/>
              </a:solidFill>
              <a:latin typeface="Times New Roman" panose="02020603050405020304" pitchFamily="16" charset="0"/>
              <a:cs typeface="Segoe UI" panose="020B0502040204020203" charset="0"/>
            </a:endParaRPr>
          </a:p>
          <a:p>
            <a:pPr defTabSz="449580" eaLnBrk="1" hangingPunct="1">
              <a:lnSpc>
                <a:spcPct val="93000"/>
              </a:lnSpc>
              <a:spcBef>
                <a:spcPts val="50"/>
              </a:spcBef>
              <a:spcAft>
                <a:spcPts val="50"/>
              </a:spcAft>
              <a:buClrTx/>
              <a:buFontTx/>
              <a:tabLst>
                <a:tab pos="0" algn="l"/>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 pos="9434830" algn="l"/>
                <a:tab pos="9883775" algn="l"/>
                <a:tab pos="10333355" algn="l"/>
                <a:tab pos="10782300" algn="l"/>
              </a:tabLst>
            </a:pPr>
            <a:endParaRPr lang="en-IN" altLang="en-US" sz="3200" b="1" dirty="0">
              <a:solidFill>
                <a:srgbClr val="2C3E50"/>
              </a:solidFill>
              <a:latin typeface="Times New Roman" panose="02020603050405020304" pitchFamily="16" charset="0"/>
              <a:cs typeface="Segoe UI" panose="020B0502040204020203" charset="0"/>
            </a:endParaRPr>
          </a:p>
          <a:p>
            <a:pPr defTabSz="449580" eaLnBrk="1" hangingPunct="1">
              <a:spcBef>
                <a:spcPts val="40"/>
              </a:spcBef>
              <a:spcAft>
                <a:spcPts val="40"/>
              </a:spcAft>
              <a:buClrTx/>
              <a:buFontTx/>
              <a:tabLst>
                <a:tab pos="0" algn="l"/>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 pos="9434830" algn="l"/>
                <a:tab pos="9883775" algn="l"/>
                <a:tab pos="10333355" algn="l"/>
                <a:tab pos="10782300" algn="l"/>
              </a:tabLst>
            </a:pPr>
            <a:r>
              <a:rPr lang="en-IN" altLang="en-US" sz="4400" b="1" dirty="0">
                <a:solidFill>
                  <a:srgbClr val="2C3E50"/>
                </a:solidFill>
                <a:latin typeface="Times New Roman" panose="02020603050405020304" pitchFamily="16" charset="0"/>
                <a:cs typeface="Segoe UI" panose="020B0502040204020203" charset="0"/>
              </a:rPr>
              <a:t> INTRODUCTION TO ANTENNA AND WAVE PROPAGATION</a:t>
            </a:r>
            <a:endParaRPr lang="en-IN" altLang="en-US" sz="4400" b="1" dirty="0">
              <a:solidFill>
                <a:srgbClr val="2C3E50"/>
              </a:solidFill>
              <a:latin typeface="Times New Roman" panose="02020603050405020304" pitchFamily="16" charset="0"/>
              <a:cs typeface="Segoe UI" panose="020B0502040204020203" charset="0"/>
            </a:endParaRPr>
          </a:p>
          <a:p>
            <a:pPr defTabSz="449580" eaLnBrk="1" hangingPunct="1">
              <a:lnSpc>
                <a:spcPct val="93000"/>
              </a:lnSpc>
              <a:spcBef>
                <a:spcPts val="50"/>
              </a:spcBef>
              <a:spcAft>
                <a:spcPts val="50"/>
              </a:spcAft>
              <a:buClrTx/>
              <a:buFontTx/>
              <a:tabLst>
                <a:tab pos="0" algn="l"/>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 pos="9434830" algn="l"/>
                <a:tab pos="9883775" algn="l"/>
                <a:tab pos="10333355" algn="l"/>
                <a:tab pos="10782300" algn="l"/>
              </a:tabLst>
            </a:pPr>
            <a:endParaRPr lang="en-IN" altLang="en-US" sz="2200" b="1" dirty="0">
              <a:solidFill>
                <a:srgbClr val="2C3E50"/>
              </a:solidFill>
              <a:latin typeface="Times New Roman" panose="02020603050405020304" pitchFamily="16" charset="0"/>
              <a:cs typeface="Segoe UI" panose="020B0502040204020203" charset="0"/>
            </a:endParaRPr>
          </a:p>
          <a:p>
            <a:pPr defTabSz="449580" eaLnBrk="1" hangingPunct="1">
              <a:lnSpc>
                <a:spcPct val="93000"/>
              </a:lnSpc>
              <a:spcBef>
                <a:spcPts val="50"/>
              </a:spcBef>
              <a:spcAft>
                <a:spcPts val="50"/>
              </a:spcAft>
              <a:buClrTx/>
              <a:buFontTx/>
              <a:tabLst>
                <a:tab pos="0" algn="l"/>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 pos="9434830" algn="l"/>
                <a:tab pos="9883775" algn="l"/>
                <a:tab pos="10333355" algn="l"/>
                <a:tab pos="10782300" algn="l"/>
              </a:tabLst>
            </a:pPr>
            <a:r>
              <a:rPr lang="en-IN" altLang="en-US" sz="2200" b="1" dirty="0">
                <a:solidFill>
                  <a:srgbClr val="2C3E50"/>
                </a:solidFill>
                <a:latin typeface="Times New Roman" panose="02020603050405020304" pitchFamily="16" charset="0"/>
                <a:cs typeface="Segoe UI" panose="020B0502040204020203" charset="0"/>
              </a:rPr>
              <a:t>    </a:t>
            </a:r>
            <a:endParaRPr lang="en-IN" altLang="en-US" sz="2200" b="1" dirty="0">
              <a:solidFill>
                <a:srgbClr val="2C3E50"/>
              </a:solidFill>
              <a:latin typeface="Times New Roman" panose="02020603050405020304" pitchFamily="16" charset="0"/>
              <a:cs typeface="Segoe UI" panose="020B0502040204020203" charset="0"/>
            </a:endParaRPr>
          </a:p>
          <a:p>
            <a:pPr defTabSz="449580" eaLnBrk="1" hangingPunct="1">
              <a:lnSpc>
                <a:spcPct val="93000"/>
              </a:lnSpc>
              <a:spcBef>
                <a:spcPts val="50"/>
              </a:spcBef>
              <a:spcAft>
                <a:spcPts val="50"/>
              </a:spcAft>
              <a:buClrTx/>
              <a:buFontTx/>
              <a:tabLst>
                <a:tab pos="0" algn="l"/>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 pos="9434830" algn="l"/>
                <a:tab pos="9883775" algn="l"/>
                <a:tab pos="10333355" algn="l"/>
                <a:tab pos="10782300" algn="l"/>
              </a:tabLst>
            </a:pPr>
            <a:endParaRPr lang="en-IN" altLang="en-US" sz="2200" b="1" dirty="0">
              <a:solidFill>
                <a:srgbClr val="2C3E50"/>
              </a:solidFill>
              <a:latin typeface="Times New Roman" panose="02020603050405020304" pitchFamily="16" charset="0"/>
              <a:cs typeface="Segoe UI" panose="020B0502040204020203" charset="0"/>
            </a:endParaRPr>
          </a:p>
          <a:p>
            <a:pPr defTabSz="449580" eaLnBrk="1" hangingPunct="1">
              <a:lnSpc>
                <a:spcPct val="93000"/>
              </a:lnSpc>
              <a:spcBef>
                <a:spcPts val="50"/>
              </a:spcBef>
              <a:spcAft>
                <a:spcPts val="50"/>
              </a:spcAft>
              <a:buClrTx/>
              <a:buFontTx/>
              <a:tabLst>
                <a:tab pos="0" algn="l"/>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 pos="9434830" algn="l"/>
                <a:tab pos="9883775" algn="l"/>
                <a:tab pos="10333355" algn="l"/>
                <a:tab pos="10782300" algn="l"/>
              </a:tabLst>
            </a:pPr>
            <a:r>
              <a:rPr lang="en-IN" altLang="en-US" sz="2200" b="1" dirty="0">
                <a:solidFill>
                  <a:srgbClr val="2C3E50"/>
                </a:solidFill>
                <a:latin typeface="Times New Roman" panose="02020603050405020304" pitchFamily="16" charset="0"/>
                <a:cs typeface="Segoe UI" panose="020B0502040204020203" charset="0"/>
              </a:rPr>
              <a:t>                                                        </a:t>
            </a:r>
            <a:r>
              <a:rPr lang="en-IN" altLang="en-US" sz="1600" b="1" dirty="0">
                <a:solidFill>
                  <a:srgbClr val="2C3E50"/>
                </a:solidFill>
                <a:latin typeface="Times New Roman" panose="02020603050405020304" pitchFamily="16" charset="0"/>
                <a:cs typeface="Segoe UI" panose="020B0502040204020203" charset="0"/>
              </a:rPr>
              <a:t>PREPARED BY</a:t>
            </a:r>
            <a:endParaRPr lang="en-IN" altLang="en-US" sz="1600" b="1" dirty="0">
              <a:solidFill>
                <a:srgbClr val="2C3E50"/>
              </a:solidFill>
              <a:latin typeface="Times New Roman" panose="02020603050405020304" pitchFamily="16" charset="0"/>
              <a:cs typeface="Segoe UI" panose="020B0502040204020203" charset="0"/>
            </a:endParaRPr>
          </a:p>
          <a:p>
            <a:pPr defTabSz="449580" eaLnBrk="1" hangingPunct="1">
              <a:lnSpc>
                <a:spcPct val="93000"/>
              </a:lnSpc>
              <a:spcBef>
                <a:spcPts val="50"/>
              </a:spcBef>
              <a:spcAft>
                <a:spcPts val="50"/>
              </a:spcAft>
              <a:buClrTx/>
              <a:buFontTx/>
              <a:tabLst>
                <a:tab pos="0" algn="l"/>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 pos="9434830" algn="l"/>
                <a:tab pos="9883775" algn="l"/>
                <a:tab pos="10333355" algn="l"/>
                <a:tab pos="10782300" algn="l"/>
              </a:tabLst>
            </a:pPr>
            <a:r>
              <a:rPr lang="en-IN" altLang="en-US" sz="1600" dirty="0">
                <a:solidFill>
                  <a:srgbClr val="2C3E50"/>
                </a:solidFill>
                <a:latin typeface="Times New Roman" panose="02020603050405020304" pitchFamily="16" charset="0"/>
                <a:cs typeface="Segoe UI" panose="020B0502040204020203" charset="0"/>
              </a:rPr>
              <a:t>                                                                              SUBASH P                  (927621BEC213)</a:t>
            </a:r>
            <a:endParaRPr lang="en-IN" altLang="en-US" sz="1600" dirty="0">
              <a:solidFill>
                <a:srgbClr val="2C3E50"/>
              </a:solidFill>
              <a:latin typeface="Times New Roman" panose="02020603050405020304" pitchFamily="16" charset="0"/>
              <a:cs typeface="Segoe UI" panose="020B0502040204020203" charset="0"/>
            </a:endParaRPr>
          </a:p>
          <a:p>
            <a:pPr defTabSz="449580" eaLnBrk="1" hangingPunct="1">
              <a:lnSpc>
                <a:spcPct val="93000"/>
              </a:lnSpc>
              <a:spcBef>
                <a:spcPts val="50"/>
              </a:spcBef>
              <a:spcAft>
                <a:spcPts val="50"/>
              </a:spcAft>
              <a:buClrTx/>
              <a:buFontTx/>
              <a:tabLst>
                <a:tab pos="0" algn="l"/>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 pos="9434830" algn="l"/>
                <a:tab pos="9883775" algn="l"/>
                <a:tab pos="10333355" algn="l"/>
                <a:tab pos="10782300" algn="l"/>
              </a:tabLst>
            </a:pPr>
            <a:r>
              <a:rPr lang="en-IN" altLang="en-US" sz="1600" dirty="0">
                <a:solidFill>
                  <a:srgbClr val="2C3E50"/>
                </a:solidFill>
                <a:latin typeface="Times New Roman" panose="02020603050405020304" pitchFamily="16" charset="0"/>
                <a:cs typeface="Segoe UI" panose="020B0502040204020203" charset="0"/>
              </a:rPr>
              <a:t>                                                                              TEJ NITHISH S          (927621BEC226)</a:t>
            </a:r>
            <a:endParaRPr lang="en-IN" altLang="en-US" sz="1600" dirty="0">
              <a:solidFill>
                <a:srgbClr val="2C3E50"/>
              </a:solidFill>
              <a:latin typeface="Times New Roman" panose="02020603050405020304" pitchFamily="16" charset="0"/>
              <a:cs typeface="Segoe UI" panose="020B0502040204020203" charset="0"/>
            </a:endParaRPr>
          </a:p>
          <a:p>
            <a:pPr defTabSz="449580" eaLnBrk="1" hangingPunct="1">
              <a:lnSpc>
                <a:spcPct val="93000"/>
              </a:lnSpc>
              <a:spcBef>
                <a:spcPts val="50"/>
              </a:spcBef>
              <a:spcAft>
                <a:spcPts val="50"/>
              </a:spcAft>
              <a:buClrTx/>
              <a:buFontTx/>
              <a:tabLst>
                <a:tab pos="0" algn="l"/>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 pos="9434830" algn="l"/>
                <a:tab pos="9883775" algn="l"/>
                <a:tab pos="10333355" algn="l"/>
                <a:tab pos="10782300" algn="l"/>
              </a:tabLst>
            </a:pPr>
            <a:r>
              <a:rPr lang="en-IN" altLang="en-US" sz="1600" dirty="0">
                <a:solidFill>
                  <a:srgbClr val="2C3E50"/>
                </a:solidFill>
                <a:latin typeface="Times New Roman" panose="02020603050405020304" pitchFamily="16" charset="0"/>
                <a:cs typeface="Segoe UI" panose="020B0502040204020203" charset="0"/>
              </a:rPr>
              <a:t>                                                                              VENKAT RAMAN P  (927621BEC238)</a:t>
            </a:r>
            <a:endParaRPr lang="en-IN" altLang="en-US" sz="1600" dirty="0">
              <a:solidFill>
                <a:srgbClr val="2C3E50"/>
              </a:solidFill>
              <a:latin typeface="Times New Roman" panose="02020603050405020304" pitchFamily="16" charset="0"/>
              <a:cs typeface="Segoe UI" panose="020B0502040204020203" charset="0"/>
            </a:endParaRPr>
          </a:p>
          <a:p>
            <a:pPr defTabSz="449580" eaLnBrk="1" hangingPunct="1">
              <a:lnSpc>
                <a:spcPct val="93000"/>
              </a:lnSpc>
              <a:spcBef>
                <a:spcPts val="50"/>
              </a:spcBef>
              <a:spcAft>
                <a:spcPts val="50"/>
              </a:spcAft>
              <a:buClrTx/>
              <a:buFontTx/>
              <a:tabLst>
                <a:tab pos="0" algn="l"/>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 pos="9434830" algn="l"/>
                <a:tab pos="9883775" algn="l"/>
                <a:tab pos="10333355" algn="l"/>
                <a:tab pos="10782300" algn="l"/>
              </a:tabLst>
            </a:pPr>
            <a:r>
              <a:rPr lang="en-IN" altLang="en-US" sz="1600" dirty="0">
                <a:solidFill>
                  <a:srgbClr val="2C3E50"/>
                </a:solidFill>
                <a:latin typeface="Times New Roman" panose="02020603050405020304" pitchFamily="16" charset="0"/>
                <a:cs typeface="Segoe UI" panose="020B0502040204020203" charset="0"/>
              </a:rPr>
              <a:t>                                                                              YOGESHWARAN S    (927621BEC246)</a:t>
            </a:r>
            <a:endParaRPr lang="en-IN" altLang="en-US" sz="1600" dirty="0">
              <a:solidFill>
                <a:srgbClr val="2C3E50"/>
              </a:solidFill>
              <a:latin typeface="Times New Roman" panose="02020603050405020304" pitchFamily="16" charset="0"/>
              <a:ea typeface="Segoe UI" panose="020B0502040204020203" charset="0"/>
            </a:endParaRPr>
          </a:p>
        </p:txBody>
      </p:sp>
      <p:pic>
        <p:nvPicPr>
          <p:cNvPr id="18435" name="Picture 2"/>
          <p:cNvPicPr>
            <a:picLocks noChangeAspect="1"/>
          </p:cNvPicPr>
          <p:nvPr/>
        </p:nvPicPr>
        <p:blipFill>
          <a:blip r:embed="rId1"/>
          <a:stretch>
            <a:fillRect/>
          </a:stretch>
        </p:blipFill>
        <p:spPr>
          <a:xfrm>
            <a:off x="6659563" y="214313"/>
            <a:ext cx="2487612" cy="1404937"/>
          </a:xfrm>
          <a:prstGeom prst="rect">
            <a:avLst/>
          </a:prstGeom>
          <a:noFill/>
          <a:ln w="9525">
            <a:noFill/>
          </a:ln>
        </p:spPr>
      </p:pic>
      <p:pic>
        <p:nvPicPr>
          <p:cNvPr id="18436" name="Picture 3"/>
          <p:cNvPicPr>
            <a:picLocks noChangeAspect="1"/>
          </p:cNvPicPr>
          <p:nvPr/>
        </p:nvPicPr>
        <p:blipFill>
          <a:blip r:embed="rId3"/>
          <a:stretch>
            <a:fillRect/>
          </a:stretch>
        </p:blipFill>
        <p:spPr>
          <a:xfrm>
            <a:off x="488950" y="206375"/>
            <a:ext cx="3265488" cy="1498600"/>
          </a:xfrm>
          <a:prstGeom prst="rect">
            <a:avLst/>
          </a:prstGeom>
          <a:noFill/>
          <a:ln w="9525">
            <a:noFill/>
          </a:ln>
        </p:spPr>
      </p:pic>
      <p:sp>
        <p:nvSpPr>
          <p:cNvPr id="18437" name="Text Box 4"/>
          <p:cNvSpPr txBox="1"/>
          <p:nvPr/>
        </p:nvSpPr>
        <p:spPr>
          <a:xfrm>
            <a:off x="512763" y="4354513"/>
            <a:ext cx="2187575" cy="806450"/>
          </a:xfrm>
          <a:prstGeom prst="rect">
            <a:avLst/>
          </a:prstGeom>
          <a:noFill/>
          <a:ln w="9525">
            <a:noFill/>
          </a:ln>
        </p:spPr>
        <p:txBody>
          <a:bodyPr lIns="90000" tIns="45000" rIns="90000" bIns="45000" anchor="ctr" anchorCtr="0"/>
          <a:p>
            <a:pPr defTabSz="449580" eaLnBrk="1" hangingPunct="1">
              <a:spcBef>
                <a:spcPts val="50"/>
              </a:spcBef>
              <a:spcAft>
                <a:spcPts val="50"/>
              </a:spcAft>
              <a:buClrTx/>
              <a:buFontTx/>
              <a:tabLst>
                <a:tab pos="0" algn="l"/>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 pos="9434830" algn="l"/>
                <a:tab pos="9883775" algn="l"/>
                <a:tab pos="10333355" algn="l"/>
                <a:tab pos="10782300" algn="l"/>
              </a:tabLst>
            </a:pPr>
            <a:r>
              <a:rPr lang="en-IN" altLang="en-US" sz="1600" b="1" dirty="0">
                <a:solidFill>
                  <a:srgbClr val="2C3E50"/>
                </a:solidFill>
                <a:latin typeface="Times New Roman" panose="02020603050405020304" pitchFamily="16" charset="0"/>
                <a:cs typeface="Segoe UI" panose="020B0502040204020203" charset="0"/>
              </a:rPr>
              <a:t>GUIDED BY</a:t>
            </a:r>
            <a:endParaRPr lang="en-IN" altLang="en-US" sz="1600" b="1" dirty="0">
              <a:solidFill>
                <a:srgbClr val="2C3E50"/>
              </a:solidFill>
              <a:latin typeface="Times New Roman" panose="02020603050405020304" pitchFamily="16" charset="0"/>
              <a:cs typeface="Segoe UI" panose="020B0502040204020203" charset="0"/>
            </a:endParaRPr>
          </a:p>
          <a:p>
            <a:pPr defTabSz="449580" eaLnBrk="1" hangingPunct="1">
              <a:spcBef>
                <a:spcPts val="50"/>
              </a:spcBef>
              <a:spcAft>
                <a:spcPts val="50"/>
              </a:spcAft>
              <a:buClrTx/>
              <a:buFontTx/>
              <a:tabLst>
                <a:tab pos="0" algn="l"/>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 pos="9434830" algn="l"/>
                <a:tab pos="9883775" algn="l"/>
                <a:tab pos="10333355" algn="l"/>
                <a:tab pos="10782300" algn="l"/>
              </a:tabLst>
            </a:pPr>
            <a:r>
              <a:rPr lang="en-IN" altLang="en-US" sz="1600" dirty="0">
                <a:solidFill>
                  <a:srgbClr val="2C3E50"/>
                </a:solidFill>
                <a:latin typeface="Times New Roman" panose="02020603050405020304" pitchFamily="16" charset="0"/>
                <a:cs typeface="Segoe UI" panose="020B0502040204020203" charset="0"/>
              </a:rPr>
              <a:t>Mrs.T.ABIRAMI</a:t>
            </a:r>
            <a:endParaRPr lang="en-IN" altLang="en-US" sz="1600" dirty="0">
              <a:solidFill>
                <a:srgbClr val="2C3E50"/>
              </a:solidFill>
              <a:latin typeface="Times New Roman" panose="02020603050405020304" pitchFamily="16" charset="0"/>
              <a:cs typeface="Segoe UI" panose="020B0502040204020203" charset="0"/>
            </a:endParaRPr>
          </a:p>
          <a:p>
            <a:pPr defTabSz="449580" eaLnBrk="1" hangingPunct="1">
              <a:spcBef>
                <a:spcPts val="50"/>
              </a:spcBef>
              <a:spcAft>
                <a:spcPts val="50"/>
              </a:spcAft>
              <a:buClrTx/>
              <a:buFontTx/>
              <a:tabLst>
                <a:tab pos="0" algn="l"/>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 pos="9434830" algn="l"/>
                <a:tab pos="9883775" algn="l"/>
                <a:tab pos="10333355" algn="l"/>
                <a:tab pos="10782300" algn="l"/>
              </a:tabLst>
            </a:pPr>
            <a:r>
              <a:rPr lang="en-IN" altLang="en-US" sz="1600" dirty="0">
                <a:solidFill>
                  <a:srgbClr val="2C3E50"/>
                </a:solidFill>
                <a:latin typeface="Times New Roman" panose="02020603050405020304" pitchFamily="16" charset="0"/>
                <a:cs typeface="Segoe UI" panose="020B0502040204020203" charset="0"/>
              </a:rPr>
              <a:t>(Assistant professor)</a:t>
            </a:r>
            <a:endParaRPr lang="en-IN" altLang="en-US" sz="1600" dirty="0">
              <a:solidFill>
                <a:srgbClr val="2C3E50"/>
              </a:solidFill>
              <a:latin typeface="Times New Roman" panose="02020603050405020304" pitchFamily="16" charset="0"/>
              <a:ea typeface="Segoe UI" panose="020B0502040204020203" charset="0"/>
            </a:endParaRPr>
          </a:p>
        </p:txBody>
      </p:sp>
      <p:pic>
        <p:nvPicPr>
          <p:cNvPr id="18438" name="Picture 5"/>
          <p:cNvPicPr>
            <a:picLocks noChangeAspect="1"/>
          </p:cNvPicPr>
          <p:nvPr/>
        </p:nvPicPr>
        <p:blipFill>
          <a:blip r:embed="rId4"/>
          <a:stretch>
            <a:fillRect/>
          </a:stretch>
        </p:blipFill>
        <p:spPr>
          <a:xfrm>
            <a:off x="4500563" y="358775"/>
            <a:ext cx="1800225" cy="1260475"/>
          </a:xfrm>
          <a:prstGeom prst="rect">
            <a:avLst/>
          </a:prstGeom>
          <a:noFill/>
          <a:ln w="9525">
            <a:noFill/>
          </a:ln>
        </p:spPr>
      </p:pic>
    </p:spTree>
  </p:cSld>
  <p:clrMapOvr>
    <a:masterClrMapping/>
  </p:clrMapOvr>
  <p:transition spd="slow">
    <p:wheel spokes="8"/>
  </p:transition>
  <p:timing>
    <p:tnLst>
      <p:par>
        <p:cTn id="1" dur="indefinite"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9217" name="Rectangle 1"/>
          <p:cNvSpPr>
            <a:spLocks noGrp="1" noChangeArrowheads="1"/>
          </p:cNvSpPr>
          <p:nvPr>
            <p:ph type="title"/>
          </p:nvPr>
        </p:nvSpPr>
        <p:spPr>
          <a:xfrm>
            <a:off x="990600" y="1828800"/>
            <a:ext cx="7772400" cy="1143000"/>
          </a:xfrm>
        </p:spPr>
        <p:txBody>
          <a:bodyPr vert="horz" lIns="91440" tIns="45720" rIns="91440" bIns="45720" rtlCol="0" anchor="b">
            <a:normAutofit/>
          </a:bodyPr>
          <a:lstStyle/>
          <a:p>
            <a:pPr marL="0" marR="0" lvl="0" indent="0" algn="l" defTabSz="914400" rtl="0" eaLnBrk="1" fontAlgn="auto" latinLnBrk="0" hangingPunct="1">
              <a:lnSpc>
                <a:spcPct val="85000"/>
              </a:lnSpc>
              <a:spcBef>
                <a:spcPct val="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2720" algn="l"/>
                <a:tab pos="10782300" algn="l"/>
              </a:tabLst>
              <a:defRPr/>
            </a:pPr>
            <a:r>
              <a:rPr kumimoji="0" lang="en-IN" altLang="en-US" sz="4800" b="0" i="0" u="none" strike="noStrike" kern="1200" cap="none" spc="-50" normalizeH="0" baseline="0" noProof="0">
                <a:ln>
                  <a:noFill/>
                </a:ln>
                <a:solidFill>
                  <a:schemeClr val="tx1">
                    <a:lumMod val="75000"/>
                    <a:lumOff val="25000"/>
                  </a:schemeClr>
                </a:solidFill>
                <a:effectLst/>
                <a:uLnTx/>
                <a:uFillTx/>
                <a:latin typeface="Times New Roman" panose="02020603050405020304" pitchFamily="16" charset="0"/>
                <a:ea typeface="+mj-ea"/>
                <a:cs typeface="+mj-cs"/>
              </a:rPr>
              <a:t>Antenna and Wave Propagation</a:t>
            </a:r>
            <a:endParaRPr kumimoji="0" lang="en-IN" altLang="en-US" sz="4800" b="0" i="0" u="none" strike="noStrike" kern="1200" cap="none" spc="-50" normalizeH="0" baseline="0" noProof="0">
              <a:ln>
                <a:noFill/>
              </a:ln>
              <a:solidFill>
                <a:schemeClr val="tx1">
                  <a:lumMod val="75000"/>
                  <a:lumOff val="25000"/>
                </a:schemeClr>
              </a:solidFill>
              <a:effectLst/>
              <a:uLnTx/>
              <a:uFillTx/>
              <a:latin typeface="Times New Roman" panose="02020603050405020304" pitchFamily="16" charset="0"/>
              <a:ea typeface="+mj-ea"/>
              <a:cs typeface="+mj-cs"/>
            </a:endParaRPr>
          </a:p>
        </p:txBody>
      </p:sp>
      <p:pic>
        <p:nvPicPr>
          <p:cNvPr id="20483" name="Picture 2"/>
          <p:cNvPicPr>
            <a:picLocks noChangeAspect="1"/>
          </p:cNvPicPr>
          <p:nvPr/>
        </p:nvPicPr>
        <p:blipFill>
          <a:blip r:embed="rId1"/>
          <a:stretch>
            <a:fillRect/>
          </a:stretch>
        </p:blipFill>
        <p:spPr>
          <a:xfrm>
            <a:off x="5580063" y="3779838"/>
            <a:ext cx="1979612" cy="2176462"/>
          </a:xfrm>
          <a:prstGeom prst="rect">
            <a:avLst/>
          </a:prstGeom>
          <a:noFill/>
          <a:ln w="9525">
            <a:noFill/>
          </a:ln>
        </p:spPr>
      </p:pic>
      <p:pic>
        <p:nvPicPr>
          <p:cNvPr id="20484" name="Picture 3"/>
          <p:cNvPicPr>
            <a:picLocks noChangeAspect="1"/>
          </p:cNvPicPr>
          <p:nvPr/>
        </p:nvPicPr>
        <p:blipFill>
          <a:blip r:embed="rId2"/>
          <a:stretch>
            <a:fillRect/>
          </a:stretch>
        </p:blipFill>
        <p:spPr>
          <a:xfrm>
            <a:off x="752475" y="3841750"/>
            <a:ext cx="3748088" cy="2516188"/>
          </a:xfrm>
          <a:prstGeom prst="rect">
            <a:avLst/>
          </a:prstGeom>
          <a:noFill/>
          <a:ln w="9525">
            <a:noFill/>
          </a:ln>
        </p:spPr>
      </p:pic>
    </p:spTree>
  </p:cSld>
  <p:clrMapOvr>
    <a:masterClrMapping/>
  </p:clrMapOvr>
  <p:transition spd="slow"/>
  <p:timing>
    <p:tnLst>
      <p:par>
        <p:cTn id="1" dur="indefinite"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0241" name="Rectangle 1"/>
          <p:cNvSpPr>
            <a:spLocks noGrp="1" noChangeArrowheads="1"/>
          </p:cNvSpPr>
          <p:nvPr>
            <p:ph type="title"/>
          </p:nvPr>
        </p:nvSpPr>
        <p:spPr>
          <a:xfrm>
            <a:off x="1150938" y="152400"/>
            <a:ext cx="7791450" cy="1141413"/>
          </a:xfrm>
        </p:spPr>
        <p:txBody>
          <a:bodyPr vert="horz" lIns="91440" tIns="45720" rIns="91440" bIns="45720" rtlCol="0" anchor="b">
            <a:normAutofit/>
          </a:bodyPr>
          <a:lstStyle/>
          <a:p>
            <a:pPr marL="0" marR="0" lvl="0" indent="0" algn="l" defTabSz="914400" rtl="0" eaLnBrk="1" fontAlgn="auto" latinLnBrk="0" hangingPunct="1">
              <a:lnSpc>
                <a:spcPct val="85000"/>
              </a:lnSpc>
              <a:spcBef>
                <a:spcPct val="0"/>
              </a:spcBef>
              <a:spcAft>
                <a:spcPts val="0"/>
              </a:spcAft>
              <a:buClrTx/>
              <a:buSzTx/>
              <a:buFontTx/>
              <a:buNone/>
              <a:tabLst>
                <a:tab pos="0" algn="l"/>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 pos="9434195" algn="l"/>
                <a:tab pos="9883775" algn="l"/>
                <a:tab pos="10332720" algn="l"/>
                <a:tab pos="10782300" algn="l"/>
              </a:tabLst>
              <a:defRPr/>
            </a:pPr>
            <a:r>
              <a:rPr kumimoji="0" lang="en-IN" altLang="en-US" sz="4800" b="0" i="0" u="none" strike="noStrike" kern="1200" cap="none" spc="-50" normalizeH="0" baseline="0" noProof="0">
                <a:ln>
                  <a:noFill/>
                </a:ln>
                <a:solidFill>
                  <a:schemeClr val="tx1">
                    <a:lumMod val="75000"/>
                    <a:lumOff val="25000"/>
                  </a:schemeClr>
                </a:solidFill>
                <a:effectLst/>
                <a:uLnTx/>
                <a:uFillTx/>
                <a:latin typeface="+mj-lt"/>
                <a:ea typeface="+mj-ea"/>
                <a:cs typeface="+mj-cs"/>
              </a:rPr>
              <a:t>History </a:t>
            </a:r>
            <a:endParaRPr kumimoji="0" lang="en-IN" altLang="en-US" sz="4800" b="0" i="0" u="none" strike="noStrike" kern="1200" cap="none" spc="-50" normalizeH="0" baseline="0" noProof="0">
              <a:ln>
                <a:noFill/>
              </a:ln>
              <a:solidFill>
                <a:schemeClr val="tx1">
                  <a:lumMod val="75000"/>
                  <a:lumOff val="25000"/>
                </a:schemeClr>
              </a:solidFill>
              <a:effectLst/>
              <a:uLnTx/>
              <a:uFillTx/>
              <a:latin typeface="+mj-lt"/>
              <a:ea typeface="+mj-ea"/>
              <a:cs typeface="+mj-cs"/>
            </a:endParaRPr>
          </a:p>
        </p:txBody>
      </p:sp>
      <p:sp>
        <p:nvSpPr>
          <p:cNvPr id="22531" name="Rectangle 2"/>
          <p:cNvSpPr>
            <a:spLocks noGrp="1"/>
          </p:cNvSpPr>
          <p:nvPr>
            <p:ph idx="1"/>
          </p:nvPr>
        </p:nvSpPr>
        <p:spPr>
          <a:xfrm>
            <a:off x="1182688" y="1552575"/>
            <a:ext cx="7770812" cy="4113213"/>
          </a:xfrm>
          <a:ln/>
        </p:spPr>
        <p:txBody>
          <a:bodyPr vert="horz" wrap="square" lIns="0" tIns="45720" rIns="0" bIns="45720" anchor="t" anchorCtr="0"/>
          <a:p>
            <a:pPr defTabSz="914400">
              <a:buClrTx/>
              <a:buFontTx/>
              <a:buNone/>
              <a:tabLst>
                <a:tab pos="0" algn="l"/>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 pos="9434830" algn="l"/>
                <a:tab pos="9883775" algn="l"/>
                <a:tab pos="10333355" algn="l"/>
                <a:tab pos="10782300" algn="l"/>
              </a:tabLst>
            </a:pPr>
            <a:r>
              <a:rPr lang="en-IN" altLang="en-US" sz="2800" dirty="0">
                <a:latin typeface="Times New Roman" panose="02020603050405020304" pitchFamily="16" charset="0"/>
              </a:rPr>
              <a:t>The first antennas were built in 1888 by German</a:t>
            </a:r>
            <a:endParaRPr lang="en-IN" altLang="en-US" sz="2800" dirty="0">
              <a:latin typeface="Times New Roman" panose="02020603050405020304" pitchFamily="16" charset="0"/>
            </a:endParaRPr>
          </a:p>
          <a:p>
            <a:pPr defTabSz="914400">
              <a:buClrTx/>
              <a:buFontTx/>
              <a:buNone/>
              <a:tabLst>
                <a:tab pos="0" algn="l"/>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 pos="9434830" algn="l"/>
                <a:tab pos="9883775" algn="l"/>
                <a:tab pos="10333355" algn="l"/>
                <a:tab pos="10782300" algn="l"/>
              </a:tabLst>
            </a:pPr>
            <a:r>
              <a:rPr lang="en-IN" altLang="en-US" sz="2800" dirty="0">
                <a:latin typeface="Times New Roman" panose="02020603050405020304" pitchFamily="16" charset="0"/>
              </a:rPr>
              <a:t>physicist Heinrich Hertz.</a:t>
            </a:r>
            <a:endParaRPr lang="en-IN" altLang="en-US" sz="2800" dirty="0">
              <a:latin typeface="Times New Roman" panose="02020603050405020304" pitchFamily="16" charset="0"/>
            </a:endParaRPr>
          </a:p>
        </p:txBody>
      </p:sp>
      <p:pic>
        <p:nvPicPr>
          <p:cNvPr id="22532" name="Picture 3"/>
          <p:cNvPicPr>
            <a:picLocks noChangeAspect="1"/>
          </p:cNvPicPr>
          <p:nvPr/>
        </p:nvPicPr>
        <p:blipFill>
          <a:blip r:embed="rId1"/>
          <a:stretch>
            <a:fillRect/>
          </a:stretch>
        </p:blipFill>
        <p:spPr>
          <a:xfrm>
            <a:off x="5040313" y="3060700"/>
            <a:ext cx="2805112" cy="2700338"/>
          </a:xfrm>
          <a:prstGeom prst="rect">
            <a:avLst/>
          </a:prstGeom>
          <a:noFill/>
          <a:ln w="9525">
            <a:noFill/>
          </a:ln>
        </p:spPr>
      </p:pic>
      <p:pic>
        <p:nvPicPr>
          <p:cNvPr id="22533" name="Picture 4"/>
          <p:cNvPicPr>
            <a:picLocks noChangeAspect="1"/>
          </p:cNvPicPr>
          <p:nvPr/>
        </p:nvPicPr>
        <p:blipFill>
          <a:blip r:embed="rId2"/>
          <a:stretch>
            <a:fillRect/>
          </a:stretch>
        </p:blipFill>
        <p:spPr>
          <a:xfrm>
            <a:off x="1800225" y="3014663"/>
            <a:ext cx="2339975" cy="2651125"/>
          </a:xfrm>
          <a:prstGeom prst="rect">
            <a:avLst/>
          </a:prstGeom>
          <a:noFill/>
          <a:ln w="9525">
            <a:noFill/>
          </a:ln>
        </p:spPr>
      </p:pic>
    </p:spTree>
  </p:cSld>
  <p:clrMapOvr>
    <a:masterClrMapping/>
  </p:clrMapOvr>
  <p:transition spd="slow"/>
  <p:timing>
    <p:tnLst>
      <p:par>
        <p:cTn id="1" dur="indefinite"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1265" name="Rectangle 1"/>
          <p:cNvSpPr>
            <a:spLocks noGrp="1" noChangeArrowheads="1"/>
          </p:cNvSpPr>
          <p:nvPr>
            <p:ph type="title"/>
          </p:nvPr>
        </p:nvSpPr>
        <p:spPr>
          <a:xfrm>
            <a:off x="1150938" y="152400"/>
            <a:ext cx="7791450" cy="1141413"/>
          </a:xfrm>
        </p:spPr>
        <p:txBody>
          <a:bodyPr vert="horz" lIns="91440" tIns="45720" rIns="91440" bIns="45720" rtlCol="0" anchor="b">
            <a:normAutofit/>
          </a:bodyPr>
          <a:lstStyle/>
          <a:p>
            <a:pPr marL="0" marR="0" lvl="0" indent="0" algn="l" defTabSz="914400" rtl="0" eaLnBrk="1" fontAlgn="auto" latinLnBrk="0" hangingPunct="1">
              <a:lnSpc>
                <a:spcPct val="85000"/>
              </a:lnSpc>
              <a:spcBef>
                <a:spcPct val="0"/>
              </a:spcBef>
              <a:spcAft>
                <a:spcPts val="0"/>
              </a:spcAft>
              <a:buClrTx/>
              <a:buSzTx/>
              <a:buFontTx/>
              <a:buNone/>
              <a:tabLst>
                <a:tab pos="0" algn="l"/>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 pos="9434195" algn="l"/>
                <a:tab pos="9883775" algn="l"/>
                <a:tab pos="10332720" algn="l"/>
                <a:tab pos="10782300" algn="l"/>
              </a:tabLst>
              <a:defRPr/>
            </a:pPr>
            <a:r>
              <a:rPr kumimoji="0" lang="en-IN" altLang="en-US" sz="4800" b="0" i="0" u="none" strike="noStrike" kern="1200" cap="none" spc="-50" normalizeH="0" baseline="0" noProof="0">
                <a:ln>
                  <a:noFill/>
                </a:ln>
                <a:solidFill>
                  <a:schemeClr val="tx1">
                    <a:lumMod val="75000"/>
                    <a:lumOff val="25000"/>
                  </a:schemeClr>
                </a:solidFill>
                <a:effectLst/>
                <a:uLnTx/>
                <a:uFillTx/>
                <a:latin typeface="+mj-lt"/>
                <a:ea typeface="+mj-ea"/>
                <a:cs typeface="+mj-cs"/>
              </a:rPr>
              <a:t>History</a:t>
            </a:r>
            <a:endParaRPr kumimoji="0" lang="en-IN" altLang="en-US" sz="4800" b="0" i="0" u="none" strike="noStrike" kern="1200" cap="none" spc="-50" normalizeH="0" baseline="0" noProof="0">
              <a:ln>
                <a:noFill/>
              </a:ln>
              <a:solidFill>
                <a:schemeClr val="tx1">
                  <a:lumMod val="75000"/>
                  <a:lumOff val="25000"/>
                </a:schemeClr>
              </a:solidFill>
              <a:effectLst/>
              <a:uLnTx/>
              <a:uFillTx/>
              <a:latin typeface="+mj-lt"/>
              <a:ea typeface="+mj-ea"/>
              <a:cs typeface="+mj-cs"/>
            </a:endParaRPr>
          </a:p>
        </p:txBody>
      </p:sp>
      <p:sp>
        <p:nvSpPr>
          <p:cNvPr id="24579" name="Rectangle 2"/>
          <p:cNvSpPr>
            <a:spLocks noGrp="1"/>
          </p:cNvSpPr>
          <p:nvPr>
            <p:ph type="body" sz="half" idx="2"/>
          </p:nvPr>
        </p:nvSpPr>
        <p:spPr>
          <a:xfrm>
            <a:off x="360363" y="1998663"/>
            <a:ext cx="8413750" cy="1962150"/>
          </a:xfrm>
          <a:ln/>
        </p:spPr>
        <p:txBody>
          <a:bodyPr vert="horz" wrap="square" lIns="0" tIns="45720" rIns="0" bIns="45720" anchor="t" anchorCtr="0"/>
          <a:p>
            <a:pPr defTabSz="914400">
              <a:buClrTx/>
              <a:buSzPct val="100000"/>
              <a:buFontTx/>
              <a:buNone/>
              <a:tabLst>
                <a:tab pos="0" algn="l"/>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 pos="9434830" algn="l"/>
                <a:tab pos="9883775" algn="l"/>
                <a:tab pos="10333355" algn="l"/>
                <a:tab pos="10782300" algn="l"/>
              </a:tabLst>
            </a:pPr>
            <a:r>
              <a:rPr lang="en-IN" altLang="en-US" b="1" dirty="0">
                <a:latin typeface="Times New Roman" panose="02020603050405020304" pitchFamily="16" charset="0"/>
              </a:rPr>
              <a:t>1920’s</a:t>
            </a:r>
            <a:endParaRPr lang="en-IN" altLang="en-US" b="1" dirty="0">
              <a:latin typeface="Times New Roman" panose="02020603050405020304" pitchFamily="16" charset="0"/>
            </a:endParaRPr>
          </a:p>
          <a:p>
            <a:pPr defTabSz="914400">
              <a:buClrTx/>
              <a:buSzPct val="100000"/>
              <a:buFontTx/>
              <a:buNone/>
              <a:tabLst>
                <a:tab pos="0" algn="l"/>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 pos="9434830" algn="l"/>
                <a:tab pos="9883775" algn="l"/>
                <a:tab pos="10333355" algn="l"/>
                <a:tab pos="10782300" algn="l"/>
              </a:tabLst>
            </a:pPr>
            <a:r>
              <a:rPr lang="en-IN" altLang="en-US" dirty="0">
                <a:latin typeface="Times New Roman" panose="02020603050405020304" pitchFamily="16" charset="0"/>
              </a:rPr>
              <a:t>Yagi - Uda antenna</a:t>
            </a:r>
            <a:endParaRPr lang="en-IN" altLang="en-US" dirty="0">
              <a:latin typeface="Times New Roman" panose="02020603050405020304" pitchFamily="16" charset="0"/>
            </a:endParaRPr>
          </a:p>
        </p:txBody>
      </p:sp>
      <p:sp>
        <p:nvSpPr>
          <p:cNvPr id="24580" name="Text Box 3"/>
          <p:cNvSpPr txBox="1"/>
          <p:nvPr/>
        </p:nvSpPr>
        <p:spPr>
          <a:xfrm>
            <a:off x="254000" y="4071938"/>
            <a:ext cx="7770813" cy="1962150"/>
          </a:xfrm>
          <a:prstGeom prst="rect">
            <a:avLst/>
          </a:prstGeom>
          <a:noFill/>
          <a:ln w="9525">
            <a:noFill/>
          </a:ln>
        </p:spPr>
        <p:txBody>
          <a:bodyPr lIns="90000" tIns="46800" rIns="90000" bIns="46800"/>
          <a:p>
            <a:pPr marL="342900" indent="-342900" defTabSz="449580" eaLnBrk="1" hangingPunct="1">
              <a:spcBef>
                <a:spcPts val="840"/>
              </a:spcBef>
              <a:spcAft>
                <a:spcPts val="40"/>
              </a:spcAft>
              <a:buClrTx/>
              <a:buFontTx/>
              <a:tabLst>
                <a:tab pos="0" algn="l"/>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 pos="9434830" algn="l"/>
                <a:tab pos="9883775" algn="l"/>
                <a:tab pos="10333355" algn="l"/>
                <a:tab pos="10782300" algn="l"/>
              </a:tabLst>
            </a:pPr>
            <a:r>
              <a:rPr lang="en-IN" altLang="en-US" sz="2000" b="1" dirty="0">
                <a:solidFill>
                  <a:srgbClr val="000000"/>
                </a:solidFill>
                <a:latin typeface="Times New Roman" panose="02020603050405020304" pitchFamily="16" charset="0"/>
              </a:rPr>
              <a:t>1930’s</a:t>
            </a:r>
            <a:endParaRPr lang="en-IN" altLang="en-US" sz="2000" b="1" dirty="0">
              <a:solidFill>
                <a:srgbClr val="000000"/>
              </a:solidFill>
              <a:latin typeface="Times New Roman" panose="02020603050405020304" pitchFamily="16" charset="0"/>
            </a:endParaRPr>
          </a:p>
          <a:p>
            <a:pPr marL="342900" indent="-342900" defTabSz="449580" eaLnBrk="1" hangingPunct="1">
              <a:spcBef>
                <a:spcPts val="840"/>
              </a:spcBef>
              <a:spcAft>
                <a:spcPts val="40"/>
              </a:spcAft>
              <a:buClrTx/>
              <a:buFontTx/>
              <a:tabLst>
                <a:tab pos="0" algn="l"/>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 pos="9434830" algn="l"/>
                <a:tab pos="9883775" algn="l"/>
                <a:tab pos="10333355" algn="l"/>
                <a:tab pos="10782300" algn="l"/>
              </a:tabLst>
            </a:pPr>
            <a:r>
              <a:rPr lang="en-IN" altLang="en-US" sz="2000" dirty="0">
                <a:solidFill>
                  <a:srgbClr val="000000"/>
                </a:solidFill>
                <a:latin typeface="Times New Roman" panose="02020603050405020304" pitchFamily="16" charset="0"/>
              </a:rPr>
              <a:t>Horn antenna</a:t>
            </a:r>
            <a:endParaRPr lang="en-IN" altLang="en-US" sz="2000" dirty="0">
              <a:solidFill>
                <a:srgbClr val="000000"/>
              </a:solidFill>
              <a:latin typeface="Times New Roman" panose="02020603050405020304" pitchFamily="16" charset="0"/>
            </a:endParaRPr>
          </a:p>
        </p:txBody>
      </p:sp>
      <p:pic>
        <p:nvPicPr>
          <p:cNvPr id="24581" name="Picture 4"/>
          <p:cNvPicPr>
            <a:picLocks noChangeAspect="1"/>
          </p:cNvPicPr>
          <p:nvPr/>
        </p:nvPicPr>
        <p:blipFill>
          <a:blip r:embed="rId1"/>
          <a:stretch>
            <a:fillRect/>
          </a:stretch>
        </p:blipFill>
        <p:spPr>
          <a:xfrm>
            <a:off x="3419475" y="1800225"/>
            <a:ext cx="4319588" cy="1781175"/>
          </a:xfrm>
          <a:prstGeom prst="rect">
            <a:avLst/>
          </a:prstGeom>
          <a:noFill/>
          <a:ln w="9525">
            <a:noFill/>
          </a:ln>
        </p:spPr>
      </p:pic>
      <p:pic>
        <p:nvPicPr>
          <p:cNvPr id="24582" name="Picture 5"/>
          <p:cNvPicPr>
            <a:picLocks noChangeAspect="1"/>
          </p:cNvPicPr>
          <p:nvPr/>
        </p:nvPicPr>
        <p:blipFill>
          <a:blip r:embed="rId2"/>
          <a:stretch>
            <a:fillRect/>
          </a:stretch>
        </p:blipFill>
        <p:spPr>
          <a:xfrm>
            <a:off x="3959225" y="3978275"/>
            <a:ext cx="3600450" cy="1998663"/>
          </a:xfrm>
          <a:prstGeom prst="rect">
            <a:avLst/>
          </a:prstGeom>
          <a:noFill/>
          <a:ln w="9525">
            <a:noFill/>
          </a:ln>
        </p:spPr>
      </p:pic>
    </p:spTree>
  </p:cSld>
  <p:clrMapOvr>
    <a:masterClrMapping/>
  </p:clrMapOvr>
  <p:transition spd="slow"/>
  <p:timing>
    <p:tnLst>
      <p:par>
        <p:cTn id="1" dur="indefinite"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2289" name="Rectangle 1"/>
          <p:cNvSpPr>
            <a:spLocks noGrp="1" noChangeArrowheads="1"/>
          </p:cNvSpPr>
          <p:nvPr>
            <p:ph type="title"/>
          </p:nvPr>
        </p:nvSpPr>
        <p:spPr>
          <a:xfrm>
            <a:off x="1150938" y="152400"/>
            <a:ext cx="7791450" cy="1141413"/>
          </a:xfrm>
        </p:spPr>
        <p:txBody>
          <a:bodyPr vert="horz" lIns="91440" tIns="45720" rIns="91440" bIns="45720" rtlCol="0" anchor="b">
            <a:normAutofit/>
          </a:bodyPr>
          <a:lstStyle/>
          <a:p>
            <a:pPr marL="0" marR="0" lvl="0" indent="0" algn="l" defTabSz="914400" rtl="0" eaLnBrk="1" fontAlgn="auto" latinLnBrk="0" hangingPunct="1">
              <a:lnSpc>
                <a:spcPct val="85000"/>
              </a:lnSpc>
              <a:spcBef>
                <a:spcPct val="0"/>
              </a:spcBef>
              <a:spcAft>
                <a:spcPts val="0"/>
              </a:spcAft>
              <a:buClrTx/>
              <a:buSzTx/>
              <a:buFontTx/>
              <a:buNone/>
              <a:tabLst>
                <a:tab pos="0" algn="l"/>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 pos="9434195" algn="l"/>
                <a:tab pos="9883775" algn="l"/>
                <a:tab pos="10332720" algn="l"/>
                <a:tab pos="10782300" algn="l"/>
              </a:tabLst>
              <a:defRPr/>
            </a:pPr>
            <a:r>
              <a:rPr kumimoji="0" lang="en-IN" altLang="en-US" sz="4800" b="0" i="0" u="none" strike="noStrike" kern="1200" cap="none" spc="-50" normalizeH="0" baseline="0" noProof="0">
                <a:ln>
                  <a:noFill/>
                </a:ln>
                <a:solidFill>
                  <a:schemeClr val="tx1">
                    <a:lumMod val="75000"/>
                    <a:lumOff val="25000"/>
                  </a:schemeClr>
                </a:solidFill>
                <a:effectLst/>
                <a:uLnTx/>
                <a:uFillTx/>
                <a:latin typeface="+mj-lt"/>
                <a:ea typeface="+mj-ea"/>
                <a:cs typeface="+mj-cs"/>
              </a:rPr>
              <a:t>History</a:t>
            </a:r>
            <a:endParaRPr kumimoji="0" lang="en-IN" altLang="en-US" sz="4800" b="0" i="0" u="none" strike="noStrike" kern="1200" cap="none" spc="-50" normalizeH="0" baseline="0" noProof="0">
              <a:ln>
                <a:noFill/>
              </a:ln>
              <a:solidFill>
                <a:schemeClr val="tx1">
                  <a:lumMod val="75000"/>
                  <a:lumOff val="25000"/>
                </a:schemeClr>
              </a:solidFill>
              <a:effectLst/>
              <a:uLnTx/>
              <a:uFillTx/>
              <a:latin typeface="+mj-lt"/>
              <a:ea typeface="+mj-ea"/>
              <a:cs typeface="+mj-cs"/>
            </a:endParaRPr>
          </a:p>
        </p:txBody>
      </p:sp>
      <p:sp>
        <p:nvSpPr>
          <p:cNvPr id="26627" name="Rectangle 2"/>
          <p:cNvSpPr>
            <a:spLocks noGrp="1"/>
          </p:cNvSpPr>
          <p:nvPr>
            <p:ph type="body" sz="half" idx="2"/>
          </p:nvPr>
        </p:nvSpPr>
        <p:spPr>
          <a:xfrm>
            <a:off x="328613" y="1817688"/>
            <a:ext cx="7770812" cy="1962150"/>
          </a:xfrm>
          <a:ln/>
        </p:spPr>
        <p:txBody>
          <a:bodyPr vert="horz" wrap="square" lIns="0" tIns="45720" rIns="0" bIns="45720" anchor="t" anchorCtr="0"/>
          <a:p>
            <a:pPr defTabSz="914400">
              <a:buClrTx/>
              <a:buSzPct val="100000"/>
              <a:buFontTx/>
              <a:buNone/>
              <a:tabLst>
                <a:tab pos="0" algn="l"/>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 pos="9434830" algn="l"/>
                <a:tab pos="9883775" algn="l"/>
                <a:tab pos="10333355" algn="l"/>
                <a:tab pos="10782300" algn="l"/>
              </a:tabLst>
            </a:pPr>
            <a:endParaRPr lang="en-IN" altLang="en-US" dirty="0">
              <a:latin typeface="Times New Roman" panose="02020603050405020304" pitchFamily="16" charset="0"/>
            </a:endParaRPr>
          </a:p>
          <a:p>
            <a:pPr defTabSz="914400">
              <a:buClrTx/>
              <a:buSzPct val="100000"/>
              <a:buFontTx/>
              <a:buNone/>
              <a:tabLst>
                <a:tab pos="0" algn="l"/>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 pos="9434830" algn="l"/>
                <a:tab pos="9883775" algn="l"/>
                <a:tab pos="10333355" algn="l"/>
                <a:tab pos="10782300" algn="l"/>
              </a:tabLst>
            </a:pPr>
            <a:r>
              <a:rPr lang="en-IN" altLang="en-US" b="1" dirty="0">
                <a:latin typeface="Times New Roman" panose="02020603050405020304" pitchFamily="16" charset="0"/>
              </a:rPr>
              <a:t>1960’s</a:t>
            </a:r>
            <a:endParaRPr lang="en-IN" altLang="en-US" b="1" dirty="0">
              <a:latin typeface="Times New Roman" panose="02020603050405020304" pitchFamily="16" charset="0"/>
            </a:endParaRPr>
          </a:p>
          <a:p>
            <a:pPr defTabSz="914400">
              <a:buClrTx/>
              <a:buSzPct val="100000"/>
              <a:buFontTx/>
              <a:buNone/>
              <a:tabLst>
                <a:tab pos="0" algn="l"/>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 pos="9434830" algn="l"/>
                <a:tab pos="9883775" algn="l"/>
                <a:tab pos="10333355" algn="l"/>
                <a:tab pos="10782300" algn="l"/>
              </a:tabLst>
            </a:pPr>
            <a:r>
              <a:rPr lang="en-IN" altLang="en-US" dirty="0">
                <a:latin typeface="Times New Roman" panose="02020603050405020304" pitchFamily="16" charset="0"/>
              </a:rPr>
              <a:t>Dish antenna</a:t>
            </a:r>
            <a:endParaRPr lang="en-IN" altLang="en-US" dirty="0">
              <a:latin typeface="Times New Roman" panose="02020603050405020304" pitchFamily="16" charset="0"/>
            </a:endParaRPr>
          </a:p>
        </p:txBody>
      </p:sp>
      <p:sp>
        <p:nvSpPr>
          <p:cNvPr id="26628" name="Text Box 3"/>
          <p:cNvSpPr txBox="1"/>
          <p:nvPr/>
        </p:nvSpPr>
        <p:spPr>
          <a:xfrm>
            <a:off x="328613" y="4338638"/>
            <a:ext cx="7770812" cy="1962150"/>
          </a:xfrm>
          <a:prstGeom prst="rect">
            <a:avLst/>
          </a:prstGeom>
          <a:noFill/>
          <a:ln w="9525">
            <a:noFill/>
          </a:ln>
        </p:spPr>
        <p:txBody>
          <a:bodyPr lIns="90000" tIns="46800" rIns="90000" bIns="46800"/>
          <a:p>
            <a:pPr marL="342900" indent="-342900" defTabSz="449580" eaLnBrk="1" hangingPunct="1">
              <a:spcBef>
                <a:spcPts val="840"/>
              </a:spcBef>
              <a:spcAft>
                <a:spcPts val="40"/>
              </a:spcAft>
              <a:buClrTx/>
              <a:buFontTx/>
              <a:tabLst>
                <a:tab pos="0" algn="l"/>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 pos="9434830" algn="l"/>
                <a:tab pos="9883775" algn="l"/>
                <a:tab pos="10333355" algn="l"/>
                <a:tab pos="10782300" algn="l"/>
              </a:tabLst>
            </a:pPr>
            <a:r>
              <a:rPr lang="en-IN" altLang="en-US" sz="2000" b="1" dirty="0">
                <a:solidFill>
                  <a:srgbClr val="000000"/>
                </a:solidFill>
                <a:latin typeface="Times New Roman" panose="02020603050405020304" pitchFamily="16" charset="0"/>
              </a:rPr>
              <a:t>1980’s</a:t>
            </a:r>
            <a:endParaRPr lang="en-IN" altLang="en-US" sz="2000" b="1" dirty="0">
              <a:solidFill>
                <a:srgbClr val="000000"/>
              </a:solidFill>
              <a:latin typeface="Times New Roman" panose="02020603050405020304" pitchFamily="16" charset="0"/>
            </a:endParaRPr>
          </a:p>
          <a:p>
            <a:pPr marL="342900" indent="-342900" defTabSz="449580" eaLnBrk="1" hangingPunct="1">
              <a:spcBef>
                <a:spcPts val="840"/>
              </a:spcBef>
              <a:spcAft>
                <a:spcPts val="40"/>
              </a:spcAft>
              <a:buClrTx/>
              <a:buFontTx/>
              <a:tabLst>
                <a:tab pos="0" algn="l"/>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 pos="9434830" algn="l"/>
                <a:tab pos="9883775" algn="l"/>
                <a:tab pos="10333355" algn="l"/>
                <a:tab pos="10782300" algn="l"/>
              </a:tabLst>
            </a:pPr>
            <a:r>
              <a:rPr lang="en-IN" altLang="en-US" sz="2000" dirty="0">
                <a:solidFill>
                  <a:srgbClr val="000000"/>
                </a:solidFill>
                <a:latin typeface="Times New Roman" panose="02020603050405020304" pitchFamily="16" charset="0"/>
              </a:rPr>
              <a:t>Planar Inverted-F Antennas (PIFA)</a:t>
            </a:r>
            <a:endParaRPr lang="en-IN" altLang="en-US" sz="2000" dirty="0">
              <a:solidFill>
                <a:srgbClr val="000000"/>
              </a:solidFill>
              <a:latin typeface="Times New Roman" panose="02020603050405020304" pitchFamily="16" charset="0"/>
            </a:endParaRPr>
          </a:p>
        </p:txBody>
      </p:sp>
      <p:pic>
        <p:nvPicPr>
          <p:cNvPr id="26629" name="Picture 4"/>
          <p:cNvPicPr>
            <a:picLocks noChangeAspect="1"/>
          </p:cNvPicPr>
          <p:nvPr/>
        </p:nvPicPr>
        <p:blipFill>
          <a:blip r:embed="rId1"/>
          <a:stretch>
            <a:fillRect/>
          </a:stretch>
        </p:blipFill>
        <p:spPr>
          <a:xfrm>
            <a:off x="4337050" y="1457325"/>
            <a:ext cx="2143125" cy="2143125"/>
          </a:xfrm>
          <a:prstGeom prst="rect">
            <a:avLst/>
          </a:prstGeom>
          <a:noFill/>
          <a:ln w="9525">
            <a:noFill/>
          </a:ln>
        </p:spPr>
      </p:pic>
      <p:pic>
        <p:nvPicPr>
          <p:cNvPr id="26630" name="Picture 5"/>
          <p:cNvPicPr>
            <a:picLocks noChangeAspect="1"/>
          </p:cNvPicPr>
          <p:nvPr/>
        </p:nvPicPr>
        <p:blipFill>
          <a:blip r:embed="rId2"/>
          <a:stretch>
            <a:fillRect/>
          </a:stretch>
        </p:blipFill>
        <p:spPr>
          <a:xfrm>
            <a:off x="4500563" y="3779838"/>
            <a:ext cx="2036762" cy="2339975"/>
          </a:xfrm>
          <a:prstGeom prst="rect">
            <a:avLst/>
          </a:prstGeom>
          <a:noFill/>
          <a:ln w="9525">
            <a:noFill/>
          </a:ln>
        </p:spPr>
      </p:pic>
    </p:spTree>
  </p:cSld>
  <p:clrMapOvr>
    <a:masterClrMapping/>
  </p:clrMapOvr>
  <p:transition spd="slow"/>
  <p:timing>
    <p:tnLst>
      <p:par>
        <p:cTn id="1" dur="indefinite"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3313" name="Rectangle 1"/>
          <p:cNvSpPr>
            <a:spLocks noGrp="1" noChangeArrowheads="1"/>
          </p:cNvSpPr>
          <p:nvPr>
            <p:ph type="title"/>
          </p:nvPr>
        </p:nvSpPr>
        <p:spPr>
          <a:xfrm>
            <a:off x="1150938" y="152400"/>
            <a:ext cx="7793038" cy="1143000"/>
          </a:xfrm>
        </p:spPr>
        <p:txBody>
          <a:bodyPr vert="horz" lIns="91440" tIns="45720" rIns="91440" bIns="45720" rtlCol="0" anchor="b">
            <a:normAutofit/>
          </a:bodyPr>
          <a:lstStyle/>
          <a:p>
            <a:pPr marL="0" marR="0" lvl="0" indent="0" algn="l" defTabSz="914400" rtl="0" eaLnBrk="1" fontAlgn="auto" latinLnBrk="0" hangingPunct="1">
              <a:lnSpc>
                <a:spcPct val="85000"/>
              </a:lnSpc>
              <a:spcBef>
                <a:spcPct val="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2720" algn="l"/>
                <a:tab pos="10782300" algn="l"/>
              </a:tabLst>
              <a:defRPr/>
            </a:pPr>
            <a:r>
              <a:rPr kumimoji="0" lang="en-IN" altLang="en-US" sz="4800" b="0" i="0" u="none" strike="noStrike" kern="1200" cap="none" spc="-50" normalizeH="0" baseline="0" noProof="0">
                <a:ln>
                  <a:noFill/>
                </a:ln>
                <a:solidFill>
                  <a:schemeClr val="tx1">
                    <a:lumMod val="75000"/>
                    <a:lumOff val="25000"/>
                  </a:schemeClr>
                </a:solidFill>
                <a:effectLst/>
                <a:uLnTx/>
                <a:uFillTx/>
                <a:latin typeface="Times New Roman" panose="02020603050405020304" pitchFamily="16" charset="0"/>
                <a:ea typeface="+mj-ea"/>
                <a:cs typeface="+mj-cs"/>
              </a:rPr>
              <a:t>Introduction</a:t>
            </a:r>
            <a:endParaRPr kumimoji="0" lang="en-IN" altLang="en-US" sz="4800" b="0" i="0" u="none" strike="noStrike" kern="1200" cap="none" spc="-50" normalizeH="0" baseline="0" noProof="0">
              <a:ln>
                <a:noFill/>
              </a:ln>
              <a:solidFill>
                <a:schemeClr val="tx1">
                  <a:lumMod val="75000"/>
                  <a:lumOff val="25000"/>
                </a:schemeClr>
              </a:solidFill>
              <a:effectLst/>
              <a:uLnTx/>
              <a:uFillTx/>
              <a:latin typeface="Times New Roman" panose="02020603050405020304" pitchFamily="16" charset="0"/>
              <a:ea typeface="+mj-ea"/>
              <a:cs typeface="+mj-cs"/>
            </a:endParaRPr>
          </a:p>
        </p:txBody>
      </p:sp>
      <p:sp>
        <p:nvSpPr>
          <p:cNvPr id="28675" name="Rectangle 2"/>
          <p:cNvSpPr>
            <a:spLocks noGrp="1"/>
          </p:cNvSpPr>
          <p:nvPr>
            <p:ph idx="1"/>
          </p:nvPr>
        </p:nvSpPr>
        <p:spPr>
          <a:xfrm>
            <a:off x="1182688" y="1552575"/>
            <a:ext cx="7772400" cy="4114800"/>
          </a:xfrm>
          <a:ln/>
        </p:spPr>
        <p:txBody>
          <a:bodyPr vert="horz" wrap="square" lIns="0" tIns="45720" rIns="0" bIns="45720" anchor="t" anchorCtr="0"/>
          <a:p>
            <a:pPr defTabSz="914400">
              <a:buClr>
                <a:srgbClr val="3333CC"/>
              </a:buClr>
              <a:buSzPct val="60000"/>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sz="2800" dirty="0">
                <a:latin typeface="Times New Roman" panose="02020603050405020304" pitchFamily="16" charset="0"/>
              </a:rPr>
              <a:t>An antenna is an </a:t>
            </a:r>
            <a:r>
              <a:rPr lang="en-IN" altLang="en-US" sz="2800" dirty="0">
                <a:latin typeface="Times New Roman" panose="02020603050405020304" pitchFamily="16" charset="0"/>
                <a:cs typeface="Times New Roman" panose="02020603050405020304" pitchFamily="16" charset="0"/>
              </a:rPr>
              <a:t>electrical conductor or system of conductors</a:t>
            </a:r>
            <a:endParaRPr lang="en-IN" altLang="en-US" sz="2800" dirty="0">
              <a:latin typeface="Times New Roman" panose="02020603050405020304" pitchFamily="16" charset="0"/>
              <a:cs typeface="Times New Roman" panose="02020603050405020304" pitchFamily="16" charset="0"/>
            </a:endParaRPr>
          </a:p>
          <a:p>
            <a:pPr lvl="1" defTabSz="914400">
              <a:buClr>
                <a:srgbClr val="FF0000"/>
              </a:buClr>
              <a:buSzPct val="55000"/>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sz="2800" dirty="0">
                <a:latin typeface="Times New Roman" panose="02020603050405020304" pitchFamily="16" charset="0"/>
                <a:cs typeface="Times New Roman" panose="02020603050405020304" pitchFamily="16" charset="0"/>
              </a:rPr>
              <a:t>Transmission - radiates electromagnetic energy into space</a:t>
            </a:r>
            <a:endParaRPr lang="en-IN" altLang="en-US" sz="2800" dirty="0">
              <a:latin typeface="Times New Roman" panose="02020603050405020304" pitchFamily="16" charset="0"/>
              <a:cs typeface="Times New Roman" panose="02020603050405020304" pitchFamily="16" charset="0"/>
            </a:endParaRPr>
          </a:p>
          <a:p>
            <a:pPr lvl="1" defTabSz="914400">
              <a:buClr>
                <a:srgbClr val="FF0000"/>
              </a:buClr>
              <a:buSzPct val="55000"/>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sz="2800" dirty="0">
                <a:latin typeface="Times New Roman" panose="02020603050405020304" pitchFamily="16" charset="0"/>
                <a:cs typeface="Times New Roman" panose="02020603050405020304" pitchFamily="16" charset="0"/>
              </a:rPr>
              <a:t>Reception - collects electromagnetic energy from space</a:t>
            </a:r>
            <a:endParaRPr lang="en-IN" altLang="en-US" sz="2800" dirty="0">
              <a:latin typeface="Times New Roman" panose="02020603050405020304" pitchFamily="16" charset="0"/>
              <a:cs typeface="Times New Roman" panose="02020603050405020304" pitchFamily="16" charset="0"/>
            </a:endParaRPr>
          </a:p>
          <a:p>
            <a:pPr defTabSz="914400">
              <a:buClr>
                <a:srgbClr val="3333CC"/>
              </a:buClr>
              <a:buSzPct val="60000"/>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sz="2800" dirty="0">
                <a:latin typeface="Times New Roman" panose="02020603050405020304" pitchFamily="16" charset="0"/>
              </a:rPr>
              <a:t>In two-way communication, the same antenna can be used for transmission and reception</a:t>
            </a:r>
            <a:endParaRPr lang="en-IN" altLang="en-US" sz="2800" dirty="0">
              <a:latin typeface="Times New Roman" panose="02020603050405020304" pitchFamily="16" charset="0"/>
            </a:endParaRPr>
          </a:p>
        </p:txBody>
      </p:sp>
    </p:spTree>
  </p:cSld>
  <p:clrMapOvr>
    <a:masterClrMapping/>
  </p:clrMapOvr>
  <p:transition spd="slow"/>
  <p:timing>
    <p:tnLst>
      <p:par>
        <p:cTn id="1" dur="indefinite"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4337" name="Rectangle 1"/>
          <p:cNvSpPr>
            <a:spLocks noGrp="1" noChangeArrowheads="1"/>
          </p:cNvSpPr>
          <p:nvPr>
            <p:ph type="title"/>
          </p:nvPr>
        </p:nvSpPr>
        <p:spPr>
          <a:xfrm>
            <a:off x="1150938" y="152400"/>
            <a:ext cx="7791450" cy="1141413"/>
          </a:xfrm>
        </p:spPr>
        <p:txBody>
          <a:bodyPr vert="horz" lIns="91440" tIns="45720" rIns="91440" bIns="45720" rtlCol="0" anchor="b">
            <a:normAutofit/>
          </a:bodyPr>
          <a:lstStyle/>
          <a:p>
            <a:pPr marL="0" marR="0" lvl="0" indent="0" algn="l" defTabSz="914400" rtl="0" eaLnBrk="1" fontAlgn="auto" latinLnBrk="0" hangingPunct="1">
              <a:lnSpc>
                <a:spcPct val="85000"/>
              </a:lnSpc>
              <a:spcBef>
                <a:spcPct val="0"/>
              </a:spcBef>
              <a:spcAft>
                <a:spcPts val="0"/>
              </a:spcAft>
              <a:buClrTx/>
              <a:buSzTx/>
              <a:buFontTx/>
              <a:buNone/>
              <a:tabLst>
                <a:tab pos="0" algn="l"/>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 pos="9434195" algn="l"/>
                <a:tab pos="9883775" algn="l"/>
                <a:tab pos="10332720" algn="l"/>
                <a:tab pos="10782300" algn="l"/>
              </a:tabLst>
              <a:defRPr/>
            </a:pPr>
            <a:r>
              <a:rPr kumimoji="0" lang="en-IN" altLang="en-US" sz="4800" b="0" i="0" u="none" strike="noStrike" kern="1200" cap="none" spc="-50" normalizeH="0" baseline="0" noProof="0">
                <a:ln>
                  <a:noFill/>
                </a:ln>
                <a:solidFill>
                  <a:schemeClr val="tx1">
                    <a:lumMod val="75000"/>
                    <a:lumOff val="25000"/>
                  </a:schemeClr>
                </a:solidFill>
                <a:effectLst/>
                <a:uLnTx/>
                <a:uFillTx/>
                <a:latin typeface="Times New Roman" panose="02020603050405020304" pitchFamily="16" charset="0"/>
                <a:ea typeface="+mj-ea"/>
                <a:cs typeface="+mj-cs"/>
              </a:rPr>
              <a:t>Introduction</a:t>
            </a:r>
            <a:endParaRPr kumimoji="0" lang="en-IN" altLang="en-US" sz="4800" b="0" i="0" u="none" strike="noStrike" kern="1200" cap="none" spc="-50" normalizeH="0" baseline="0" noProof="0">
              <a:ln>
                <a:noFill/>
              </a:ln>
              <a:solidFill>
                <a:schemeClr val="tx1">
                  <a:lumMod val="75000"/>
                  <a:lumOff val="25000"/>
                </a:schemeClr>
              </a:solidFill>
              <a:effectLst/>
              <a:uLnTx/>
              <a:uFillTx/>
              <a:latin typeface="Times New Roman" panose="02020603050405020304" pitchFamily="16" charset="0"/>
              <a:ea typeface="+mj-ea"/>
              <a:cs typeface="+mj-cs"/>
            </a:endParaRPr>
          </a:p>
        </p:txBody>
      </p:sp>
      <p:sp>
        <p:nvSpPr>
          <p:cNvPr id="30723" name="Rectangle 2"/>
          <p:cNvSpPr>
            <a:spLocks noGrp="1"/>
          </p:cNvSpPr>
          <p:nvPr>
            <p:ph idx="1"/>
          </p:nvPr>
        </p:nvSpPr>
        <p:spPr>
          <a:xfrm>
            <a:off x="688975" y="1827213"/>
            <a:ext cx="7770813" cy="4113212"/>
          </a:xfrm>
          <a:ln/>
        </p:spPr>
        <p:txBody>
          <a:bodyPr vert="horz" wrap="square" lIns="0" tIns="45720" rIns="0" bIns="45720" anchor="t" anchorCtr="0"/>
          <a:p>
            <a:pPr marL="0" indent="0" algn="just" defTabSz="914400">
              <a:buFont typeface="Times New Roman" panose="02020603050405020304" pitchFamily="16" charset="0"/>
              <a:buChar char="•"/>
              <a:tabLst>
                <a:tab pos="408305" algn="l"/>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 pos="9434830" algn="l"/>
                <a:tab pos="9883775" algn="l"/>
                <a:tab pos="10333355" algn="l"/>
                <a:tab pos="10782300" algn="l"/>
              </a:tabLst>
            </a:pPr>
            <a:r>
              <a:rPr lang="en-IN" altLang="en-US" sz="2800" dirty="0">
                <a:latin typeface="Times New Roman" panose="02020603050405020304" pitchFamily="16" charset="0"/>
              </a:rPr>
              <a:t>Antennas and wave propagation are closely related concepts in the field of telecommunications and radio communication. </a:t>
            </a:r>
            <a:endParaRPr lang="en-IN" altLang="en-US" sz="2800" dirty="0">
              <a:latin typeface="Times New Roman" panose="02020603050405020304" pitchFamily="16" charset="0"/>
            </a:endParaRPr>
          </a:p>
          <a:p>
            <a:pPr marL="0" indent="0" algn="just" defTabSz="914400">
              <a:buFont typeface="Times New Roman" panose="02020603050405020304" pitchFamily="16" charset="0"/>
              <a:buChar char="•"/>
              <a:tabLst>
                <a:tab pos="408305" algn="l"/>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 pos="9434830" algn="l"/>
                <a:tab pos="9883775" algn="l"/>
                <a:tab pos="10333355" algn="l"/>
                <a:tab pos="10782300" algn="l"/>
              </a:tabLst>
            </a:pPr>
            <a:r>
              <a:rPr lang="en-IN" altLang="en-US" sz="2800" dirty="0">
                <a:latin typeface="Times New Roman" panose="02020603050405020304" pitchFamily="16" charset="0"/>
              </a:rPr>
              <a:t>Antennas are tools for sending and receiving</a:t>
            </a:r>
            <a:endParaRPr lang="en-IN" altLang="en-US" sz="2800" dirty="0">
              <a:latin typeface="Times New Roman" panose="02020603050405020304" pitchFamily="16" charset="0"/>
            </a:endParaRPr>
          </a:p>
          <a:p>
            <a:pPr marL="0" indent="0" algn="just" defTabSz="914400">
              <a:buClrTx/>
              <a:buFontTx/>
              <a:buNone/>
              <a:tabLst>
                <a:tab pos="408305" algn="l"/>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 pos="9434830" algn="l"/>
                <a:tab pos="9883775" algn="l"/>
                <a:tab pos="10333355" algn="l"/>
                <a:tab pos="10782300" algn="l"/>
              </a:tabLst>
            </a:pPr>
            <a:r>
              <a:rPr lang="en-IN" altLang="en-US" sz="2800" dirty="0">
                <a:latin typeface="Times New Roman" panose="02020603050405020304" pitchFamily="16" charset="0"/>
              </a:rPr>
              <a:t>electromagnetic waves, while wave propagation</a:t>
            </a:r>
            <a:endParaRPr lang="en-IN" altLang="en-US" sz="2800" dirty="0">
              <a:latin typeface="Times New Roman" panose="02020603050405020304" pitchFamily="16" charset="0"/>
            </a:endParaRPr>
          </a:p>
          <a:p>
            <a:pPr marL="0" indent="0" algn="just" defTabSz="914400">
              <a:buClrTx/>
              <a:buFontTx/>
              <a:buNone/>
              <a:tabLst>
                <a:tab pos="408305" algn="l"/>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 pos="9434830" algn="l"/>
                <a:tab pos="9883775" algn="l"/>
                <a:tab pos="10333355" algn="l"/>
                <a:tab pos="10782300" algn="l"/>
              </a:tabLst>
            </a:pPr>
            <a:r>
              <a:rPr lang="en-IN" altLang="en-US" sz="2800" dirty="0">
                <a:latin typeface="Times New Roman" panose="02020603050405020304" pitchFamily="16" charset="0"/>
              </a:rPr>
              <a:t>refers to the way in which these waves travel   </a:t>
            </a:r>
            <a:endParaRPr lang="en-IN" altLang="en-US" sz="2800" dirty="0">
              <a:latin typeface="Times New Roman" panose="02020603050405020304" pitchFamily="16" charset="0"/>
            </a:endParaRPr>
          </a:p>
          <a:p>
            <a:pPr marL="0" indent="0" algn="just" defTabSz="914400">
              <a:buClrTx/>
              <a:buFontTx/>
              <a:buNone/>
              <a:tabLst>
                <a:tab pos="408305" algn="l"/>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 pos="9434830" algn="l"/>
                <a:tab pos="9883775" algn="l"/>
                <a:tab pos="10333355" algn="l"/>
                <a:tab pos="10782300" algn="l"/>
              </a:tabLst>
            </a:pPr>
            <a:r>
              <a:rPr lang="en-IN" altLang="en-US" sz="2800" dirty="0">
                <a:latin typeface="Times New Roman" panose="02020603050405020304" pitchFamily="16" charset="0"/>
              </a:rPr>
              <a:t>through space.</a:t>
            </a:r>
            <a:endParaRPr lang="en-IN" altLang="en-US" sz="2800" dirty="0">
              <a:latin typeface="Times New Roman" panose="02020603050405020304" pitchFamily="16" charset="0"/>
            </a:endParaRPr>
          </a:p>
          <a:p>
            <a:pPr marL="0" indent="0" algn="just" defTabSz="914400">
              <a:buClrTx/>
              <a:buFontTx/>
              <a:buNone/>
              <a:tabLst>
                <a:tab pos="408305" algn="l"/>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 pos="9434830" algn="l"/>
                <a:tab pos="9883775" algn="l"/>
                <a:tab pos="10333355" algn="l"/>
                <a:tab pos="10782300" algn="l"/>
              </a:tabLst>
            </a:pPr>
            <a:endParaRPr lang="en-IN" altLang="en-US" sz="2800" dirty="0">
              <a:latin typeface="Times New Roman" panose="02020603050405020304" pitchFamily="16" charset="0"/>
            </a:endParaRPr>
          </a:p>
        </p:txBody>
      </p:sp>
    </p:spTree>
  </p:cSld>
  <p:clrMapOvr>
    <a:masterClrMapping/>
  </p:clrMapOvr>
  <p:transition spd="slow"/>
  <p:timing>
    <p:tnLst>
      <p:par>
        <p:cTn id="1" dur="indefinite"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Text Box 1"/>
          <p:cNvSpPr txBox="1"/>
          <p:nvPr/>
        </p:nvSpPr>
        <p:spPr>
          <a:xfrm>
            <a:off x="1150938" y="152400"/>
            <a:ext cx="7793037" cy="1143000"/>
          </a:xfrm>
          <a:prstGeom prst="rect">
            <a:avLst/>
          </a:prstGeom>
          <a:noFill/>
          <a:ln w="9525">
            <a:noFill/>
          </a:ln>
        </p:spPr>
        <p:txBody>
          <a:bodyPr anchor="b" anchorCtr="0"/>
          <a:p>
            <a:pPr algn="ctr" defTabSz="449580" eaLnBrk="1" hangingPunct="1">
              <a:spcBef>
                <a:spcPts val="40"/>
              </a:spcBef>
              <a:spcAft>
                <a:spcPts val="40"/>
              </a:spcAft>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sz="4400" b="1" dirty="0">
                <a:solidFill>
                  <a:srgbClr val="333399"/>
                </a:solidFill>
                <a:latin typeface="Times New Roman" panose="02020603050405020304" pitchFamily="16" charset="0"/>
              </a:rPr>
              <a:t>TYPES OF ANTENNAS</a:t>
            </a:r>
            <a:endParaRPr lang="en-US" altLang="en-US" sz="4400" b="1" dirty="0">
              <a:solidFill>
                <a:srgbClr val="333399"/>
              </a:solidFill>
              <a:latin typeface="Times New Roman" panose="02020603050405020304" pitchFamily="16" charset="0"/>
            </a:endParaRPr>
          </a:p>
        </p:txBody>
      </p:sp>
      <p:sp>
        <p:nvSpPr>
          <p:cNvPr id="32771" name="Text Box 2"/>
          <p:cNvSpPr txBox="1"/>
          <p:nvPr/>
        </p:nvSpPr>
        <p:spPr>
          <a:xfrm>
            <a:off x="1182688" y="1552575"/>
            <a:ext cx="7772400" cy="4114800"/>
          </a:xfrm>
          <a:prstGeom prst="rect">
            <a:avLst/>
          </a:prstGeom>
          <a:noFill/>
          <a:ln w="9525">
            <a:noFill/>
          </a:ln>
        </p:spPr>
        <p:txBody>
          <a:bodyPr/>
          <a:p>
            <a:pPr marL="215900" indent="-215900" algn="just" defTabSz="449580" eaLnBrk="1" hangingPunct="1">
              <a:spcBef>
                <a:spcPts val="815"/>
              </a:spcBef>
              <a:spcAft>
                <a:spcPts val="15"/>
              </a:spcAft>
              <a:buSzPct val="45000"/>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sz="2800" dirty="0">
                <a:solidFill>
                  <a:srgbClr val="000000"/>
                </a:solidFill>
                <a:latin typeface="Times New Roman" panose="02020603050405020304" pitchFamily="16" charset="0"/>
                <a:cs typeface="Segoe UI" panose="020B0502040204020203" charset="0"/>
              </a:rPr>
              <a:t>Isotropic antenna (idealized)</a:t>
            </a:r>
            <a:endParaRPr lang="en-US" altLang="en-US" sz="2800" dirty="0">
              <a:solidFill>
                <a:srgbClr val="000000"/>
              </a:solidFill>
              <a:latin typeface="Times New Roman" panose="02020603050405020304" pitchFamily="16" charset="0"/>
              <a:cs typeface="Segoe UI" panose="020B0502040204020203" charset="0"/>
            </a:endParaRPr>
          </a:p>
          <a:p>
            <a:pPr marL="431800" lvl="1" indent="-215900" algn="just" defTabSz="449580" eaLnBrk="1" hangingPunct="1">
              <a:spcBef>
                <a:spcPts val="715"/>
              </a:spcBef>
              <a:spcAft>
                <a:spcPts val="15"/>
              </a:spcAft>
              <a:buSzPct val="45000"/>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sz="2800" dirty="0">
                <a:solidFill>
                  <a:srgbClr val="000000"/>
                </a:solidFill>
                <a:latin typeface="Times New Roman" panose="02020603050405020304" pitchFamily="16" charset="0"/>
                <a:cs typeface="Segoe UI" panose="020B0502040204020203" charset="0"/>
              </a:rPr>
              <a:t>Radiates power equally in all directions</a:t>
            </a:r>
            <a:endParaRPr lang="en-US" altLang="en-US" sz="2800" dirty="0">
              <a:solidFill>
                <a:srgbClr val="000000"/>
              </a:solidFill>
              <a:latin typeface="Times New Roman" panose="02020603050405020304" pitchFamily="16" charset="0"/>
              <a:cs typeface="Segoe UI" panose="020B0502040204020203" charset="0"/>
            </a:endParaRPr>
          </a:p>
          <a:p>
            <a:pPr marL="215900" indent="-215900" algn="just" defTabSz="449580" eaLnBrk="1" hangingPunct="1">
              <a:spcBef>
                <a:spcPts val="815"/>
              </a:spcBef>
              <a:spcAft>
                <a:spcPts val="15"/>
              </a:spcAft>
              <a:buSzPct val="45000"/>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sz="2800" dirty="0">
                <a:solidFill>
                  <a:srgbClr val="000000"/>
                </a:solidFill>
                <a:latin typeface="Times New Roman" panose="02020603050405020304" pitchFamily="16" charset="0"/>
                <a:cs typeface="Segoe UI" panose="020B0502040204020203" charset="0"/>
              </a:rPr>
              <a:t>Dipole antennas</a:t>
            </a:r>
            <a:endParaRPr lang="en-US" altLang="en-US" sz="2800" dirty="0">
              <a:solidFill>
                <a:srgbClr val="000000"/>
              </a:solidFill>
              <a:latin typeface="Times New Roman" panose="02020603050405020304" pitchFamily="16" charset="0"/>
              <a:cs typeface="Segoe UI" panose="020B0502040204020203" charset="0"/>
            </a:endParaRPr>
          </a:p>
          <a:p>
            <a:pPr marL="431800" lvl="1" indent="-215900" algn="just" defTabSz="449580" eaLnBrk="1" hangingPunct="1">
              <a:spcBef>
                <a:spcPts val="715"/>
              </a:spcBef>
              <a:spcAft>
                <a:spcPts val="15"/>
              </a:spcAft>
              <a:buSzPct val="45000"/>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sz="2800" dirty="0">
                <a:solidFill>
                  <a:srgbClr val="000000"/>
                </a:solidFill>
                <a:latin typeface="Times New Roman" panose="02020603050405020304" pitchFamily="16" charset="0"/>
                <a:cs typeface="Segoe UI" panose="020B0502040204020203" charset="0"/>
              </a:rPr>
              <a:t>H</a:t>
            </a:r>
            <a:r>
              <a:rPr lang="en-US" altLang="en-US" sz="2800" dirty="0">
                <a:solidFill>
                  <a:srgbClr val="000000"/>
                </a:solidFill>
                <a:latin typeface="Times New Roman" panose="02020603050405020304" pitchFamily="16" charset="0"/>
                <a:cs typeface="Times New Roman" panose="02020603050405020304" pitchFamily="16" charset="0"/>
              </a:rPr>
              <a:t>alf-wave dipole antenna (or Hertz antenna)</a:t>
            </a:r>
            <a:endParaRPr lang="en-US" altLang="en-US" sz="2800" dirty="0">
              <a:solidFill>
                <a:srgbClr val="000000"/>
              </a:solidFill>
              <a:latin typeface="Times New Roman" panose="02020603050405020304" pitchFamily="16" charset="0"/>
              <a:cs typeface="Times New Roman" panose="02020603050405020304" pitchFamily="16" charset="0"/>
            </a:endParaRPr>
          </a:p>
          <a:p>
            <a:pPr marL="431800" lvl="1" indent="-215900" algn="just" defTabSz="449580" eaLnBrk="1" hangingPunct="1">
              <a:spcBef>
                <a:spcPts val="715"/>
              </a:spcBef>
              <a:spcAft>
                <a:spcPts val="15"/>
              </a:spcAft>
              <a:buSzPct val="45000"/>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sz="2800" dirty="0">
                <a:solidFill>
                  <a:srgbClr val="000000"/>
                </a:solidFill>
                <a:latin typeface="Times New Roman" panose="02020603050405020304" pitchFamily="16" charset="0"/>
                <a:cs typeface="Times New Roman" panose="02020603050405020304" pitchFamily="16" charset="0"/>
              </a:rPr>
              <a:t>Quarter-wave vertical antenna (or Marconi antenna)</a:t>
            </a:r>
            <a:endParaRPr lang="en-US" altLang="en-US" sz="2800" dirty="0">
              <a:solidFill>
                <a:srgbClr val="000000"/>
              </a:solidFill>
              <a:latin typeface="Times New Roman" panose="02020603050405020304" pitchFamily="16" charset="0"/>
              <a:ea typeface="Times New Roman" panose="02020603050405020304" pitchFamily="16" charset="0"/>
            </a:endParaRPr>
          </a:p>
        </p:txBody>
      </p:sp>
    </p:spTree>
  </p:cSld>
  <p:clrMapOvr>
    <a:masterClrMapping/>
  </p:clrMapOvr>
  <p:transition spd="slow"/>
  <p:timing>
    <p:tnLst>
      <p:par>
        <p:cTn id="1" dur="indefinite"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Text Box 1"/>
          <p:cNvSpPr txBox="1"/>
          <p:nvPr/>
        </p:nvSpPr>
        <p:spPr>
          <a:xfrm>
            <a:off x="304800" y="2192020"/>
            <a:ext cx="3810000" cy="3857625"/>
          </a:xfrm>
          <a:prstGeom prst="rect">
            <a:avLst/>
          </a:prstGeom>
          <a:noFill/>
          <a:ln w="9525">
            <a:noFill/>
          </a:ln>
        </p:spPr>
        <p:txBody>
          <a:bodyPr/>
          <a:p>
            <a:pPr marL="215900" indent="-215900" defTabSz="449580" eaLnBrk="1" hangingPunct="1">
              <a:spcBef>
                <a:spcPts val="715"/>
              </a:spcBef>
              <a:spcAft>
                <a:spcPts val="15"/>
              </a:spcAft>
              <a:buSzPct val="45000"/>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sz="2800" dirty="0">
                <a:solidFill>
                  <a:srgbClr val="000000"/>
                </a:solidFill>
                <a:latin typeface="Times New Roman" panose="02020603050405020304" pitchFamily="16" charset="0"/>
                <a:cs typeface="Times New Roman" panose="02020603050405020304" pitchFamily="16" charset="0"/>
              </a:rPr>
              <a:t>Parabolic Reflective Antenna</a:t>
            </a:r>
            <a:r>
              <a:rPr lang="en-US" altLang="en-US" sz="2800" dirty="0">
                <a:solidFill>
                  <a:srgbClr val="000000"/>
                </a:solidFill>
                <a:latin typeface="Times New Roman" panose="02020603050405020304" pitchFamily="16" charset="0"/>
                <a:cs typeface="Segoe UI" panose="020B0502040204020203" charset="0"/>
              </a:rPr>
              <a:t> </a:t>
            </a:r>
            <a:r>
              <a:rPr lang="en-IN" altLang="en-US" sz="2800" dirty="0">
                <a:solidFill>
                  <a:srgbClr val="000000"/>
                </a:solidFill>
                <a:latin typeface="Times New Roman" panose="02020603050405020304" pitchFamily="16" charset="0"/>
                <a:cs typeface="Segoe UI" panose="020B0502040204020203" charset="0"/>
              </a:rPr>
              <a:t> </a:t>
            </a:r>
            <a:endParaRPr lang="en-IN" altLang="en-US" sz="2800" dirty="0">
              <a:solidFill>
                <a:srgbClr val="000000"/>
              </a:solidFill>
              <a:latin typeface="Times New Roman" panose="02020603050405020304" pitchFamily="16" charset="0"/>
              <a:cs typeface="Segoe UI" panose="020B0502040204020203" charset="0"/>
            </a:endParaRPr>
          </a:p>
          <a:p>
            <a:pPr marL="215900" indent="-215900" defTabSz="449580" eaLnBrk="1" hangingPunct="1">
              <a:spcBef>
                <a:spcPts val="715"/>
              </a:spcBef>
              <a:spcAft>
                <a:spcPts val="15"/>
              </a:spcAft>
              <a:buSzPct val="45000"/>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sz="2800" dirty="0">
                <a:solidFill>
                  <a:srgbClr val="000000"/>
                </a:solidFill>
                <a:latin typeface="Times New Roman" panose="02020603050405020304" pitchFamily="16" charset="0"/>
                <a:cs typeface="Times New Roman" panose="02020603050405020304" pitchFamily="16" charset="0"/>
              </a:rPr>
              <a:t>Terrestrial microwave and satellite application</a:t>
            </a:r>
            <a:endParaRPr lang="en-US" altLang="en-US" sz="2800" dirty="0">
              <a:solidFill>
                <a:srgbClr val="000000"/>
              </a:solidFill>
              <a:latin typeface="Times New Roman" panose="02020603050405020304" pitchFamily="16" charset="0"/>
              <a:ea typeface="Times New Roman" panose="02020603050405020304" pitchFamily="16" charset="0"/>
            </a:endParaRPr>
          </a:p>
        </p:txBody>
      </p:sp>
      <p:graphicFrame>
        <p:nvGraphicFramePr>
          <p:cNvPr id="34819" name="Object 2"/>
          <p:cNvGraphicFramePr>
            <a:graphicFrameLocks noChangeAspect="1"/>
          </p:cNvGraphicFramePr>
          <p:nvPr/>
        </p:nvGraphicFramePr>
        <p:xfrm>
          <a:off x="4419600" y="1828800"/>
          <a:ext cx="4267200" cy="3879850"/>
        </p:xfrm>
        <a:graphic>
          <a:graphicData uri="http://schemas.openxmlformats.org/presentationml/2006/ole">
            <mc:AlternateContent xmlns:mc="http://schemas.openxmlformats.org/markup-compatibility/2006">
              <mc:Choice xmlns:v="urn:schemas-microsoft-com:vml" Requires="v">
                <p:oleObj spid="_x0000_s3076" name="" r:id="rId1" imgW="6943725" imgH="5276850" progId="PBrush">
                  <p:embed/>
                </p:oleObj>
              </mc:Choice>
              <mc:Fallback>
                <p:oleObj name="" r:id="rId1" imgW="6943725" imgH="5276850" progId="PBrush">
                  <p:embed/>
                  <p:pic>
                    <p:nvPicPr>
                      <p:cNvPr id="0" name="Picture 3075"/>
                      <p:cNvPicPr/>
                      <p:nvPr/>
                    </p:nvPicPr>
                    <p:blipFill>
                      <a:blip r:embed="rId2"/>
                      <a:stretch>
                        <a:fillRect/>
                      </a:stretch>
                    </p:blipFill>
                    <p:spPr>
                      <a:xfrm>
                        <a:off x="4419600" y="1828800"/>
                        <a:ext cx="4267200" cy="3879850"/>
                      </a:xfrm>
                      <a:prstGeom prst="rect">
                        <a:avLst/>
                      </a:prstGeom>
                      <a:noFill/>
                      <a:ln w="38100">
                        <a:noFill/>
                        <a:miter/>
                      </a:ln>
                    </p:spPr>
                  </p:pic>
                </p:oleObj>
              </mc:Fallback>
            </mc:AlternateContent>
          </a:graphicData>
        </a:graphic>
      </p:graphicFrame>
    </p:spTree>
  </p:cSld>
  <p:clrMapOvr>
    <a:masterClrMapping/>
  </p:clrMapOvr>
  <p:transition spd="slow"/>
  <p:timing>
    <p:tnLst>
      <p:par>
        <p:cTn id="1" dur="indefinite"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Text Box 1"/>
          <p:cNvSpPr txBox="1"/>
          <p:nvPr/>
        </p:nvSpPr>
        <p:spPr>
          <a:xfrm>
            <a:off x="1150938" y="152400"/>
            <a:ext cx="7793037" cy="1143000"/>
          </a:xfrm>
          <a:prstGeom prst="rect">
            <a:avLst/>
          </a:prstGeom>
          <a:noFill/>
          <a:ln w="9525">
            <a:noFill/>
          </a:ln>
        </p:spPr>
        <p:txBody>
          <a:bodyPr anchor="b" anchorCtr="0"/>
          <a:p>
            <a:pPr algn="ctr" defTabSz="449580" eaLnBrk="1" hangingPunct="1">
              <a:spcBef>
                <a:spcPts val="40"/>
              </a:spcBef>
              <a:spcAft>
                <a:spcPts val="40"/>
              </a:spcAft>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sz="4400" b="1" dirty="0">
                <a:solidFill>
                  <a:srgbClr val="333399"/>
                </a:solidFill>
                <a:latin typeface="Times New Roman" panose="02020603050405020304" pitchFamily="16" charset="0"/>
                <a:cs typeface="Times New Roman" panose="02020603050405020304" pitchFamily="16" charset="0"/>
              </a:rPr>
              <a:t>POLARIZATION</a:t>
            </a:r>
            <a:endParaRPr lang="en-US" altLang="en-US" sz="4400" b="1" dirty="0">
              <a:solidFill>
                <a:srgbClr val="333399"/>
              </a:solidFill>
              <a:latin typeface="Times New Roman" panose="02020603050405020304" pitchFamily="16" charset="0"/>
              <a:ea typeface="Times New Roman" panose="02020603050405020304" pitchFamily="16" charset="0"/>
            </a:endParaRPr>
          </a:p>
        </p:txBody>
      </p:sp>
      <p:sp>
        <p:nvSpPr>
          <p:cNvPr id="36867" name="Text Box 2"/>
          <p:cNvSpPr txBox="1"/>
          <p:nvPr/>
        </p:nvSpPr>
        <p:spPr>
          <a:xfrm>
            <a:off x="762000" y="1689735"/>
            <a:ext cx="7772400" cy="4114800"/>
          </a:xfrm>
          <a:prstGeom prst="rect">
            <a:avLst/>
          </a:prstGeom>
          <a:noFill/>
          <a:ln w="9525">
            <a:noFill/>
          </a:ln>
        </p:spPr>
        <p:txBody>
          <a:bodyPr/>
          <a:p>
            <a:pPr marL="215900" indent="-215900" algn="just" defTabSz="449580" eaLnBrk="1" hangingPunct="1">
              <a:spcBef>
                <a:spcPts val="715"/>
              </a:spcBef>
              <a:spcAft>
                <a:spcPts val="15"/>
              </a:spcAft>
              <a:buSzPct val="45000"/>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dirty="0">
                <a:solidFill>
                  <a:srgbClr val="000000"/>
                </a:solidFill>
                <a:latin typeface="Times New Roman" panose="02020603050405020304" pitchFamily="16" charset="0"/>
                <a:cs typeface="Segoe UI" panose="020B0502040204020203" charset="0"/>
              </a:rPr>
              <a:t> </a:t>
            </a:r>
            <a:r>
              <a:rPr lang="en-US" altLang="en-US" sz="2800" dirty="0">
                <a:solidFill>
                  <a:srgbClr val="000000"/>
                </a:solidFill>
                <a:latin typeface="Times New Roman" panose="02020603050405020304" pitchFamily="16" charset="0"/>
                <a:cs typeface="Times New Roman" panose="02020603050405020304" pitchFamily="16" charset="0"/>
              </a:rPr>
              <a:t>The direction of the electromagnetic fields   produced by the antenna as energy radiates away from it.</a:t>
            </a:r>
            <a:endParaRPr lang="en-US" altLang="en-US" sz="2800" dirty="0">
              <a:solidFill>
                <a:srgbClr val="000000"/>
              </a:solidFill>
              <a:latin typeface="Times New Roman" panose="02020603050405020304" pitchFamily="16" charset="0"/>
              <a:cs typeface="Times New Roman" panose="02020603050405020304" pitchFamily="16" charset="0"/>
            </a:endParaRPr>
          </a:p>
          <a:p>
            <a:pPr marL="215900" indent="-215900" defTabSz="449580" eaLnBrk="1" hangingPunct="1">
              <a:spcBef>
                <a:spcPts val="715"/>
              </a:spcBef>
              <a:spcAft>
                <a:spcPts val="15"/>
              </a:spcAft>
              <a:buSzPct val="45000"/>
              <a:buFont typeface="Wingdings" panose="05000000000000000000" pitchFamily="2" charset="2"/>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altLang="en-US" sz="2800" dirty="0">
              <a:solidFill>
                <a:srgbClr val="000000"/>
              </a:solidFill>
              <a:latin typeface="Times New Roman" panose="02020603050405020304" pitchFamily="16" charset="0"/>
              <a:ea typeface="Times New Roman" panose="02020603050405020304" pitchFamily="16" charset="0"/>
            </a:endParaRPr>
          </a:p>
        </p:txBody>
      </p:sp>
      <p:pic>
        <p:nvPicPr>
          <p:cNvPr id="36868" name="Picture 3"/>
          <p:cNvPicPr>
            <a:picLocks noChangeAspect="1"/>
          </p:cNvPicPr>
          <p:nvPr/>
        </p:nvPicPr>
        <p:blipFill>
          <a:blip r:embed="rId1"/>
          <a:stretch>
            <a:fillRect/>
          </a:stretch>
        </p:blipFill>
        <p:spPr>
          <a:xfrm>
            <a:off x="1403350" y="3068955"/>
            <a:ext cx="6019800" cy="2895600"/>
          </a:xfrm>
          <a:prstGeom prst="rect">
            <a:avLst/>
          </a:prstGeom>
          <a:noFill/>
          <a:ln w="9525">
            <a:noFill/>
          </a:ln>
        </p:spPr>
      </p:pic>
    </p:spTree>
  </p:cSld>
  <p:clrMapOvr>
    <a:masterClrMapping/>
  </p:clrMapOvr>
  <p:transition spd="slow"/>
  <p:timing>
    <p:tnLst>
      <p:par>
        <p:cTn id="1" dur="indefinite"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Text Box 1"/>
          <p:cNvSpPr txBox="1"/>
          <p:nvPr/>
        </p:nvSpPr>
        <p:spPr>
          <a:xfrm>
            <a:off x="1066800" y="228600"/>
            <a:ext cx="7793038" cy="1143000"/>
          </a:xfrm>
          <a:prstGeom prst="rect">
            <a:avLst/>
          </a:prstGeom>
          <a:noFill/>
          <a:ln w="9525">
            <a:noFill/>
          </a:ln>
        </p:spPr>
        <p:txBody>
          <a:bodyPr anchor="b" anchorCtr="0"/>
          <a:p>
            <a:pPr algn="ctr" defTabSz="449580" eaLnBrk="1" hangingPunct="1">
              <a:spcBef>
                <a:spcPts val="40"/>
              </a:spcBef>
              <a:spcAft>
                <a:spcPts val="40"/>
              </a:spcAft>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sz="4400" b="1" dirty="0">
                <a:solidFill>
                  <a:srgbClr val="333399"/>
                </a:solidFill>
                <a:latin typeface="Times New Roman" panose="02020603050405020304" pitchFamily="16" charset="0"/>
                <a:cs typeface="Times New Roman" panose="02020603050405020304" pitchFamily="16" charset="0"/>
              </a:rPr>
              <a:t>ANTENNA GAIN</a:t>
            </a:r>
            <a:endParaRPr lang="en-US" altLang="en-US" sz="4400" b="1" dirty="0">
              <a:solidFill>
                <a:srgbClr val="333399"/>
              </a:solidFill>
              <a:latin typeface="Times New Roman" panose="02020603050405020304" pitchFamily="16" charset="0"/>
              <a:ea typeface="Times New Roman" panose="02020603050405020304" pitchFamily="16" charset="0"/>
            </a:endParaRPr>
          </a:p>
        </p:txBody>
      </p:sp>
      <p:sp>
        <p:nvSpPr>
          <p:cNvPr id="38915" name="Text Box 2"/>
          <p:cNvSpPr txBox="1"/>
          <p:nvPr/>
        </p:nvSpPr>
        <p:spPr>
          <a:xfrm>
            <a:off x="1182688" y="1552575"/>
            <a:ext cx="7772400" cy="4114800"/>
          </a:xfrm>
          <a:prstGeom prst="rect">
            <a:avLst/>
          </a:prstGeom>
          <a:noFill/>
          <a:ln w="9525">
            <a:noFill/>
          </a:ln>
        </p:spPr>
        <p:txBody>
          <a:bodyPr/>
          <a:p>
            <a:pPr marL="215900" indent="-215900" algn="just" defTabSz="449580" eaLnBrk="1" hangingPunct="1">
              <a:spcBef>
                <a:spcPts val="715"/>
              </a:spcBef>
              <a:spcAft>
                <a:spcPts val="15"/>
              </a:spcAft>
              <a:buSzPct val="45000"/>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dirty="0">
                <a:solidFill>
                  <a:srgbClr val="000000"/>
                </a:solidFill>
                <a:latin typeface="Times New Roman" panose="02020603050405020304" pitchFamily="16" charset="0"/>
                <a:cs typeface="Segoe UI" panose="020B0502040204020203" charset="0"/>
              </a:rPr>
              <a:t> </a:t>
            </a:r>
            <a:r>
              <a:rPr lang="en-US" altLang="en-US" sz="2800" dirty="0">
                <a:solidFill>
                  <a:srgbClr val="000000"/>
                </a:solidFill>
                <a:latin typeface="Times New Roman" panose="02020603050405020304" pitchFamily="16" charset="0"/>
                <a:cs typeface="Times New Roman" panose="02020603050405020304" pitchFamily="16" charset="0"/>
              </a:rPr>
              <a:t>Antenna gain measures its ability to direct and receive signals in a particular direction.</a:t>
            </a:r>
            <a:endParaRPr lang="en-US" altLang="en-US" sz="2800" dirty="0">
              <a:solidFill>
                <a:srgbClr val="000000"/>
              </a:solidFill>
              <a:latin typeface="Times New Roman" panose="02020603050405020304" pitchFamily="16" charset="0"/>
              <a:ea typeface="Times New Roman" panose="02020603050405020304" pitchFamily="16" charset="0"/>
            </a:endParaRPr>
          </a:p>
        </p:txBody>
      </p:sp>
      <p:pic>
        <p:nvPicPr>
          <p:cNvPr id="38916" name="Picture 3"/>
          <p:cNvPicPr>
            <a:picLocks noChangeAspect="1"/>
          </p:cNvPicPr>
          <p:nvPr/>
        </p:nvPicPr>
        <p:blipFill>
          <a:blip r:embed="rId1"/>
          <a:stretch>
            <a:fillRect/>
          </a:stretch>
        </p:blipFill>
        <p:spPr>
          <a:xfrm>
            <a:off x="2362200" y="2895600"/>
            <a:ext cx="4378325" cy="3228975"/>
          </a:xfrm>
          <a:prstGeom prst="rect">
            <a:avLst/>
          </a:prstGeom>
          <a:noFill/>
          <a:ln w="9525">
            <a:noFill/>
          </a:ln>
        </p:spPr>
      </p:pic>
    </p:spTree>
  </p:cSld>
  <p:clrMapOvr>
    <a:masterClrMapping/>
  </p:clrMapOvr>
  <p:transition spd="slow"/>
  <p:timing>
    <p:tnLst>
      <p:par>
        <p:cTn id="1" dur="indefinite"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Text Box 1"/>
          <p:cNvSpPr txBox="1"/>
          <p:nvPr/>
        </p:nvSpPr>
        <p:spPr>
          <a:xfrm>
            <a:off x="1150938" y="152400"/>
            <a:ext cx="7793037" cy="1143000"/>
          </a:xfrm>
          <a:prstGeom prst="rect">
            <a:avLst/>
          </a:prstGeom>
          <a:noFill/>
          <a:ln w="9525">
            <a:noFill/>
          </a:ln>
        </p:spPr>
        <p:txBody>
          <a:bodyPr anchor="b" anchorCtr="0"/>
          <a:p>
            <a:pPr algn="ctr" defTabSz="449580" eaLnBrk="1" hangingPunct="1">
              <a:spcBef>
                <a:spcPts val="40"/>
              </a:spcBef>
              <a:spcAft>
                <a:spcPts val="40"/>
              </a:spcAft>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sz="4400" b="1" dirty="0">
                <a:solidFill>
                  <a:srgbClr val="333399"/>
                </a:solidFill>
                <a:latin typeface="Times New Roman" panose="02020603050405020304" pitchFamily="16" charset="0"/>
                <a:cs typeface="Times New Roman" panose="02020603050405020304" pitchFamily="16" charset="0"/>
              </a:rPr>
              <a:t>RADIATION PATTERN</a:t>
            </a:r>
            <a:endParaRPr lang="en-US" altLang="en-US" sz="4400" b="1" dirty="0">
              <a:solidFill>
                <a:srgbClr val="333399"/>
              </a:solidFill>
              <a:latin typeface="Times New Roman" panose="02020603050405020304" pitchFamily="16" charset="0"/>
              <a:ea typeface="Times New Roman" panose="02020603050405020304" pitchFamily="16" charset="0"/>
            </a:endParaRPr>
          </a:p>
        </p:txBody>
      </p:sp>
      <p:sp>
        <p:nvSpPr>
          <p:cNvPr id="19458" name="Text Box 2"/>
          <p:cNvSpPr txBox="1">
            <a:spLocks noChangeArrowheads="1"/>
          </p:cNvSpPr>
          <p:nvPr/>
        </p:nvSpPr>
        <p:spPr bwMode="auto">
          <a:xfrm>
            <a:off x="1182688" y="1552575"/>
            <a:ext cx="7772400" cy="4114800"/>
          </a:xfrm>
          <a:prstGeom prst="rect">
            <a:avLst/>
          </a:prstGeom>
          <a:noFill/>
          <a:ln>
            <a:noFill/>
          </a:ln>
          <a:effectLst/>
        </p:spPr>
        <p:txBody>
          <a:bodyPr/>
          <a:lstStyle>
            <a:lvl1pPr marL="215900" indent="-215900">
              <a:tabLst>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6" charset="0"/>
                <a:ea typeface="Microsoft YaHei" panose="020B0503020204020204" charset="-122"/>
              </a:defRPr>
            </a:lvl1pPr>
            <a:lvl2pPr>
              <a:tabLst>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6" charset="0"/>
                <a:ea typeface="Microsoft YaHei" panose="020B0503020204020204" charset="-122"/>
              </a:defRPr>
            </a:lvl2pPr>
            <a:lvl3pPr>
              <a:tabLst>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6" charset="0"/>
                <a:ea typeface="Microsoft YaHei" panose="020B0503020204020204" charset="-122"/>
              </a:defRPr>
            </a:lvl3pPr>
            <a:lvl4pPr>
              <a:tabLst>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6" charset="0"/>
                <a:ea typeface="Microsoft YaHei" panose="020B0503020204020204" charset="-122"/>
              </a:defRPr>
            </a:lvl4pPr>
            <a:lvl5pPr>
              <a:tabLst>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6" charset="0"/>
                <a:ea typeface="Microsoft YaHei" panose="020B0503020204020204" charset="-122"/>
              </a:defRPr>
            </a:lvl5pPr>
            <a:lvl6pPr marL="2514600" indent="-228600" defTabSz="449580" fontAlgn="base">
              <a:spcBef>
                <a:spcPts val="40"/>
              </a:spcBef>
              <a:spcAft>
                <a:spcPts val="40"/>
              </a:spcAft>
              <a:buClr>
                <a:srgbClr val="000000"/>
              </a:buClr>
              <a:buSzPct val="100000"/>
              <a:buFont typeface="Times New Roman" panose="02020603050405020304" pitchFamily="16" charset="0"/>
              <a:tabLst>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6" charset="0"/>
                <a:ea typeface="Microsoft YaHei" panose="020B0503020204020204" charset="-122"/>
              </a:defRPr>
            </a:lvl6pPr>
            <a:lvl7pPr marL="2971800" indent="-228600" defTabSz="449580" fontAlgn="base">
              <a:spcBef>
                <a:spcPts val="40"/>
              </a:spcBef>
              <a:spcAft>
                <a:spcPts val="40"/>
              </a:spcAft>
              <a:buClr>
                <a:srgbClr val="000000"/>
              </a:buClr>
              <a:buSzPct val="100000"/>
              <a:buFont typeface="Times New Roman" panose="02020603050405020304" pitchFamily="16" charset="0"/>
              <a:tabLst>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6" charset="0"/>
                <a:ea typeface="Microsoft YaHei" panose="020B0503020204020204" charset="-122"/>
              </a:defRPr>
            </a:lvl7pPr>
            <a:lvl8pPr marL="3429000" indent="-228600" defTabSz="449580" fontAlgn="base">
              <a:spcBef>
                <a:spcPts val="40"/>
              </a:spcBef>
              <a:spcAft>
                <a:spcPts val="40"/>
              </a:spcAft>
              <a:buClr>
                <a:srgbClr val="000000"/>
              </a:buClr>
              <a:buSzPct val="100000"/>
              <a:buFont typeface="Times New Roman" panose="02020603050405020304" pitchFamily="16" charset="0"/>
              <a:tabLst>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6" charset="0"/>
                <a:ea typeface="Microsoft YaHei" panose="020B0503020204020204" charset="-122"/>
              </a:defRPr>
            </a:lvl8pPr>
            <a:lvl9pPr marL="3886200" indent="-228600" defTabSz="449580" fontAlgn="base">
              <a:spcBef>
                <a:spcPts val="40"/>
              </a:spcBef>
              <a:spcAft>
                <a:spcPts val="40"/>
              </a:spcAft>
              <a:buClr>
                <a:srgbClr val="000000"/>
              </a:buClr>
              <a:buSzPct val="100000"/>
              <a:buFont typeface="Times New Roman" panose="02020603050405020304" pitchFamily="16" charset="0"/>
              <a:tabLst>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6" charset="0"/>
                <a:ea typeface="Microsoft YaHei" panose="020B0503020204020204" charset="-122"/>
              </a:defRPr>
            </a:lvl9pPr>
          </a:lstStyle>
          <a:p>
            <a:pPr marL="215900" marR="0" lvl="0" indent="-215900" algn="just" defTabSz="449580" rtl="0" eaLnBrk="1" fontAlgn="base" latinLnBrk="0" hangingPunct="1">
              <a:lnSpc>
                <a:spcPct val="100000"/>
              </a:lnSpc>
              <a:spcBef>
                <a:spcPts val="815"/>
              </a:spcBef>
              <a:spcAft>
                <a:spcPts val="15"/>
              </a:spcAft>
              <a:buClr>
                <a:srgbClr val="000000"/>
              </a:buClr>
              <a:buSzPct val="45000"/>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altLang="en-US" sz="2400" b="0" i="0" u="none" strike="noStrike" kern="1200" cap="none" spc="0" normalizeH="0" baseline="0" noProof="0">
                <a:ln>
                  <a:noFill/>
                </a:ln>
                <a:solidFill>
                  <a:srgbClr val="000000"/>
                </a:solidFill>
                <a:effectLst/>
                <a:uLnTx/>
                <a:uFillTx/>
                <a:latin typeface="Times New Roman" panose="02020603050405020304" pitchFamily="16" charset="0"/>
                <a:ea typeface="Microsoft YaHei" panose="020B0503020204020204" charset="-122"/>
                <a:cs typeface="Segoe UI" panose="020B0502040204020203" charset="0"/>
              </a:rPr>
              <a:t> </a:t>
            </a:r>
            <a:r>
              <a:rPr kumimoji="0" lang="en-US" altLang="en-US" sz="2800" b="0" i="0" u="none" strike="noStrike" kern="1200" cap="none" spc="0" normalizeH="0" baseline="0" noProof="0">
                <a:ln>
                  <a:noFill/>
                </a:ln>
                <a:solidFill>
                  <a:srgbClr val="000000"/>
                </a:solidFill>
                <a:effectLst/>
                <a:uLnTx/>
                <a:uFillTx/>
                <a:latin typeface="Times New Roman" panose="02020603050405020304" pitchFamily="16" charset="0"/>
                <a:ea typeface="Microsoft YaHei" panose="020B0503020204020204" charset="-122"/>
                <a:cs typeface="Times New Roman" panose="02020603050405020304" pitchFamily="16" charset="0"/>
              </a:rPr>
              <a:t>Radiation pattern shows the distribution of signal strength around the antenna</a:t>
            </a:r>
            <a:r>
              <a:rPr kumimoji="0" lang="en-US" altLang="en-US" sz="2400" b="0" i="0" u="none" strike="noStrike" kern="1200" cap="none" spc="0" normalizeH="0" baseline="0" noProof="0">
                <a:ln>
                  <a:noFill/>
                </a:ln>
                <a:solidFill>
                  <a:srgbClr val="000000"/>
                </a:solidFill>
                <a:effectLst/>
                <a:uLnTx/>
                <a:uFillTx/>
                <a:latin typeface="Times New Roman" panose="02020603050405020304" pitchFamily="16" charset="0"/>
                <a:ea typeface="Microsoft YaHei" panose="020B0503020204020204" charset="-122"/>
                <a:cs typeface="Segoe UI" panose="020B0502040204020203" charset="0"/>
              </a:rPr>
              <a:t>.</a:t>
            </a: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6" charset="0"/>
              <a:ea typeface="Microsoft YaHei" panose="020B0503020204020204" charset="-122"/>
              <a:cs typeface="Segoe UI" panose="020B0502040204020203" charset="0"/>
            </a:endParaRPr>
          </a:p>
          <a:p>
            <a:pPr marL="342900" marR="0" lvl="0" indent="-342900" algn="l" defTabSz="449580" rtl="0" eaLnBrk="1" fontAlgn="base" latinLnBrk="0" hangingPunct="1">
              <a:lnSpc>
                <a:spcPct val="100000"/>
              </a:lnSpc>
              <a:spcBef>
                <a:spcPts val="815"/>
              </a:spcBef>
              <a:spcAft>
                <a:spcPts val="15"/>
              </a:spcAft>
              <a:buClrTx/>
              <a:buSzPct val="60000"/>
              <a:buFontTx/>
              <a:buNone/>
              <a:tabLst>
                <a:tab pos="914400" algn="l"/>
                <a:tab pos="1828800" algn="l"/>
                <a:tab pos="2743200" algn="l"/>
                <a:tab pos="3657600" algn="l"/>
                <a:tab pos="4572000" algn="l"/>
                <a:tab pos="5486400" algn="l"/>
                <a:tab pos="6400800" algn="l"/>
                <a:tab pos="7315200" algn="l"/>
                <a:tab pos="8229600" algn="l"/>
                <a:tab pos="9144000" algn="l"/>
                <a:tab pos="10058400" algn="l"/>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6" charset="0"/>
              <a:ea typeface="Microsoft YaHei" panose="020B0503020204020204" charset="-122"/>
              <a:cs typeface="Segoe UI" panose="020B0502040204020203" charset="0"/>
            </a:endParaRPr>
          </a:p>
        </p:txBody>
      </p:sp>
      <p:pic>
        <p:nvPicPr>
          <p:cNvPr id="40964" name="Picture 3"/>
          <p:cNvPicPr>
            <a:picLocks noChangeAspect="1"/>
          </p:cNvPicPr>
          <p:nvPr/>
        </p:nvPicPr>
        <p:blipFill>
          <a:blip r:embed="rId1"/>
          <a:stretch>
            <a:fillRect/>
          </a:stretch>
        </p:blipFill>
        <p:spPr>
          <a:xfrm>
            <a:off x="2555240" y="2924810"/>
            <a:ext cx="3962400" cy="2689225"/>
          </a:xfrm>
          <a:prstGeom prst="rect">
            <a:avLst/>
          </a:prstGeom>
          <a:noFill/>
          <a:ln w="9525">
            <a:noFill/>
          </a:ln>
        </p:spPr>
      </p:pic>
    </p:spTree>
  </p:cSld>
  <p:clrMapOvr>
    <a:masterClrMapping/>
  </p:clrMapOvr>
  <p:transition spd="slow"/>
  <p:timing>
    <p:tnLst>
      <p:par>
        <p:cTn id="1" dur="indefinite"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43010" name="Text Box 1"/>
          <p:cNvSpPr txBox="1"/>
          <p:nvPr/>
        </p:nvSpPr>
        <p:spPr>
          <a:xfrm>
            <a:off x="1150938" y="152400"/>
            <a:ext cx="7793037" cy="1143000"/>
          </a:xfrm>
          <a:prstGeom prst="rect">
            <a:avLst/>
          </a:prstGeom>
          <a:noFill/>
          <a:ln w="9525">
            <a:noFill/>
          </a:ln>
        </p:spPr>
        <p:txBody>
          <a:bodyPr lIns="90000" tIns="46800" rIns="90000" bIns="46800" anchor="b" anchorCtr="0"/>
          <a:p>
            <a:pPr defTabSz="449580" eaLnBrk="1" hangingPunct="1">
              <a:spcBef>
                <a:spcPts val="25"/>
              </a:spcBef>
              <a:spcAft>
                <a:spcPts val="25"/>
              </a:spcAft>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sz="4400" dirty="0">
                <a:solidFill>
                  <a:srgbClr val="333399"/>
                </a:solidFill>
                <a:latin typeface="Times New Roman" panose="02020603050405020304" pitchFamily="16" charset="0"/>
              </a:rPr>
              <a:t>Propagation Modes</a:t>
            </a:r>
            <a:endParaRPr lang="en-IN" altLang="en-US" sz="4400" dirty="0">
              <a:solidFill>
                <a:srgbClr val="333399"/>
              </a:solidFill>
              <a:latin typeface="Times New Roman" panose="02020603050405020304" pitchFamily="16" charset="0"/>
            </a:endParaRPr>
          </a:p>
        </p:txBody>
      </p:sp>
      <p:sp>
        <p:nvSpPr>
          <p:cNvPr id="43011" name="Text Box 2"/>
          <p:cNvSpPr txBox="1"/>
          <p:nvPr/>
        </p:nvSpPr>
        <p:spPr>
          <a:xfrm>
            <a:off x="971233" y="1700530"/>
            <a:ext cx="7772400" cy="4114800"/>
          </a:xfrm>
          <a:prstGeom prst="rect">
            <a:avLst/>
          </a:prstGeom>
          <a:noFill/>
          <a:ln w="9525">
            <a:noFill/>
          </a:ln>
        </p:spPr>
        <p:txBody>
          <a:bodyPr lIns="90000" tIns="46800" rIns="90000" bIns="46800"/>
          <a:p>
            <a:pPr marL="342900" indent="-342900" defTabSz="449580" eaLnBrk="1" hangingPunct="1">
              <a:spcBef>
                <a:spcPts val="825"/>
              </a:spcBef>
              <a:spcAft>
                <a:spcPts val="25"/>
              </a:spcAft>
              <a:buClr>
                <a:srgbClr val="3333CC"/>
              </a:buClr>
              <a:buSzPct val="60000"/>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sz="2800" dirty="0">
                <a:solidFill>
                  <a:srgbClr val="000000"/>
                </a:solidFill>
                <a:latin typeface="Times New Roman" panose="02020603050405020304" pitchFamily="16" charset="0"/>
                <a:cs typeface="Segoe UI" panose="020B0502040204020203" charset="0"/>
              </a:rPr>
              <a:t>Ground-wave propagation</a:t>
            </a:r>
            <a:endParaRPr lang="en-IN" altLang="en-US" sz="2800" dirty="0">
              <a:solidFill>
                <a:srgbClr val="000000"/>
              </a:solidFill>
              <a:latin typeface="Times New Roman" panose="02020603050405020304" pitchFamily="16" charset="0"/>
              <a:cs typeface="Segoe UI" panose="020B0502040204020203" charset="0"/>
            </a:endParaRPr>
          </a:p>
          <a:p>
            <a:pPr marL="342900" indent="-342900" defTabSz="449580" eaLnBrk="1" hangingPunct="1">
              <a:spcBef>
                <a:spcPts val="825"/>
              </a:spcBef>
              <a:spcAft>
                <a:spcPts val="25"/>
              </a:spcAft>
              <a:buClr>
                <a:srgbClr val="3333CC"/>
              </a:buClr>
              <a:buSzPct val="60000"/>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sz="2800" dirty="0">
                <a:solidFill>
                  <a:srgbClr val="000000"/>
                </a:solidFill>
                <a:latin typeface="Times New Roman" panose="02020603050405020304" pitchFamily="16" charset="0"/>
                <a:cs typeface="Segoe UI" panose="020B0502040204020203" charset="0"/>
              </a:rPr>
              <a:t>Sky-wave propagation</a:t>
            </a:r>
            <a:endParaRPr lang="en-IN" altLang="en-US" sz="2800" dirty="0">
              <a:solidFill>
                <a:srgbClr val="000000"/>
              </a:solidFill>
              <a:latin typeface="Times New Roman" panose="02020603050405020304" pitchFamily="16" charset="0"/>
              <a:cs typeface="Segoe UI" panose="020B0502040204020203" charset="0"/>
            </a:endParaRPr>
          </a:p>
          <a:p>
            <a:pPr marL="342900" indent="-342900" defTabSz="449580" eaLnBrk="1" hangingPunct="1">
              <a:spcBef>
                <a:spcPts val="825"/>
              </a:spcBef>
              <a:spcAft>
                <a:spcPts val="25"/>
              </a:spcAft>
              <a:buClr>
                <a:srgbClr val="3333CC"/>
              </a:buClr>
              <a:buSzPct val="60000"/>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sz="2800" dirty="0">
                <a:solidFill>
                  <a:srgbClr val="000000"/>
                </a:solidFill>
                <a:latin typeface="Times New Roman" panose="02020603050405020304" pitchFamily="16" charset="0"/>
                <a:cs typeface="Segoe UI" panose="020B0502040204020203" charset="0"/>
              </a:rPr>
              <a:t>Line-of-sight propagation</a:t>
            </a:r>
            <a:endParaRPr lang="en-IN" altLang="en-US" sz="2800" dirty="0">
              <a:solidFill>
                <a:srgbClr val="000000"/>
              </a:solidFill>
              <a:latin typeface="Times New Roman" panose="02020603050405020304" pitchFamily="16" charset="0"/>
              <a:ea typeface="Segoe UI" panose="020B0502040204020203" charset="0"/>
            </a:endParaRPr>
          </a:p>
        </p:txBody>
      </p:sp>
    </p:spTree>
  </p:cSld>
  <p:clrMapOvr>
    <a:masterClrMapping/>
  </p:clrMapOvr>
  <p:transition spd="slow"/>
  <p:timing>
    <p:tnLst>
      <p:par>
        <p:cTn id="1" dur="indefinite"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45058" name="Text Box 1"/>
          <p:cNvSpPr txBox="1"/>
          <p:nvPr/>
        </p:nvSpPr>
        <p:spPr>
          <a:xfrm>
            <a:off x="1150938" y="152400"/>
            <a:ext cx="7793037" cy="1143000"/>
          </a:xfrm>
          <a:prstGeom prst="rect">
            <a:avLst/>
          </a:prstGeom>
          <a:noFill/>
          <a:ln w="9525">
            <a:noFill/>
          </a:ln>
        </p:spPr>
        <p:txBody>
          <a:bodyPr lIns="90000" tIns="46800" rIns="90000" bIns="46800" anchor="b" anchorCtr="0"/>
          <a:p>
            <a:pPr defTabSz="449580" eaLnBrk="1" hangingPunct="1">
              <a:spcBef>
                <a:spcPts val="25"/>
              </a:spcBef>
              <a:spcAft>
                <a:spcPts val="25"/>
              </a:spcAft>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sz="4400" dirty="0">
                <a:solidFill>
                  <a:srgbClr val="333399"/>
                </a:solidFill>
                <a:latin typeface="Times New Roman" panose="02020603050405020304" pitchFamily="16" charset="0"/>
              </a:rPr>
              <a:t>Ground Wave Propagation</a:t>
            </a:r>
            <a:endParaRPr lang="en-IN" altLang="en-US" sz="4400" dirty="0">
              <a:solidFill>
                <a:srgbClr val="333399"/>
              </a:solidFill>
              <a:latin typeface="Times New Roman" panose="02020603050405020304" pitchFamily="16" charset="0"/>
            </a:endParaRPr>
          </a:p>
        </p:txBody>
      </p:sp>
      <p:sp>
        <p:nvSpPr>
          <p:cNvPr id="45059" name="Text Box 2"/>
          <p:cNvSpPr txBox="1"/>
          <p:nvPr/>
        </p:nvSpPr>
        <p:spPr>
          <a:xfrm>
            <a:off x="1182688" y="1552575"/>
            <a:ext cx="7772400" cy="4114800"/>
          </a:xfrm>
          <a:prstGeom prst="rect">
            <a:avLst/>
          </a:prstGeom>
          <a:noFill/>
          <a:ln w="9525">
            <a:noFill/>
          </a:ln>
        </p:spPr>
        <p:txBody>
          <a:bodyPr lIns="90000" tIns="46800" rIns="90000" bIns="46800"/>
          <a:p>
            <a:pPr marL="342900" indent="-342900" defTabSz="449580" eaLnBrk="1" hangingPunct="1">
              <a:spcBef>
                <a:spcPts val="825"/>
              </a:spcBef>
              <a:spcAft>
                <a:spcPts val="25"/>
              </a:spcAft>
              <a:buClr>
                <a:srgbClr val="3333CC"/>
              </a:buClr>
              <a:buSzPct val="60000"/>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sz="2800" dirty="0">
                <a:solidFill>
                  <a:srgbClr val="000000"/>
                </a:solidFill>
                <a:latin typeface="Times New Roman" panose="02020603050405020304" pitchFamily="16" charset="0"/>
                <a:cs typeface="Segoe UI" panose="020B0502040204020203" charset="0"/>
              </a:rPr>
              <a:t>Follows contour of the earth</a:t>
            </a:r>
            <a:endParaRPr lang="en-IN" altLang="en-US" sz="2800" dirty="0">
              <a:solidFill>
                <a:srgbClr val="000000"/>
              </a:solidFill>
              <a:latin typeface="Times New Roman" panose="02020603050405020304" pitchFamily="16" charset="0"/>
              <a:cs typeface="Segoe UI" panose="020B0502040204020203" charset="0"/>
            </a:endParaRPr>
          </a:p>
          <a:p>
            <a:pPr marL="342900" indent="-342900" defTabSz="449580" eaLnBrk="1" hangingPunct="1">
              <a:spcBef>
                <a:spcPts val="825"/>
              </a:spcBef>
              <a:spcAft>
                <a:spcPts val="25"/>
              </a:spcAft>
              <a:buClr>
                <a:srgbClr val="3333CC"/>
              </a:buClr>
              <a:buSzPct val="60000"/>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sz="2800" dirty="0">
                <a:solidFill>
                  <a:srgbClr val="000000"/>
                </a:solidFill>
                <a:latin typeface="Times New Roman" panose="02020603050405020304" pitchFamily="16" charset="0"/>
                <a:cs typeface="Segoe UI" panose="020B0502040204020203" charset="0"/>
              </a:rPr>
              <a:t>Can Propagate considerable distances</a:t>
            </a:r>
            <a:endParaRPr lang="en-IN" altLang="en-US" sz="2800" dirty="0">
              <a:solidFill>
                <a:srgbClr val="000000"/>
              </a:solidFill>
              <a:latin typeface="Times New Roman" panose="02020603050405020304" pitchFamily="16" charset="0"/>
              <a:cs typeface="Segoe UI" panose="020B0502040204020203" charset="0"/>
            </a:endParaRPr>
          </a:p>
          <a:p>
            <a:pPr marL="342900" indent="-342900" defTabSz="449580" eaLnBrk="1" hangingPunct="1">
              <a:spcBef>
                <a:spcPts val="825"/>
              </a:spcBef>
              <a:spcAft>
                <a:spcPts val="25"/>
              </a:spcAft>
              <a:buClr>
                <a:srgbClr val="3333CC"/>
              </a:buClr>
              <a:buSzPct val="60000"/>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sz="2800" dirty="0">
                <a:solidFill>
                  <a:srgbClr val="000000"/>
                </a:solidFill>
                <a:latin typeface="Times New Roman" panose="02020603050405020304" pitchFamily="16" charset="0"/>
                <a:cs typeface="Segoe UI" panose="020B0502040204020203" charset="0"/>
              </a:rPr>
              <a:t>Frequencies up to 2 MHz</a:t>
            </a:r>
            <a:endParaRPr lang="en-IN" altLang="en-US" sz="2800" dirty="0">
              <a:solidFill>
                <a:srgbClr val="000000"/>
              </a:solidFill>
              <a:latin typeface="Times New Roman" panose="02020603050405020304" pitchFamily="16" charset="0"/>
              <a:cs typeface="Segoe UI" panose="020B0502040204020203" charset="0"/>
            </a:endParaRPr>
          </a:p>
          <a:p>
            <a:pPr marL="342900" indent="-342900" defTabSz="449580" eaLnBrk="1" hangingPunct="1">
              <a:spcBef>
                <a:spcPts val="825"/>
              </a:spcBef>
              <a:spcAft>
                <a:spcPts val="25"/>
              </a:spcAft>
              <a:buClr>
                <a:srgbClr val="3333CC"/>
              </a:buClr>
              <a:buSzPct val="60000"/>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sz="2800" dirty="0">
                <a:solidFill>
                  <a:srgbClr val="000000"/>
                </a:solidFill>
                <a:latin typeface="Times New Roman" panose="02020603050405020304" pitchFamily="16" charset="0"/>
                <a:cs typeface="Segoe UI" panose="020B0502040204020203" charset="0"/>
              </a:rPr>
              <a:t>Example</a:t>
            </a:r>
            <a:endParaRPr lang="en-IN" altLang="en-US" sz="2800" dirty="0">
              <a:solidFill>
                <a:srgbClr val="000000"/>
              </a:solidFill>
              <a:latin typeface="Times New Roman" panose="02020603050405020304" pitchFamily="16" charset="0"/>
              <a:cs typeface="Segoe UI" panose="020B0502040204020203" charset="0"/>
            </a:endParaRPr>
          </a:p>
          <a:p>
            <a:pPr lvl="1" defTabSz="449580" eaLnBrk="1" hangingPunct="1">
              <a:spcBef>
                <a:spcPts val="725"/>
              </a:spcBef>
              <a:spcAft>
                <a:spcPts val="25"/>
              </a:spcAft>
              <a:buClr>
                <a:srgbClr val="FF0000"/>
              </a:buClr>
              <a:buSzPct val="55000"/>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sz="2800" dirty="0">
                <a:solidFill>
                  <a:srgbClr val="000000"/>
                </a:solidFill>
                <a:latin typeface="Times New Roman" panose="02020603050405020304" pitchFamily="16" charset="0"/>
                <a:cs typeface="Segoe UI" panose="020B0502040204020203" charset="0"/>
              </a:rPr>
              <a:t>AM radio</a:t>
            </a:r>
            <a:endParaRPr lang="en-IN" altLang="en-US" sz="2800" dirty="0">
              <a:solidFill>
                <a:srgbClr val="000000"/>
              </a:solidFill>
              <a:latin typeface="Times New Roman" panose="02020603050405020304" pitchFamily="16" charset="0"/>
              <a:ea typeface="Segoe UI" panose="020B0502040204020203" charset="0"/>
            </a:endParaRPr>
          </a:p>
        </p:txBody>
      </p:sp>
    </p:spTree>
  </p:cSld>
  <p:clrMapOvr>
    <a:masterClrMapping/>
  </p:clrMapOvr>
  <p:transition spd="slow"/>
  <p:timing>
    <p:tnLst>
      <p:par>
        <p:cTn id="1" dur="indefinite"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47106" name="Text Box 1"/>
          <p:cNvSpPr txBox="1"/>
          <p:nvPr/>
        </p:nvSpPr>
        <p:spPr>
          <a:xfrm>
            <a:off x="1150938" y="152400"/>
            <a:ext cx="7793037" cy="1143000"/>
          </a:xfrm>
          <a:prstGeom prst="rect">
            <a:avLst/>
          </a:prstGeom>
          <a:noFill/>
          <a:ln w="9525">
            <a:noFill/>
          </a:ln>
        </p:spPr>
        <p:txBody>
          <a:bodyPr lIns="90000" tIns="46800" rIns="90000" bIns="46800" anchor="b" anchorCtr="0"/>
          <a:p>
            <a:pPr defTabSz="449580" eaLnBrk="1" hangingPunct="1">
              <a:spcBef>
                <a:spcPts val="25"/>
              </a:spcBef>
              <a:spcAft>
                <a:spcPts val="25"/>
              </a:spcAft>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sz="4400" dirty="0">
                <a:solidFill>
                  <a:srgbClr val="333399"/>
                </a:solidFill>
                <a:latin typeface="Times New Roman" panose="02020603050405020304" pitchFamily="16" charset="0"/>
              </a:rPr>
              <a:t>Sky Wave Propagation</a:t>
            </a:r>
            <a:endParaRPr lang="en-IN" altLang="en-US" sz="4400" dirty="0">
              <a:solidFill>
                <a:srgbClr val="333399"/>
              </a:solidFill>
              <a:latin typeface="Times New Roman" panose="02020603050405020304" pitchFamily="16" charset="0"/>
            </a:endParaRPr>
          </a:p>
        </p:txBody>
      </p:sp>
      <p:sp>
        <p:nvSpPr>
          <p:cNvPr id="47107" name="Text Box 2"/>
          <p:cNvSpPr txBox="1"/>
          <p:nvPr/>
        </p:nvSpPr>
        <p:spPr>
          <a:xfrm>
            <a:off x="1182688" y="1552575"/>
            <a:ext cx="7772400" cy="4114800"/>
          </a:xfrm>
          <a:prstGeom prst="rect">
            <a:avLst/>
          </a:prstGeom>
          <a:noFill/>
          <a:ln w="9525">
            <a:noFill/>
          </a:ln>
        </p:spPr>
        <p:txBody>
          <a:bodyPr lIns="90000" tIns="46800" rIns="90000" bIns="46800"/>
          <a:p>
            <a:pPr marL="342900" indent="-342900" defTabSz="449580" eaLnBrk="1" hangingPunct="1">
              <a:spcBef>
                <a:spcPts val="725"/>
              </a:spcBef>
              <a:spcAft>
                <a:spcPts val="25"/>
              </a:spcAft>
              <a:buClr>
                <a:srgbClr val="3333CC"/>
              </a:buClr>
              <a:buSzPct val="60000"/>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sz="2800" dirty="0">
                <a:solidFill>
                  <a:srgbClr val="000000"/>
                </a:solidFill>
                <a:latin typeface="Times New Roman" panose="02020603050405020304" pitchFamily="16" charset="0"/>
                <a:cs typeface="Segoe UI" panose="020B0502040204020203" charset="0"/>
              </a:rPr>
              <a:t>Signal reflected from ionized layer of atmosphere back down to earth</a:t>
            </a:r>
            <a:endParaRPr lang="en-IN" altLang="en-US" sz="2800" dirty="0">
              <a:solidFill>
                <a:srgbClr val="000000"/>
              </a:solidFill>
              <a:latin typeface="Times New Roman" panose="02020603050405020304" pitchFamily="16" charset="0"/>
              <a:cs typeface="Segoe UI" panose="020B0502040204020203" charset="0"/>
            </a:endParaRPr>
          </a:p>
          <a:p>
            <a:pPr marL="342900" indent="-342900" defTabSz="449580" eaLnBrk="1" hangingPunct="1">
              <a:spcBef>
                <a:spcPts val="725"/>
              </a:spcBef>
              <a:spcAft>
                <a:spcPts val="25"/>
              </a:spcAft>
              <a:buClr>
                <a:srgbClr val="3333CC"/>
              </a:buClr>
              <a:buSzPct val="60000"/>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sz="2800" dirty="0">
                <a:solidFill>
                  <a:srgbClr val="000000"/>
                </a:solidFill>
                <a:latin typeface="Times New Roman" panose="02020603050405020304" pitchFamily="16" charset="0"/>
                <a:cs typeface="Segoe UI" panose="020B0502040204020203" charset="0"/>
              </a:rPr>
              <a:t>Signal can travel a number of hops, back and forth between ionosphere and earth’s surface</a:t>
            </a:r>
            <a:endParaRPr lang="en-IN" altLang="en-US" sz="2800" dirty="0">
              <a:solidFill>
                <a:srgbClr val="000000"/>
              </a:solidFill>
              <a:latin typeface="Times New Roman" panose="02020603050405020304" pitchFamily="16" charset="0"/>
              <a:cs typeface="Segoe UI" panose="020B0502040204020203" charset="0"/>
            </a:endParaRPr>
          </a:p>
          <a:p>
            <a:pPr marL="342900" indent="-342900" defTabSz="449580" eaLnBrk="1" hangingPunct="1">
              <a:spcBef>
                <a:spcPts val="725"/>
              </a:spcBef>
              <a:spcAft>
                <a:spcPts val="25"/>
              </a:spcAft>
              <a:buClr>
                <a:srgbClr val="3333CC"/>
              </a:buClr>
              <a:buSzPct val="60000"/>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sz="2800" dirty="0">
                <a:solidFill>
                  <a:srgbClr val="000000"/>
                </a:solidFill>
                <a:latin typeface="Times New Roman" panose="02020603050405020304" pitchFamily="16" charset="0"/>
                <a:cs typeface="Segoe UI" panose="020B0502040204020203" charset="0"/>
              </a:rPr>
              <a:t>Reflection effect caused by refraction</a:t>
            </a:r>
            <a:endParaRPr lang="en-IN" altLang="en-US" sz="2800" dirty="0">
              <a:solidFill>
                <a:srgbClr val="000000"/>
              </a:solidFill>
              <a:latin typeface="Times New Roman" panose="02020603050405020304" pitchFamily="16" charset="0"/>
              <a:cs typeface="Segoe UI" panose="020B0502040204020203" charset="0"/>
            </a:endParaRPr>
          </a:p>
          <a:p>
            <a:pPr marL="342900" indent="-342900" defTabSz="449580" eaLnBrk="1" hangingPunct="1">
              <a:spcBef>
                <a:spcPts val="725"/>
              </a:spcBef>
              <a:spcAft>
                <a:spcPts val="25"/>
              </a:spcAft>
              <a:buClr>
                <a:srgbClr val="3333CC"/>
              </a:buClr>
              <a:buSzPct val="60000"/>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sz="2800" dirty="0">
                <a:solidFill>
                  <a:srgbClr val="000000"/>
                </a:solidFill>
                <a:latin typeface="Times New Roman" panose="02020603050405020304" pitchFamily="16" charset="0"/>
                <a:cs typeface="Segoe UI" panose="020B0502040204020203" charset="0"/>
              </a:rPr>
              <a:t>Examples</a:t>
            </a:r>
            <a:endParaRPr lang="en-IN" altLang="en-US" sz="2800" dirty="0">
              <a:solidFill>
                <a:srgbClr val="000000"/>
              </a:solidFill>
              <a:latin typeface="Times New Roman" panose="02020603050405020304" pitchFamily="16" charset="0"/>
              <a:cs typeface="Segoe UI" panose="020B0502040204020203" charset="0"/>
            </a:endParaRPr>
          </a:p>
          <a:p>
            <a:pPr lvl="1" defTabSz="449580" eaLnBrk="1" hangingPunct="1">
              <a:spcBef>
                <a:spcPts val="625"/>
              </a:spcBef>
              <a:spcAft>
                <a:spcPts val="25"/>
              </a:spcAft>
              <a:buClr>
                <a:srgbClr val="FF0000"/>
              </a:buClr>
              <a:buSzPct val="55000"/>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sz="2800" dirty="0">
                <a:solidFill>
                  <a:srgbClr val="000000"/>
                </a:solidFill>
                <a:latin typeface="Times New Roman" panose="02020603050405020304" pitchFamily="16" charset="0"/>
                <a:cs typeface="Segoe UI" panose="020B0502040204020203" charset="0"/>
              </a:rPr>
              <a:t>Amateur radio</a:t>
            </a:r>
            <a:endParaRPr lang="en-IN" altLang="en-US" sz="2800" dirty="0">
              <a:solidFill>
                <a:srgbClr val="000000"/>
              </a:solidFill>
              <a:latin typeface="Times New Roman" panose="02020603050405020304" pitchFamily="16" charset="0"/>
              <a:cs typeface="Segoe UI" panose="020B0502040204020203" charset="0"/>
            </a:endParaRPr>
          </a:p>
          <a:p>
            <a:pPr lvl="1" defTabSz="449580" eaLnBrk="1" hangingPunct="1">
              <a:spcBef>
                <a:spcPts val="625"/>
              </a:spcBef>
              <a:spcAft>
                <a:spcPts val="25"/>
              </a:spcAft>
              <a:buClr>
                <a:srgbClr val="FF0000"/>
              </a:buClr>
              <a:buSzPct val="55000"/>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sz="2800" dirty="0">
                <a:solidFill>
                  <a:srgbClr val="000000"/>
                </a:solidFill>
                <a:latin typeface="Times New Roman" panose="02020603050405020304" pitchFamily="16" charset="0"/>
                <a:cs typeface="Segoe UI" panose="020B0502040204020203" charset="0"/>
              </a:rPr>
              <a:t>CB radio</a:t>
            </a:r>
            <a:endParaRPr lang="en-IN" altLang="en-US" sz="2800" dirty="0">
              <a:solidFill>
                <a:srgbClr val="000000"/>
              </a:solidFill>
              <a:latin typeface="Times New Roman" panose="02020603050405020304" pitchFamily="16" charset="0"/>
              <a:ea typeface="Segoe UI" panose="020B0502040204020203" charset="0"/>
            </a:endParaRPr>
          </a:p>
        </p:txBody>
      </p:sp>
    </p:spTree>
  </p:cSld>
  <p:clrMapOvr>
    <a:masterClrMapping/>
  </p:clrMapOvr>
  <p:transition spd="slow"/>
  <p:timing>
    <p:tnLst>
      <p:par>
        <p:cTn id="1" dur="indefinite"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49154" name="Text Box 1"/>
          <p:cNvSpPr txBox="1"/>
          <p:nvPr/>
        </p:nvSpPr>
        <p:spPr>
          <a:xfrm>
            <a:off x="1150938" y="152400"/>
            <a:ext cx="7793037" cy="1143000"/>
          </a:xfrm>
          <a:prstGeom prst="rect">
            <a:avLst/>
          </a:prstGeom>
          <a:noFill/>
          <a:ln w="9525">
            <a:noFill/>
          </a:ln>
        </p:spPr>
        <p:txBody>
          <a:bodyPr lIns="90000" tIns="46800" rIns="90000" bIns="46800" anchor="b" anchorCtr="0"/>
          <a:p>
            <a:pPr defTabSz="449580" eaLnBrk="1" hangingPunct="1">
              <a:spcBef>
                <a:spcPts val="25"/>
              </a:spcBef>
              <a:spcAft>
                <a:spcPts val="25"/>
              </a:spcAft>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sz="4400" dirty="0">
                <a:solidFill>
                  <a:srgbClr val="333399"/>
                </a:solidFill>
                <a:latin typeface="Times New Roman" panose="02020603050405020304" pitchFamily="16" charset="0"/>
              </a:rPr>
              <a:t>Line-of-Sight Propagation</a:t>
            </a:r>
            <a:endParaRPr lang="en-IN" altLang="en-US" sz="4400" dirty="0">
              <a:solidFill>
                <a:srgbClr val="333399"/>
              </a:solidFill>
              <a:latin typeface="Times New Roman" panose="02020603050405020304" pitchFamily="16" charset="0"/>
            </a:endParaRPr>
          </a:p>
        </p:txBody>
      </p:sp>
      <p:sp>
        <p:nvSpPr>
          <p:cNvPr id="49155" name="Text Box 2"/>
          <p:cNvSpPr txBox="1"/>
          <p:nvPr/>
        </p:nvSpPr>
        <p:spPr>
          <a:xfrm>
            <a:off x="1182688" y="1552575"/>
            <a:ext cx="7772400" cy="4114800"/>
          </a:xfrm>
          <a:prstGeom prst="rect">
            <a:avLst/>
          </a:prstGeom>
          <a:noFill/>
          <a:ln w="9525">
            <a:noFill/>
          </a:ln>
        </p:spPr>
        <p:txBody>
          <a:bodyPr lIns="90000" tIns="46800" rIns="90000" bIns="46800"/>
          <a:p>
            <a:pPr marL="342900" indent="-342900" defTabSz="449580" eaLnBrk="1" hangingPunct="1">
              <a:lnSpc>
                <a:spcPct val="90000"/>
              </a:lnSpc>
              <a:spcBef>
                <a:spcPts val="725"/>
              </a:spcBef>
              <a:spcAft>
                <a:spcPts val="25"/>
              </a:spcAft>
              <a:buClr>
                <a:srgbClr val="3333CC"/>
              </a:buClr>
              <a:buSzPct val="60000"/>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sz="2800" dirty="0">
                <a:solidFill>
                  <a:srgbClr val="000000"/>
                </a:solidFill>
                <a:latin typeface="Times New Roman" panose="02020603050405020304" pitchFamily="16" charset="0"/>
                <a:cs typeface="Segoe UI" panose="020B0502040204020203" charset="0"/>
              </a:rPr>
              <a:t>Transmitting and receiving antennas must be within line of sight</a:t>
            </a:r>
            <a:endParaRPr lang="en-IN" altLang="en-US" sz="2800" dirty="0">
              <a:solidFill>
                <a:srgbClr val="000000"/>
              </a:solidFill>
              <a:latin typeface="Times New Roman" panose="02020603050405020304" pitchFamily="16" charset="0"/>
              <a:cs typeface="Segoe UI" panose="020B0502040204020203" charset="0"/>
            </a:endParaRPr>
          </a:p>
          <a:p>
            <a:pPr lvl="1" defTabSz="449580" eaLnBrk="1" hangingPunct="1">
              <a:lnSpc>
                <a:spcPct val="90000"/>
              </a:lnSpc>
              <a:spcBef>
                <a:spcPts val="625"/>
              </a:spcBef>
              <a:spcAft>
                <a:spcPts val="25"/>
              </a:spcAft>
              <a:buClr>
                <a:srgbClr val="FF0000"/>
              </a:buClr>
              <a:buSzPct val="55000"/>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dirty="0">
                <a:solidFill>
                  <a:srgbClr val="000000"/>
                </a:solidFill>
                <a:latin typeface="Times New Roman" panose="02020603050405020304" pitchFamily="16" charset="0"/>
                <a:cs typeface="Segoe UI" panose="020B0502040204020203" charset="0"/>
              </a:rPr>
              <a:t>Satellite communication – signal above 30 MHz not reflected by ionosphere</a:t>
            </a:r>
            <a:endParaRPr lang="en-IN" altLang="en-US" dirty="0">
              <a:solidFill>
                <a:srgbClr val="000000"/>
              </a:solidFill>
              <a:latin typeface="Times New Roman" panose="02020603050405020304" pitchFamily="16" charset="0"/>
              <a:cs typeface="Segoe UI" panose="020B0502040204020203" charset="0"/>
            </a:endParaRPr>
          </a:p>
          <a:p>
            <a:pPr lvl="1" defTabSz="449580" eaLnBrk="1" hangingPunct="1">
              <a:lnSpc>
                <a:spcPct val="90000"/>
              </a:lnSpc>
              <a:spcBef>
                <a:spcPts val="625"/>
              </a:spcBef>
              <a:spcAft>
                <a:spcPts val="25"/>
              </a:spcAft>
              <a:buClr>
                <a:srgbClr val="FF0000"/>
              </a:buClr>
              <a:buSzPct val="55000"/>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dirty="0">
                <a:solidFill>
                  <a:srgbClr val="000000"/>
                </a:solidFill>
                <a:latin typeface="Times New Roman" panose="02020603050405020304" pitchFamily="16" charset="0"/>
                <a:cs typeface="Segoe UI" panose="020B0502040204020203" charset="0"/>
              </a:rPr>
              <a:t>Ground communication – antennas within </a:t>
            </a:r>
            <a:r>
              <a:rPr lang="en-IN" altLang="en-US" i="1" dirty="0">
                <a:solidFill>
                  <a:srgbClr val="000000"/>
                </a:solidFill>
                <a:latin typeface="Times New Roman" panose="02020603050405020304" pitchFamily="16" charset="0"/>
                <a:cs typeface="Segoe UI" panose="020B0502040204020203" charset="0"/>
              </a:rPr>
              <a:t>effective</a:t>
            </a:r>
            <a:r>
              <a:rPr lang="en-IN" altLang="en-US" dirty="0">
                <a:solidFill>
                  <a:srgbClr val="000000"/>
                </a:solidFill>
                <a:latin typeface="Times New Roman" panose="02020603050405020304" pitchFamily="16" charset="0"/>
                <a:cs typeface="Segoe UI" panose="020B0502040204020203" charset="0"/>
              </a:rPr>
              <a:t> line of sight of each other due to refraction</a:t>
            </a:r>
            <a:endParaRPr lang="en-IN" altLang="en-US" dirty="0">
              <a:solidFill>
                <a:srgbClr val="000000"/>
              </a:solidFill>
              <a:latin typeface="Times New Roman" panose="02020603050405020304" pitchFamily="16" charset="0"/>
              <a:cs typeface="Segoe UI" panose="020B0502040204020203" charset="0"/>
            </a:endParaRPr>
          </a:p>
          <a:p>
            <a:pPr marL="342900" indent="-342900" defTabSz="449580" eaLnBrk="1" hangingPunct="1">
              <a:lnSpc>
                <a:spcPct val="90000"/>
              </a:lnSpc>
              <a:spcBef>
                <a:spcPts val="725"/>
              </a:spcBef>
              <a:spcAft>
                <a:spcPts val="25"/>
              </a:spcAft>
              <a:buClr>
                <a:srgbClr val="3333CC"/>
              </a:buClr>
              <a:buSzPct val="60000"/>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sz="2800" dirty="0">
                <a:solidFill>
                  <a:srgbClr val="000000"/>
                </a:solidFill>
                <a:latin typeface="Times New Roman" panose="02020603050405020304" pitchFamily="16" charset="0"/>
                <a:cs typeface="Segoe UI" panose="020B0502040204020203" charset="0"/>
              </a:rPr>
              <a:t>Refraction – bending of microwaves by the atmosphere</a:t>
            </a:r>
            <a:endParaRPr lang="en-IN" altLang="en-US" sz="2800" dirty="0">
              <a:solidFill>
                <a:srgbClr val="000000"/>
              </a:solidFill>
              <a:latin typeface="Times New Roman" panose="02020603050405020304" pitchFamily="16" charset="0"/>
              <a:cs typeface="Segoe UI" panose="020B0502040204020203" charset="0"/>
            </a:endParaRPr>
          </a:p>
          <a:p>
            <a:pPr lvl="1" defTabSz="449580" eaLnBrk="1" hangingPunct="1">
              <a:lnSpc>
                <a:spcPct val="90000"/>
              </a:lnSpc>
              <a:spcBef>
                <a:spcPts val="625"/>
              </a:spcBef>
              <a:spcAft>
                <a:spcPts val="25"/>
              </a:spcAft>
              <a:buClr>
                <a:srgbClr val="FF0000"/>
              </a:buClr>
              <a:buSzPct val="55000"/>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dirty="0">
                <a:solidFill>
                  <a:srgbClr val="000000"/>
                </a:solidFill>
                <a:latin typeface="Times New Roman" panose="02020603050405020304" pitchFamily="16" charset="0"/>
                <a:cs typeface="Segoe UI" panose="020B0502040204020203" charset="0"/>
              </a:rPr>
              <a:t>Velocity of electromagnetic wave is a function of the density of the medium</a:t>
            </a:r>
            <a:endParaRPr lang="en-IN" altLang="en-US" dirty="0">
              <a:solidFill>
                <a:srgbClr val="000000"/>
              </a:solidFill>
              <a:latin typeface="Times New Roman" panose="02020603050405020304" pitchFamily="16" charset="0"/>
              <a:cs typeface="Segoe UI" panose="020B0502040204020203" charset="0"/>
            </a:endParaRPr>
          </a:p>
          <a:p>
            <a:pPr lvl="1" defTabSz="449580" eaLnBrk="1" hangingPunct="1">
              <a:lnSpc>
                <a:spcPct val="90000"/>
              </a:lnSpc>
              <a:spcBef>
                <a:spcPts val="625"/>
              </a:spcBef>
              <a:spcAft>
                <a:spcPts val="25"/>
              </a:spcAft>
              <a:buClr>
                <a:srgbClr val="FF0000"/>
              </a:buClr>
              <a:buSzPct val="55000"/>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dirty="0">
                <a:solidFill>
                  <a:srgbClr val="000000"/>
                </a:solidFill>
                <a:latin typeface="Times New Roman" panose="02020603050405020304" pitchFamily="16" charset="0"/>
                <a:cs typeface="Segoe UI" panose="020B0502040204020203" charset="0"/>
              </a:rPr>
              <a:t>When wave changes medium, speed changes</a:t>
            </a:r>
            <a:endParaRPr lang="en-IN" altLang="en-US" dirty="0">
              <a:solidFill>
                <a:srgbClr val="000000"/>
              </a:solidFill>
              <a:latin typeface="Times New Roman" panose="02020603050405020304" pitchFamily="16" charset="0"/>
              <a:cs typeface="Segoe UI" panose="020B0502040204020203" charset="0"/>
            </a:endParaRPr>
          </a:p>
          <a:p>
            <a:pPr lvl="1" defTabSz="449580" eaLnBrk="1" hangingPunct="1">
              <a:lnSpc>
                <a:spcPct val="90000"/>
              </a:lnSpc>
              <a:spcBef>
                <a:spcPts val="625"/>
              </a:spcBef>
              <a:spcAft>
                <a:spcPts val="25"/>
              </a:spcAft>
              <a:buClr>
                <a:srgbClr val="FF0000"/>
              </a:buClr>
              <a:buSzPct val="55000"/>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dirty="0">
                <a:solidFill>
                  <a:srgbClr val="000000"/>
                </a:solidFill>
                <a:latin typeface="Times New Roman" panose="02020603050405020304" pitchFamily="16" charset="0"/>
                <a:cs typeface="Segoe UI" panose="020B0502040204020203" charset="0"/>
              </a:rPr>
              <a:t>Wave bends at the boundary between mediums</a:t>
            </a:r>
            <a:endParaRPr lang="en-IN" altLang="en-US" dirty="0">
              <a:solidFill>
                <a:srgbClr val="000000"/>
              </a:solidFill>
              <a:latin typeface="Times New Roman" panose="02020603050405020304" pitchFamily="16" charset="0"/>
              <a:ea typeface="Segoe UI" panose="020B0502040204020203" charset="0"/>
            </a:endParaRPr>
          </a:p>
        </p:txBody>
      </p:sp>
    </p:spTree>
  </p:cSld>
  <p:clrMapOvr>
    <a:masterClrMapping/>
  </p:clrMapOvr>
  <p:transition spd="slow"/>
  <p:timing>
    <p:tnLst>
      <p:par>
        <p:cTn id="1" dur="indefinite"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51202" name="Text Box 1"/>
          <p:cNvSpPr txBox="1"/>
          <p:nvPr/>
        </p:nvSpPr>
        <p:spPr>
          <a:xfrm>
            <a:off x="1150938" y="152400"/>
            <a:ext cx="7793037" cy="1143000"/>
          </a:xfrm>
          <a:prstGeom prst="rect">
            <a:avLst/>
          </a:prstGeom>
          <a:noFill/>
          <a:ln w="9525">
            <a:noFill/>
          </a:ln>
        </p:spPr>
        <p:txBody>
          <a:bodyPr lIns="90000" tIns="46800" rIns="90000" bIns="46800" anchor="b" anchorCtr="0"/>
          <a:p>
            <a:pPr defTabSz="449580" eaLnBrk="1" hangingPunct="1">
              <a:spcBef>
                <a:spcPts val="25"/>
              </a:spcBef>
              <a:spcAft>
                <a:spcPts val="25"/>
              </a:spcAft>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sz="4400" dirty="0">
                <a:solidFill>
                  <a:srgbClr val="333399"/>
                </a:solidFill>
                <a:latin typeface="Times New Roman" panose="02020603050405020304" pitchFamily="16" charset="0"/>
              </a:rPr>
              <a:t>LOS Wireless Transmission Impairments</a:t>
            </a:r>
            <a:endParaRPr lang="en-IN" altLang="en-US" sz="4400" dirty="0">
              <a:solidFill>
                <a:srgbClr val="333399"/>
              </a:solidFill>
              <a:latin typeface="Times New Roman" panose="02020603050405020304" pitchFamily="16" charset="0"/>
            </a:endParaRPr>
          </a:p>
        </p:txBody>
      </p:sp>
      <p:sp>
        <p:nvSpPr>
          <p:cNvPr id="51203" name="Text Box 2"/>
          <p:cNvSpPr txBox="1"/>
          <p:nvPr/>
        </p:nvSpPr>
        <p:spPr>
          <a:xfrm>
            <a:off x="1182688" y="1552575"/>
            <a:ext cx="7772400" cy="4114800"/>
          </a:xfrm>
          <a:prstGeom prst="rect">
            <a:avLst/>
          </a:prstGeom>
          <a:noFill/>
          <a:ln w="9525">
            <a:noFill/>
          </a:ln>
        </p:spPr>
        <p:txBody>
          <a:bodyPr lIns="90000" tIns="46800" rIns="90000" bIns="46800"/>
          <a:p>
            <a:pPr marL="342900" indent="-342900" defTabSz="449580" eaLnBrk="1" hangingPunct="1">
              <a:spcBef>
                <a:spcPts val="825"/>
              </a:spcBef>
              <a:spcAft>
                <a:spcPts val="25"/>
              </a:spcAft>
              <a:buClr>
                <a:srgbClr val="3333CC"/>
              </a:buClr>
              <a:buSzPct val="60000"/>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sz="2800" dirty="0">
                <a:solidFill>
                  <a:srgbClr val="000000"/>
                </a:solidFill>
                <a:latin typeface="Times New Roman" panose="02020603050405020304" pitchFamily="16" charset="0"/>
                <a:cs typeface="Segoe UI" panose="020B0502040204020203" charset="0"/>
              </a:rPr>
              <a:t>Attenuation and attenuation distortion</a:t>
            </a:r>
            <a:endParaRPr lang="en-IN" altLang="en-US" sz="2800" dirty="0">
              <a:solidFill>
                <a:srgbClr val="000000"/>
              </a:solidFill>
              <a:latin typeface="Times New Roman" panose="02020603050405020304" pitchFamily="16" charset="0"/>
              <a:cs typeface="Segoe UI" panose="020B0502040204020203" charset="0"/>
            </a:endParaRPr>
          </a:p>
          <a:p>
            <a:pPr marL="342900" indent="-342900" defTabSz="449580" eaLnBrk="1" hangingPunct="1">
              <a:spcBef>
                <a:spcPts val="825"/>
              </a:spcBef>
              <a:spcAft>
                <a:spcPts val="25"/>
              </a:spcAft>
              <a:buClr>
                <a:srgbClr val="3333CC"/>
              </a:buClr>
              <a:buSzPct val="60000"/>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sz="2800" dirty="0">
                <a:solidFill>
                  <a:srgbClr val="000000"/>
                </a:solidFill>
                <a:latin typeface="Times New Roman" panose="02020603050405020304" pitchFamily="16" charset="0"/>
                <a:cs typeface="Segoe UI" panose="020B0502040204020203" charset="0"/>
              </a:rPr>
              <a:t>Free space loss</a:t>
            </a:r>
            <a:endParaRPr lang="en-IN" altLang="en-US" sz="2800" dirty="0">
              <a:solidFill>
                <a:srgbClr val="000000"/>
              </a:solidFill>
              <a:latin typeface="Times New Roman" panose="02020603050405020304" pitchFamily="16" charset="0"/>
              <a:cs typeface="Segoe UI" panose="020B0502040204020203" charset="0"/>
            </a:endParaRPr>
          </a:p>
          <a:p>
            <a:pPr marL="342900" indent="-342900" defTabSz="449580" eaLnBrk="1" hangingPunct="1">
              <a:spcBef>
                <a:spcPts val="825"/>
              </a:spcBef>
              <a:spcAft>
                <a:spcPts val="25"/>
              </a:spcAft>
              <a:buClr>
                <a:srgbClr val="3333CC"/>
              </a:buClr>
              <a:buSzPct val="60000"/>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sz="2800" dirty="0">
                <a:solidFill>
                  <a:srgbClr val="000000"/>
                </a:solidFill>
                <a:latin typeface="Times New Roman" panose="02020603050405020304" pitchFamily="16" charset="0"/>
                <a:cs typeface="Segoe UI" panose="020B0502040204020203" charset="0"/>
              </a:rPr>
              <a:t>Noise</a:t>
            </a:r>
            <a:endParaRPr lang="en-IN" altLang="en-US" sz="2800" dirty="0">
              <a:solidFill>
                <a:srgbClr val="000000"/>
              </a:solidFill>
              <a:latin typeface="Times New Roman" panose="02020603050405020304" pitchFamily="16" charset="0"/>
              <a:cs typeface="Segoe UI" panose="020B0502040204020203" charset="0"/>
            </a:endParaRPr>
          </a:p>
          <a:p>
            <a:pPr marL="342900" indent="-342900" defTabSz="449580" eaLnBrk="1" hangingPunct="1">
              <a:spcBef>
                <a:spcPts val="825"/>
              </a:spcBef>
              <a:spcAft>
                <a:spcPts val="25"/>
              </a:spcAft>
              <a:buClr>
                <a:srgbClr val="3333CC"/>
              </a:buClr>
              <a:buSzPct val="60000"/>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sz="2800" dirty="0">
                <a:solidFill>
                  <a:srgbClr val="000000"/>
                </a:solidFill>
                <a:latin typeface="Times New Roman" panose="02020603050405020304" pitchFamily="16" charset="0"/>
                <a:cs typeface="Segoe UI" panose="020B0502040204020203" charset="0"/>
              </a:rPr>
              <a:t>Atmospheric absorption</a:t>
            </a:r>
            <a:endParaRPr lang="en-IN" altLang="en-US" sz="2800" dirty="0">
              <a:solidFill>
                <a:srgbClr val="000000"/>
              </a:solidFill>
              <a:latin typeface="Times New Roman" panose="02020603050405020304" pitchFamily="16" charset="0"/>
              <a:cs typeface="Segoe UI" panose="020B0502040204020203" charset="0"/>
            </a:endParaRPr>
          </a:p>
          <a:p>
            <a:pPr marL="342900" indent="-342900" defTabSz="449580" eaLnBrk="1" hangingPunct="1">
              <a:spcBef>
                <a:spcPts val="825"/>
              </a:spcBef>
              <a:spcAft>
                <a:spcPts val="25"/>
              </a:spcAft>
              <a:buClr>
                <a:srgbClr val="3333CC"/>
              </a:buClr>
              <a:buSzPct val="60000"/>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sz="2800" dirty="0">
                <a:solidFill>
                  <a:srgbClr val="000000"/>
                </a:solidFill>
                <a:latin typeface="Times New Roman" panose="02020603050405020304" pitchFamily="16" charset="0"/>
                <a:cs typeface="Segoe UI" panose="020B0502040204020203" charset="0"/>
              </a:rPr>
              <a:t>Multipath</a:t>
            </a:r>
            <a:endParaRPr lang="en-IN" altLang="en-US" sz="2800" dirty="0">
              <a:solidFill>
                <a:srgbClr val="000000"/>
              </a:solidFill>
              <a:latin typeface="Times New Roman" panose="02020603050405020304" pitchFamily="16" charset="0"/>
              <a:cs typeface="Segoe UI" panose="020B0502040204020203" charset="0"/>
            </a:endParaRPr>
          </a:p>
          <a:p>
            <a:pPr marL="342900" indent="-342900" defTabSz="449580" eaLnBrk="1" hangingPunct="1">
              <a:spcBef>
                <a:spcPts val="825"/>
              </a:spcBef>
              <a:spcAft>
                <a:spcPts val="25"/>
              </a:spcAft>
              <a:buClr>
                <a:srgbClr val="3333CC"/>
              </a:buClr>
              <a:buSzPct val="60000"/>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sz="2800" dirty="0">
                <a:solidFill>
                  <a:srgbClr val="000000"/>
                </a:solidFill>
                <a:latin typeface="Times New Roman" panose="02020603050405020304" pitchFamily="16" charset="0"/>
                <a:cs typeface="Segoe UI" panose="020B0502040204020203" charset="0"/>
              </a:rPr>
              <a:t>Refraction</a:t>
            </a:r>
            <a:endParaRPr lang="en-IN" altLang="en-US" sz="2800" dirty="0">
              <a:solidFill>
                <a:srgbClr val="000000"/>
              </a:solidFill>
              <a:latin typeface="Times New Roman" panose="02020603050405020304" pitchFamily="16" charset="0"/>
              <a:ea typeface="Segoe UI" panose="020B0502040204020203" charset="0"/>
            </a:endParaRPr>
          </a:p>
        </p:txBody>
      </p:sp>
    </p:spTree>
  </p:cSld>
  <p:clrMapOvr>
    <a:masterClrMapping/>
  </p:clrMapOvr>
  <p:transition spd="slow"/>
  <p:timing>
    <p:tnLst>
      <p:par>
        <p:cTn id="1" dur="indefinite"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53250" name="Text Box 1"/>
          <p:cNvSpPr txBox="1"/>
          <p:nvPr/>
        </p:nvSpPr>
        <p:spPr>
          <a:xfrm>
            <a:off x="1150938" y="152400"/>
            <a:ext cx="7793037" cy="1143000"/>
          </a:xfrm>
          <a:prstGeom prst="rect">
            <a:avLst/>
          </a:prstGeom>
          <a:noFill/>
          <a:ln w="9525">
            <a:noFill/>
          </a:ln>
        </p:spPr>
        <p:txBody>
          <a:bodyPr lIns="90000" tIns="46800" rIns="90000" bIns="46800" anchor="b" anchorCtr="0"/>
          <a:p>
            <a:pPr defTabSz="449580" eaLnBrk="1" hangingPunct="1">
              <a:spcBef>
                <a:spcPts val="25"/>
              </a:spcBef>
              <a:spcAft>
                <a:spcPts val="25"/>
              </a:spcAft>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sz="4400" dirty="0">
                <a:solidFill>
                  <a:srgbClr val="333399"/>
                </a:solidFill>
                <a:latin typeface="Times New Roman" panose="02020603050405020304" pitchFamily="16" charset="0"/>
              </a:rPr>
              <a:t>Error Compensation Mechanisms</a:t>
            </a:r>
            <a:endParaRPr lang="en-IN" altLang="en-US" sz="4400" dirty="0">
              <a:solidFill>
                <a:srgbClr val="333399"/>
              </a:solidFill>
              <a:latin typeface="Times New Roman" panose="02020603050405020304" pitchFamily="16" charset="0"/>
            </a:endParaRPr>
          </a:p>
        </p:txBody>
      </p:sp>
      <p:sp>
        <p:nvSpPr>
          <p:cNvPr id="53251" name="Text Box 2"/>
          <p:cNvSpPr txBox="1"/>
          <p:nvPr/>
        </p:nvSpPr>
        <p:spPr>
          <a:xfrm>
            <a:off x="1331278" y="1916430"/>
            <a:ext cx="7772400" cy="4114800"/>
          </a:xfrm>
          <a:prstGeom prst="rect">
            <a:avLst/>
          </a:prstGeom>
          <a:noFill/>
          <a:ln w="9525">
            <a:noFill/>
          </a:ln>
        </p:spPr>
        <p:txBody>
          <a:bodyPr lIns="90000" tIns="46800" rIns="90000" bIns="46800"/>
          <a:p>
            <a:pPr marL="342900" indent="-342900" defTabSz="449580" eaLnBrk="1" hangingPunct="1">
              <a:spcBef>
                <a:spcPts val="825"/>
              </a:spcBef>
              <a:spcAft>
                <a:spcPts val="25"/>
              </a:spcAft>
              <a:buClr>
                <a:srgbClr val="3333CC"/>
              </a:buClr>
              <a:buSzPct val="60000"/>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sz="2800" dirty="0">
                <a:solidFill>
                  <a:srgbClr val="000000"/>
                </a:solidFill>
                <a:latin typeface="Times New Roman" panose="02020603050405020304" pitchFamily="16" charset="0"/>
                <a:cs typeface="Segoe UI" panose="020B0502040204020203" charset="0"/>
              </a:rPr>
              <a:t>Forward error correction</a:t>
            </a:r>
            <a:endParaRPr lang="en-IN" altLang="en-US" sz="2800" dirty="0">
              <a:solidFill>
                <a:srgbClr val="000000"/>
              </a:solidFill>
              <a:latin typeface="Times New Roman" panose="02020603050405020304" pitchFamily="16" charset="0"/>
              <a:cs typeface="Segoe UI" panose="020B0502040204020203" charset="0"/>
            </a:endParaRPr>
          </a:p>
          <a:p>
            <a:pPr marL="342900" indent="-342900" defTabSz="449580" eaLnBrk="1" hangingPunct="1">
              <a:spcBef>
                <a:spcPts val="825"/>
              </a:spcBef>
              <a:spcAft>
                <a:spcPts val="25"/>
              </a:spcAft>
              <a:buClr>
                <a:srgbClr val="3333CC"/>
              </a:buClr>
              <a:buSzPct val="60000"/>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sz="2800" dirty="0">
                <a:solidFill>
                  <a:srgbClr val="000000"/>
                </a:solidFill>
                <a:latin typeface="Times New Roman" panose="02020603050405020304" pitchFamily="16" charset="0"/>
                <a:cs typeface="Segoe UI" panose="020B0502040204020203" charset="0"/>
              </a:rPr>
              <a:t>Adaptive equalization</a:t>
            </a:r>
            <a:endParaRPr lang="en-IN" altLang="en-US" sz="2800" dirty="0">
              <a:solidFill>
                <a:srgbClr val="000000"/>
              </a:solidFill>
              <a:latin typeface="Times New Roman" panose="02020603050405020304" pitchFamily="16" charset="0"/>
              <a:cs typeface="Segoe UI" panose="020B0502040204020203" charset="0"/>
            </a:endParaRPr>
          </a:p>
          <a:p>
            <a:pPr marL="342900" indent="-342900" defTabSz="449580" eaLnBrk="1" hangingPunct="1">
              <a:spcBef>
                <a:spcPts val="825"/>
              </a:spcBef>
              <a:spcAft>
                <a:spcPts val="25"/>
              </a:spcAft>
              <a:buClr>
                <a:srgbClr val="3333CC"/>
              </a:buClr>
              <a:buSzPct val="60000"/>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sz="2800" dirty="0">
                <a:solidFill>
                  <a:srgbClr val="000000"/>
                </a:solidFill>
                <a:latin typeface="Times New Roman" panose="02020603050405020304" pitchFamily="16" charset="0"/>
                <a:cs typeface="Segoe UI" panose="020B0502040204020203" charset="0"/>
              </a:rPr>
              <a:t>Diversity techniques</a:t>
            </a:r>
            <a:endParaRPr lang="en-IN" altLang="en-US" sz="2800" dirty="0">
              <a:solidFill>
                <a:srgbClr val="000000"/>
              </a:solidFill>
              <a:latin typeface="Times New Roman" panose="02020603050405020304" pitchFamily="16" charset="0"/>
              <a:ea typeface="Segoe UI" panose="020B0502040204020203" charset="0"/>
            </a:endParaRPr>
          </a:p>
        </p:txBody>
      </p:sp>
    </p:spTree>
  </p:cSld>
  <p:clrMapOvr>
    <a:masterClrMapping/>
  </p:clrMapOvr>
  <p:transition spd="slow"/>
  <p:timing>
    <p:tnLst>
      <p:par>
        <p:cTn id="1" dur="indefinite"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55298" name="Text Box 1"/>
          <p:cNvSpPr txBox="1"/>
          <p:nvPr/>
        </p:nvSpPr>
        <p:spPr>
          <a:xfrm>
            <a:off x="1150938" y="152400"/>
            <a:ext cx="7793037" cy="1143000"/>
          </a:xfrm>
          <a:prstGeom prst="rect">
            <a:avLst/>
          </a:prstGeom>
          <a:noFill/>
          <a:ln w="9525">
            <a:noFill/>
          </a:ln>
        </p:spPr>
        <p:txBody>
          <a:bodyPr lIns="90000" tIns="46800" rIns="90000" bIns="46800" anchor="b" anchorCtr="0"/>
          <a:p>
            <a:pPr defTabSz="449580" eaLnBrk="1" hangingPunct="1">
              <a:spcBef>
                <a:spcPts val="25"/>
              </a:spcBef>
              <a:spcAft>
                <a:spcPts val="25"/>
              </a:spcAft>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sz="4400" dirty="0">
                <a:solidFill>
                  <a:srgbClr val="333399"/>
                </a:solidFill>
                <a:latin typeface="Times New Roman" panose="02020603050405020304" pitchFamily="16" charset="0"/>
              </a:rPr>
              <a:t>Forward Error Correction</a:t>
            </a:r>
            <a:endParaRPr lang="en-IN" altLang="en-US" sz="4400" dirty="0">
              <a:solidFill>
                <a:srgbClr val="333399"/>
              </a:solidFill>
              <a:latin typeface="Times New Roman" panose="02020603050405020304" pitchFamily="16" charset="0"/>
            </a:endParaRPr>
          </a:p>
        </p:txBody>
      </p:sp>
      <p:sp>
        <p:nvSpPr>
          <p:cNvPr id="55299" name="Text Box 2"/>
          <p:cNvSpPr txBox="1"/>
          <p:nvPr/>
        </p:nvSpPr>
        <p:spPr>
          <a:xfrm>
            <a:off x="1182688" y="1552575"/>
            <a:ext cx="7772400" cy="4114800"/>
          </a:xfrm>
          <a:prstGeom prst="rect">
            <a:avLst/>
          </a:prstGeom>
          <a:noFill/>
          <a:ln w="9525">
            <a:noFill/>
          </a:ln>
        </p:spPr>
        <p:txBody>
          <a:bodyPr lIns="90000" tIns="46800" rIns="90000" bIns="46800"/>
          <a:p>
            <a:pPr marL="342900" indent="-342900" defTabSz="449580" eaLnBrk="1" hangingPunct="1">
              <a:spcBef>
                <a:spcPts val="725"/>
              </a:spcBef>
              <a:spcAft>
                <a:spcPts val="25"/>
              </a:spcAft>
              <a:buClr>
                <a:srgbClr val="3333CC"/>
              </a:buClr>
              <a:buSzPct val="60000"/>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sz="2800" dirty="0">
                <a:solidFill>
                  <a:srgbClr val="000000"/>
                </a:solidFill>
                <a:latin typeface="Times New Roman" panose="02020603050405020304" pitchFamily="16" charset="0"/>
                <a:cs typeface="Segoe UI" panose="020B0502040204020203" charset="0"/>
              </a:rPr>
              <a:t>Transmitter adds error-correcting code to data block</a:t>
            </a:r>
            <a:endParaRPr lang="en-IN" altLang="en-US" sz="2800" dirty="0">
              <a:solidFill>
                <a:srgbClr val="000000"/>
              </a:solidFill>
              <a:latin typeface="Times New Roman" panose="02020603050405020304" pitchFamily="16" charset="0"/>
              <a:cs typeface="Segoe UI" panose="020B0502040204020203" charset="0"/>
            </a:endParaRPr>
          </a:p>
          <a:p>
            <a:pPr lvl="1" defTabSz="449580" eaLnBrk="1" hangingPunct="1">
              <a:spcBef>
                <a:spcPts val="625"/>
              </a:spcBef>
              <a:spcAft>
                <a:spcPts val="25"/>
              </a:spcAft>
              <a:buClr>
                <a:srgbClr val="FF0000"/>
              </a:buClr>
              <a:buSzPct val="55000"/>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dirty="0">
                <a:solidFill>
                  <a:srgbClr val="000000"/>
                </a:solidFill>
                <a:latin typeface="Times New Roman" panose="02020603050405020304" pitchFamily="16" charset="0"/>
                <a:cs typeface="Segoe UI" panose="020B0502040204020203" charset="0"/>
              </a:rPr>
              <a:t>Code is a function of the data bits</a:t>
            </a:r>
            <a:endParaRPr lang="en-IN" altLang="en-US" dirty="0">
              <a:solidFill>
                <a:srgbClr val="000000"/>
              </a:solidFill>
              <a:latin typeface="Times New Roman" panose="02020603050405020304" pitchFamily="16" charset="0"/>
              <a:cs typeface="Segoe UI" panose="020B0502040204020203" charset="0"/>
            </a:endParaRPr>
          </a:p>
          <a:p>
            <a:pPr marL="342900" indent="-342900" defTabSz="449580" eaLnBrk="1" hangingPunct="1">
              <a:spcBef>
                <a:spcPts val="725"/>
              </a:spcBef>
              <a:spcAft>
                <a:spcPts val="25"/>
              </a:spcAft>
              <a:buClr>
                <a:srgbClr val="3333CC"/>
              </a:buClr>
              <a:buSzPct val="60000"/>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sz="2800" dirty="0">
                <a:solidFill>
                  <a:srgbClr val="000000"/>
                </a:solidFill>
                <a:latin typeface="Times New Roman" panose="02020603050405020304" pitchFamily="16" charset="0"/>
                <a:cs typeface="Segoe UI" panose="020B0502040204020203" charset="0"/>
              </a:rPr>
              <a:t>Receiver calculates error-correcting code from incoming data bits</a:t>
            </a:r>
            <a:endParaRPr lang="en-IN" altLang="en-US" sz="2800" dirty="0">
              <a:solidFill>
                <a:srgbClr val="000000"/>
              </a:solidFill>
              <a:latin typeface="Times New Roman" panose="02020603050405020304" pitchFamily="16" charset="0"/>
              <a:cs typeface="Segoe UI" panose="020B0502040204020203" charset="0"/>
            </a:endParaRPr>
          </a:p>
          <a:p>
            <a:pPr lvl="1" defTabSz="449580" eaLnBrk="1" hangingPunct="1">
              <a:spcBef>
                <a:spcPts val="625"/>
              </a:spcBef>
              <a:spcAft>
                <a:spcPts val="25"/>
              </a:spcAft>
              <a:buClr>
                <a:srgbClr val="FF0000"/>
              </a:buClr>
              <a:buSzPct val="55000"/>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dirty="0">
                <a:solidFill>
                  <a:srgbClr val="000000"/>
                </a:solidFill>
                <a:latin typeface="Times New Roman" panose="02020603050405020304" pitchFamily="16" charset="0"/>
                <a:cs typeface="Segoe UI" panose="020B0502040204020203" charset="0"/>
              </a:rPr>
              <a:t>If calculated code matches incoming code, no error occurred</a:t>
            </a:r>
            <a:endParaRPr lang="en-IN" altLang="en-US" dirty="0">
              <a:solidFill>
                <a:srgbClr val="000000"/>
              </a:solidFill>
              <a:latin typeface="Times New Roman" panose="02020603050405020304" pitchFamily="16" charset="0"/>
              <a:cs typeface="Segoe UI" panose="020B0502040204020203" charset="0"/>
            </a:endParaRPr>
          </a:p>
          <a:p>
            <a:pPr lvl="1" defTabSz="449580" eaLnBrk="1" hangingPunct="1">
              <a:spcBef>
                <a:spcPts val="625"/>
              </a:spcBef>
              <a:spcAft>
                <a:spcPts val="25"/>
              </a:spcAft>
              <a:buClr>
                <a:srgbClr val="FF0000"/>
              </a:buClr>
              <a:buSzPct val="55000"/>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dirty="0">
                <a:solidFill>
                  <a:srgbClr val="000000"/>
                </a:solidFill>
                <a:latin typeface="Times New Roman" panose="02020603050405020304" pitchFamily="16" charset="0"/>
                <a:cs typeface="Segoe UI" panose="020B0502040204020203" charset="0"/>
              </a:rPr>
              <a:t>If error-correcting codes don’t match, receiver attempts to determine bits in error and correct</a:t>
            </a:r>
            <a:endParaRPr lang="en-IN" altLang="en-US" dirty="0">
              <a:solidFill>
                <a:srgbClr val="000000"/>
              </a:solidFill>
              <a:latin typeface="Times New Roman" panose="02020603050405020304" pitchFamily="16" charset="0"/>
              <a:ea typeface="Segoe UI" panose="020B0502040204020203" charset="0"/>
            </a:endParaRPr>
          </a:p>
        </p:txBody>
      </p:sp>
    </p:spTree>
  </p:cSld>
  <p:clrMapOvr>
    <a:masterClrMapping/>
  </p:clrMapOvr>
  <p:transition spd="slow"/>
  <p:timing>
    <p:tnLst>
      <p:par>
        <p:cTn id="1" dur="indefinite"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57346" name="Text Box 1"/>
          <p:cNvSpPr txBox="1"/>
          <p:nvPr/>
        </p:nvSpPr>
        <p:spPr>
          <a:xfrm>
            <a:off x="1150938" y="152400"/>
            <a:ext cx="7793037" cy="1143000"/>
          </a:xfrm>
          <a:prstGeom prst="rect">
            <a:avLst/>
          </a:prstGeom>
          <a:noFill/>
          <a:ln w="9525">
            <a:noFill/>
          </a:ln>
        </p:spPr>
        <p:txBody>
          <a:bodyPr lIns="90000" tIns="46800" rIns="90000" bIns="46800" anchor="b" anchorCtr="0"/>
          <a:p>
            <a:pPr defTabSz="449580" eaLnBrk="1" hangingPunct="1">
              <a:spcBef>
                <a:spcPts val="25"/>
              </a:spcBef>
              <a:spcAft>
                <a:spcPts val="25"/>
              </a:spcAft>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sz="4400" dirty="0">
                <a:solidFill>
                  <a:srgbClr val="333399"/>
                </a:solidFill>
                <a:latin typeface="Times New Roman" panose="02020603050405020304" pitchFamily="16" charset="0"/>
              </a:rPr>
              <a:t>Adaptive Equalization</a:t>
            </a:r>
            <a:endParaRPr lang="en-IN" altLang="en-US" sz="4400" dirty="0">
              <a:solidFill>
                <a:srgbClr val="333399"/>
              </a:solidFill>
              <a:latin typeface="Times New Roman" panose="02020603050405020304" pitchFamily="16" charset="0"/>
            </a:endParaRPr>
          </a:p>
        </p:txBody>
      </p:sp>
      <p:sp>
        <p:nvSpPr>
          <p:cNvPr id="57347" name="Text Box 2"/>
          <p:cNvSpPr txBox="1"/>
          <p:nvPr/>
        </p:nvSpPr>
        <p:spPr>
          <a:xfrm>
            <a:off x="1182688" y="1552575"/>
            <a:ext cx="7772400" cy="4114800"/>
          </a:xfrm>
          <a:prstGeom prst="rect">
            <a:avLst/>
          </a:prstGeom>
          <a:noFill/>
          <a:ln w="9525">
            <a:noFill/>
          </a:ln>
        </p:spPr>
        <p:txBody>
          <a:bodyPr lIns="90000" tIns="46800" rIns="90000" bIns="46800"/>
          <a:p>
            <a:pPr marL="342900" indent="-342900" defTabSz="449580" eaLnBrk="1" hangingPunct="1">
              <a:lnSpc>
                <a:spcPct val="90000"/>
              </a:lnSpc>
              <a:spcBef>
                <a:spcPts val="725"/>
              </a:spcBef>
              <a:spcAft>
                <a:spcPts val="25"/>
              </a:spcAft>
              <a:buClr>
                <a:srgbClr val="3333CC"/>
              </a:buClr>
              <a:buSzPct val="60000"/>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sz="2800" dirty="0">
                <a:solidFill>
                  <a:srgbClr val="000000"/>
                </a:solidFill>
                <a:latin typeface="Times New Roman" panose="02020603050405020304" pitchFamily="16" charset="0"/>
                <a:cs typeface="Segoe UI" panose="020B0502040204020203" charset="0"/>
              </a:rPr>
              <a:t>Can be applied to transmissions that carry analog or digital information</a:t>
            </a:r>
            <a:endParaRPr lang="en-IN" altLang="en-US" sz="2800" dirty="0">
              <a:solidFill>
                <a:srgbClr val="000000"/>
              </a:solidFill>
              <a:latin typeface="Times New Roman" panose="02020603050405020304" pitchFamily="16" charset="0"/>
              <a:cs typeface="Segoe UI" panose="020B0502040204020203" charset="0"/>
            </a:endParaRPr>
          </a:p>
          <a:p>
            <a:pPr lvl="1" defTabSz="449580" eaLnBrk="1" hangingPunct="1">
              <a:lnSpc>
                <a:spcPct val="90000"/>
              </a:lnSpc>
              <a:spcBef>
                <a:spcPts val="625"/>
              </a:spcBef>
              <a:spcAft>
                <a:spcPts val="25"/>
              </a:spcAft>
              <a:buClr>
                <a:srgbClr val="FF0000"/>
              </a:buClr>
              <a:buSzPct val="55000"/>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dirty="0">
                <a:solidFill>
                  <a:srgbClr val="000000"/>
                </a:solidFill>
                <a:latin typeface="Times New Roman" panose="02020603050405020304" pitchFamily="16" charset="0"/>
                <a:cs typeface="Segoe UI" panose="020B0502040204020203" charset="0"/>
              </a:rPr>
              <a:t>Analog voice or video</a:t>
            </a:r>
            <a:endParaRPr lang="en-IN" altLang="en-US" dirty="0">
              <a:solidFill>
                <a:srgbClr val="000000"/>
              </a:solidFill>
              <a:latin typeface="Times New Roman" panose="02020603050405020304" pitchFamily="16" charset="0"/>
              <a:cs typeface="Segoe UI" panose="020B0502040204020203" charset="0"/>
            </a:endParaRPr>
          </a:p>
          <a:p>
            <a:pPr lvl="1" defTabSz="449580" eaLnBrk="1" hangingPunct="1">
              <a:lnSpc>
                <a:spcPct val="90000"/>
              </a:lnSpc>
              <a:spcBef>
                <a:spcPts val="625"/>
              </a:spcBef>
              <a:spcAft>
                <a:spcPts val="25"/>
              </a:spcAft>
              <a:buClr>
                <a:srgbClr val="FF0000"/>
              </a:buClr>
              <a:buSzPct val="55000"/>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dirty="0">
                <a:solidFill>
                  <a:srgbClr val="000000"/>
                </a:solidFill>
                <a:latin typeface="Times New Roman" panose="02020603050405020304" pitchFamily="16" charset="0"/>
                <a:cs typeface="Segoe UI" panose="020B0502040204020203" charset="0"/>
              </a:rPr>
              <a:t>Digital data, digitized voice or video</a:t>
            </a:r>
            <a:endParaRPr lang="en-IN" altLang="en-US" dirty="0">
              <a:solidFill>
                <a:srgbClr val="000000"/>
              </a:solidFill>
              <a:latin typeface="Times New Roman" panose="02020603050405020304" pitchFamily="16" charset="0"/>
              <a:cs typeface="Segoe UI" panose="020B0502040204020203" charset="0"/>
            </a:endParaRPr>
          </a:p>
          <a:p>
            <a:pPr marL="342900" indent="-342900" defTabSz="449580" eaLnBrk="1" hangingPunct="1">
              <a:lnSpc>
                <a:spcPct val="90000"/>
              </a:lnSpc>
              <a:spcBef>
                <a:spcPts val="725"/>
              </a:spcBef>
              <a:spcAft>
                <a:spcPts val="25"/>
              </a:spcAft>
              <a:buClr>
                <a:srgbClr val="3333CC"/>
              </a:buClr>
              <a:buSzPct val="60000"/>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sz="2800" dirty="0">
                <a:solidFill>
                  <a:srgbClr val="000000"/>
                </a:solidFill>
                <a:latin typeface="Times New Roman" panose="02020603050405020304" pitchFamily="16" charset="0"/>
                <a:cs typeface="Segoe UI" panose="020B0502040204020203" charset="0"/>
              </a:rPr>
              <a:t>Used to combat intersymbol interference</a:t>
            </a:r>
            <a:endParaRPr lang="en-IN" altLang="en-US" sz="2800" dirty="0">
              <a:solidFill>
                <a:srgbClr val="000000"/>
              </a:solidFill>
              <a:latin typeface="Times New Roman" panose="02020603050405020304" pitchFamily="16" charset="0"/>
              <a:cs typeface="Segoe UI" panose="020B0502040204020203" charset="0"/>
            </a:endParaRPr>
          </a:p>
          <a:p>
            <a:pPr marL="342900" indent="-342900" defTabSz="449580" eaLnBrk="1" hangingPunct="1">
              <a:lnSpc>
                <a:spcPct val="90000"/>
              </a:lnSpc>
              <a:spcBef>
                <a:spcPts val="725"/>
              </a:spcBef>
              <a:spcAft>
                <a:spcPts val="25"/>
              </a:spcAft>
              <a:buClr>
                <a:srgbClr val="3333CC"/>
              </a:buClr>
              <a:buSzPct val="60000"/>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sz="2800" dirty="0">
                <a:solidFill>
                  <a:srgbClr val="000000"/>
                </a:solidFill>
                <a:latin typeface="Times New Roman" panose="02020603050405020304" pitchFamily="16" charset="0"/>
                <a:cs typeface="Segoe UI" panose="020B0502040204020203" charset="0"/>
              </a:rPr>
              <a:t>Involves gathering dispersed symbol energy back into its original time interval</a:t>
            </a:r>
            <a:endParaRPr lang="en-IN" altLang="en-US" sz="2800" dirty="0">
              <a:solidFill>
                <a:srgbClr val="000000"/>
              </a:solidFill>
              <a:latin typeface="Times New Roman" panose="02020603050405020304" pitchFamily="16" charset="0"/>
              <a:cs typeface="Segoe UI" panose="020B0502040204020203" charset="0"/>
            </a:endParaRPr>
          </a:p>
          <a:p>
            <a:pPr marL="342900" indent="-342900" defTabSz="449580" eaLnBrk="1" hangingPunct="1">
              <a:lnSpc>
                <a:spcPct val="90000"/>
              </a:lnSpc>
              <a:spcBef>
                <a:spcPts val="725"/>
              </a:spcBef>
              <a:spcAft>
                <a:spcPts val="25"/>
              </a:spcAft>
              <a:buClr>
                <a:srgbClr val="3333CC"/>
              </a:buClr>
              <a:buSzPct val="60000"/>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sz="2800" dirty="0">
                <a:solidFill>
                  <a:srgbClr val="000000"/>
                </a:solidFill>
                <a:latin typeface="Times New Roman" panose="02020603050405020304" pitchFamily="16" charset="0"/>
                <a:cs typeface="Segoe UI" panose="020B0502040204020203" charset="0"/>
              </a:rPr>
              <a:t>Techniques</a:t>
            </a:r>
            <a:endParaRPr lang="en-IN" altLang="en-US" sz="2800" dirty="0">
              <a:solidFill>
                <a:srgbClr val="000000"/>
              </a:solidFill>
              <a:latin typeface="Times New Roman" panose="02020603050405020304" pitchFamily="16" charset="0"/>
              <a:cs typeface="Segoe UI" panose="020B0502040204020203" charset="0"/>
            </a:endParaRPr>
          </a:p>
          <a:p>
            <a:pPr lvl="1" defTabSz="449580" eaLnBrk="1" hangingPunct="1">
              <a:lnSpc>
                <a:spcPct val="90000"/>
              </a:lnSpc>
              <a:spcBef>
                <a:spcPts val="625"/>
              </a:spcBef>
              <a:spcAft>
                <a:spcPts val="25"/>
              </a:spcAft>
              <a:buClr>
                <a:srgbClr val="FF0000"/>
              </a:buClr>
              <a:buSzPct val="55000"/>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dirty="0">
                <a:solidFill>
                  <a:srgbClr val="000000"/>
                </a:solidFill>
                <a:latin typeface="Times New Roman" panose="02020603050405020304" pitchFamily="16" charset="0"/>
                <a:cs typeface="Segoe UI" panose="020B0502040204020203" charset="0"/>
              </a:rPr>
              <a:t>Lumped analog circuits</a:t>
            </a:r>
            <a:endParaRPr lang="en-IN" altLang="en-US" dirty="0">
              <a:solidFill>
                <a:srgbClr val="000000"/>
              </a:solidFill>
              <a:latin typeface="Times New Roman" panose="02020603050405020304" pitchFamily="16" charset="0"/>
              <a:cs typeface="Segoe UI" panose="020B0502040204020203" charset="0"/>
            </a:endParaRPr>
          </a:p>
          <a:p>
            <a:pPr lvl="1" defTabSz="449580" eaLnBrk="1" hangingPunct="1">
              <a:lnSpc>
                <a:spcPct val="90000"/>
              </a:lnSpc>
              <a:spcBef>
                <a:spcPts val="625"/>
              </a:spcBef>
              <a:spcAft>
                <a:spcPts val="25"/>
              </a:spcAft>
              <a:buClr>
                <a:srgbClr val="FF0000"/>
              </a:buClr>
              <a:buSzPct val="55000"/>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dirty="0">
                <a:solidFill>
                  <a:srgbClr val="000000"/>
                </a:solidFill>
                <a:latin typeface="Times New Roman" panose="02020603050405020304" pitchFamily="16" charset="0"/>
                <a:cs typeface="Segoe UI" panose="020B0502040204020203" charset="0"/>
              </a:rPr>
              <a:t>Sophisticated digital signal processing algorithms</a:t>
            </a:r>
            <a:endParaRPr lang="en-IN" altLang="en-US" dirty="0">
              <a:solidFill>
                <a:srgbClr val="000000"/>
              </a:solidFill>
              <a:latin typeface="Times New Roman" panose="02020603050405020304" pitchFamily="16" charset="0"/>
              <a:ea typeface="Segoe UI" panose="020B0502040204020203" charset="0"/>
            </a:endParaRPr>
          </a:p>
        </p:txBody>
      </p:sp>
    </p:spTree>
  </p:cSld>
  <p:clrMapOvr>
    <a:masterClrMapping/>
  </p:clrMapOvr>
  <p:transition spd="slow"/>
  <p:timing>
    <p:tnLst>
      <p:par>
        <p:cTn id="1" dur="indefinite"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59394" name="Text Box 1"/>
          <p:cNvSpPr txBox="1"/>
          <p:nvPr/>
        </p:nvSpPr>
        <p:spPr>
          <a:xfrm>
            <a:off x="1150938" y="152400"/>
            <a:ext cx="7793037" cy="1143000"/>
          </a:xfrm>
          <a:prstGeom prst="rect">
            <a:avLst/>
          </a:prstGeom>
          <a:noFill/>
          <a:ln w="9525">
            <a:noFill/>
          </a:ln>
        </p:spPr>
        <p:txBody>
          <a:bodyPr lIns="90000" tIns="46800" rIns="90000" bIns="46800" anchor="b" anchorCtr="0"/>
          <a:p>
            <a:pPr defTabSz="449580" eaLnBrk="1" hangingPunct="1">
              <a:spcBef>
                <a:spcPts val="25"/>
              </a:spcBef>
              <a:spcAft>
                <a:spcPts val="25"/>
              </a:spcAft>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sz="4400" dirty="0">
                <a:solidFill>
                  <a:srgbClr val="333399"/>
                </a:solidFill>
                <a:latin typeface="Times New Roman" panose="02020603050405020304" pitchFamily="16" charset="0"/>
              </a:rPr>
              <a:t>Diversity Techniques</a:t>
            </a:r>
            <a:endParaRPr lang="en-IN" altLang="en-US" sz="4400" dirty="0">
              <a:solidFill>
                <a:srgbClr val="333399"/>
              </a:solidFill>
              <a:latin typeface="Times New Roman" panose="02020603050405020304" pitchFamily="16" charset="0"/>
            </a:endParaRPr>
          </a:p>
        </p:txBody>
      </p:sp>
      <p:sp>
        <p:nvSpPr>
          <p:cNvPr id="59395" name="Text Box 2"/>
          <p:cNvSpPr txBox="1"/>
          <p:nvPr/>
        </p:nvSpPr>
        <p:spPr>
          <a:xfrm>
            <a:off x="1182688" y="1552575"/>
            <a:ext cx="7772400" cy="4114800"/>
          </a:xfrm>
          <a:prstGeom prst="rect">
            <a:avLst/>
          </a:prstGeom>
          <a:noFill/>
          <a:ln w="9525">
            <a:noFill/>
          </a:ln>
        </p:spPr>
        <p:txBody>
          <a:bodyPr lIns="90000" tIns="46800" rIns="90000" bIns="46800"/>
          <a:p>
            <a:pPr marL="342900" indent="-342900" defTabSz="449580" eaLnBrk="1" hangingPunct="1">
              <a:lnSpc>
                <a:spcPct val="90000"/>
              </a:lnSpc>
              <a:spcBef>
                <a:spcPts val="725"/>
              </a:spcBef>
              <a:spcAft>
                <a:spcPts val="25"/>
              </a:spcAft>
              <a:buClr>
                <a:srgbClr val="3333CC"/>
              </a:buClr>
              <a:buSzPct val="60000"/>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sz="2800" dirty="0">
                <a:solidFill>
                  <a:srgbClr val="000000"/>
                </a:solidFill>
                <a:latin typeface="Times New Roman" panose="02020603050405020304" pitchFamily="16" charset="0"/>
                <a:cs typeface="Segoe UI" panose="020B0502040204020203" charset="0"/>
              </a:rPr>
              <a:t>Diversity is based on the fact that individual channels experience independent fading events</a:t>
            </a:r>
            <a:endParaRPr lang="en-IN" altLang="en-US" sz="2800" dirty="0">
              <a:solidFill>
                <a:srgbClr val="000000"/>
              </a:solidFill>
              <a:latin typeface="Times New Roman" panose="02020603050405020304" pitchFamily="16" charset="0"/>
              <a:cs typeface="Segoe UI" panose="020B0502040204020203" charset="0"/>
            </a:endParaRPr>
          </a:p>
          <a:p>
            <a:pPr marL="342900" indent="-342900" defTabSz="449580" eaLnBrk="1" hangingPunct="1">
              <a:lnSpc>
                <a:spcPct val="90000"/>
              </a:lnSpc>
              <a:spcBef>
                <a:spcPts val="725"/>
              </a:spcBef>
              <a:spcAft>
                <a:spcPts val="25"/>
              </a:spcAft>
              <a:buClr>
                <a:srgbClr val="3333CC"/>
              </a:buClr>
              <a:buSzPct val="60000"/>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sz="2800" dirty="0">
                <a:solidFill>
                  <a:srgbClr val="000000"/>
                </a:solidFill>
                <a:latin typeface="Times New Roman" panose="02020603050405020304" pitchFamily="16" charset="0"/>
                <a:cs typeface="Segoe UI" panose="020B0502040204020203" charset="0"/>
              </a:rPr>
              <a:t>Space diversity – techniques involving physical transmission path</a:t>
            </a:r>
            <a:endParaRPr lang="en-IN" altLang="en-US" sz="2800" dirty="0">
              <a:solidFill>
                <a:srgbClr val="000000"/>
              </a:solidFill>
              <a:latin typeface="Times New Roman" panose="02020603050405020304" pitchFamily="16" charset="0"/>
              <a:cs typeface="Segoe UI" panose="020B0502040204020203" charset="0"/>
            </a:endParaRPr>
          </a:p>
          <a:p>
            <a:pPr marL="342900" indent="-342900" defTabSz="449580" eaLnBrk="1" hangingPunct="1">
              <a:lnSpc>
                <a:spcPct val="90000"/>
              </a:lnSpc>
              <a:spcBef>
                <a:spcPts val="725"/>
              </a:spcBef>
              <a:spcAft>
                <a:spcPts val="25"/>
              </a:spcAft>
              <a:buClr>
                <a:srgbClr val="3333CC"/>
              </a:buClr>
              <a:buSzPct val="60000"/>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sz="2800" dirty="0">
                <a:solidFill>
                  <a:srgbClr val="000000"/>
                </a:solidFill>
                <a:latin typeface="Times New Roman" panose="02020603050405020304" pitchFamily="16" charset="0"/>
                <a:cs typeface="Segoe UI" panose="020B0502040204020203" charset="0"/>
              </a:rPr>
              <a:t>Frequency diversity – techniques where the signal is spread out over a larger frequency bandwidth or carried on multiple frequency carriers</a:t>
            </a:r>
            <a:endParaRPr lang="en-IN" altLang="en-US" sz="2800" dirty="0">
              <a:solidFill>
                <a:srgbClr val="000000"/>
              </a:solidFill>
              <a:latin typeface="Times New Roman" panose="02020603050405020304" pitchFamily="16" charset="0"/>
              <a:cs typeface="Segoe UI" panose="020B0502040204020203" charset="0"/>
            </a:endParaRPr>
          </a:p>
          <a:p>
            <a:pPr marL="342900" indent="-342900" defTabSz="449580" eaLnBrk="1" hangingPunct="1">
              <a:lnSpc>
                <a:spcPct val="90000"/>
              </a:lnSpc>
              <a:spcBef>
                <a:spcPts val="725"/>
              </a:spcBef>
              <a:spcAft>
                <a:spcPts val="25"/>
              </a:spcAft>
              <a:buClr>
                <a:srgbClr val="3333CC"/>
              </a:buClr>
              <a:buSzPct val="60000"/>
              <a:buFont typeface="Wingdings" panose="05000000000000000000"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3355" algn="l"/>
                <a:tab pos="10782300" algn="l"/>
              </a:tabLst>
            </a:pPr>
            <a:r>
              <a:rPr lang="en-IN" altLang="en-US" sz="2800" dirty="0">
                <a:solidFill>
                  <a:srgbClr val="000000"/>
                </a:solidFill>
                <a:latin typeface="Times New Roman" panose="02020603050405020304" pitchFamily="16" charset="0"/>
                <a:cs typeface="Segoe UI" panose="020B0502040204020203" charset="0"/>
              </a:rPr>
              <a:t>Time diversity – techniques aimed at spreading the data out over time</a:t>
            </a:r>
            <a:endParaRPr lang="en-IN" altLang="en-US" sz="2800" dirty="0">
              <a:solidFill>
                <a:srgbClr val="000000"/>
              </a:solidFill>
              <a:latin typeface="Times New Roman" panose="02020603050405020304" pitchFamily="16" charset="0"/>
              <a:ea typeface="Segoe UI" panose="020B0502040204020203" charset="0"/>
            </a:endParaRPr>
          </a:p>
        </p:txBody>
      </p:sp>
    </p:spTree>
  </p:cSld>
  <p:clrMapOvr>
    <a:masterClrMapping/>
  </p:clrMapOvr>
  <p:transition spd="slow"/>
  <p:timing>
    <p:tnLst>
      <p:par>
        <p:cTn id="1" dur="indefinite"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Text Box 1"/>
          <p:cNvSpPr txBox="1"/>
          <p:nvPr/>
        </p:nvSpPr>
        <p:spPr>
          <a:xfrm>
            <a:off x="1150938" y="152400"/>
            <a:ext cx="7791450" cy="1141413"/>
          </a:xfrm>
          <a:prstGeom prst="rect">
            <a:avLst/>
          </a:prstGeom>
          <a:noFill/>
          <a:ln w="9525">
            <a:noFill/>
          </a:ln>
        </p:spPr>
        <p:txBody>
          <a:bodyPr lIns="90000" tIns="46800" rIns="90000" bIns="46800" anchor="b" anchorCtr="0"/>
          <a:p>
            <a:pPr defTabSz="449580" eaLnBrk="1" hangingPunct="1">
              <a:spcBef>
                <a:spcPts val="25"/>
              </a:spcBef>
              <a:spcAft>
                <a:spcPts val="25"/>
              </a:spcAft>
              <a:buClrTx/>
              <a:buFontTx/>
              <a:tabLst>
                <a:tab pos="0" algn="l"/>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r>
              <a:rPr lang="en-GB" altLang="en-US" sz="4400" dirty="0">
                <a:solidFill>
                  <a:srgbClr val="333399"/>
                </a:solidFill>
                <a:latin typeface="Times New Roman" panose="02020603050405020304" pitchFamily="16" charset="0"/>
              </a:rPr>
              <a:t>Conclusion</a:t>
            </a:r>
            <a:endParaRPr lang="en-GB" altLang="en-US" sz="4400" dirty="0">
              <a:solidFill>
                <a:srgbClr val="333399"/>
              </a:solidFill>
              <a:latin typeface="Times New Roman" panose="02020603050405020304" pitchFamily="16" charset="0"/>
            </a:endParaRPr>
          </a:p>
        </p:txBody>
      </p:sp>
      <p:sp>
        <p:nvSpPr>
          <p:cNvPr id="61443" name="Text Box 2"/>
          <p:cNvSpPr txBox="1"/>
          <p:nvPr/>
        </p:nvSpPr>
        <p:spPr>
          <a:xfrm>
            <a:off x="1182688" y="1552575"/>
            <a:ext cx="7770812" cy="4113213"/>
          </a:xfrm>
          <a:prstGeom prst="rect">
            <a:avLst/>
          </a:prstGeom>
          <a:noFill/>
          <a:ln w="9525">
            <a:noFill/>
          </a:ln>
        </p:spPr>
        <p:txBody>
          <a:bodyPr lIns="90000" tIns="46800" rIns="90000" bIns="46800"/>
          <a:p>
            <a:pPr marL="457200" indent="-457200" defTabSz="449580" eaLnBrk="1" hangingPunct="1">
              <a:spcBef>
                <a:spcPts val="825"/>
              </a:spcBef>
              <a:spcAft>
                <a:spcPts val="25"/>
              </a:spcAft>
              <a:buFont typeface="Arial" panose="020B0604020202020204" pitchFamily="34" charset="0"/>
              <a:buChar char="•"/>
              <a:tabLst>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 pos="9434830" algn="l"/>
              </a:tabLst>
            </a:pPr>
            <a:r>
              <a:rPr lang="en-GB" altLang="en-US" sz="2800" dirty="0">
                <a:solidFill>
                  <a:srgbClr val="000000"/>
                </a:solidFill>
                <a:latin typeface="Times New Roman" panose="02020603050405020304" pitchFamily="16" charset="0"/>
                <a:cs typeface="Segoe UI" panose="020B0502040204020203" charset="0"/>
              </a:rPr>
              <a:t>Antenna wave propagation is crucial for wireless communication.</a:t>
            </a:r>
            <a:endParaRPr lang="en-GB" altLang="en-US" sz="2800" dirty="0">
              <a:solidFill>
                <a:srgbClr val="000000"/>
              </a:solidFill>
              <a:latin typeface="Times New Roman" panose="02020603050405020304" pitchFamily="16" charset="0"/>
              <a:cs typeface="Segoe UI" panose="020B0502040204020203" charset="0"/>
            </a:endParaRPr>
          </a:p>
          <a:p>
            <a:pPr marL="457200" indent="-457200" defTabSz="449580" eaLnBrk="1" hangingPunct="1">
              <a:spcBef>
                <a:spcPts val="825"/>
              </a:spcBef>
              <a:spcAft>
                <a:spcPts val="25"/>
              </a:spcAft>
              <a:buFont typeface="Arial" panose="020B0604020202020204" pitchFamily="34" charset="0"/>
              <a:buChar char="•"/>
              <a:tabLst>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 pos="9434830" algn="l"/>
              </a:tabLst>
            </a:pPr>
            <a:r>
              <a:rPr lang="en-GB" altLang="en-US" sz="2800" dirty="0">
                <a:solidFill>
                  <a:srgbClr val="000000"/>
                </a:solidFill>
                <a:latin typeface="Times New Roman" panose="02020603050405020304" pitchFamily="16" charset="0"/>
                <a:cs typeface="Segoe UI" panose="020B0502040204020203" charset="0"/>
              </a:rPr>
              <a:t> Understanding the various propagation mechanisms and antenna types is essential for optimizing communication systems.</a:t>
            </a:r>
            <a:endParaRPr lang="en-GB" altLang="en-US" sz="2800" dirty="0">
              <a:solidFill>
                <a:srgbClr val="000000"/>
              </a:solidFill>
              <a:latin typeface="Times New Roman" panose="02020603050405020304" pitchFamily="16" charset="0"/>
              <a:ea typeface="Segoe UI" panose="020B0502040204020203" charset="0"/>
            </a:endParaRPr>
          </a:p>
        </p:txBody>
      </p:sp>
    </p:spTree>
  </p:cSld>
  <p:clrMapOvr>
    <a:masterClrMapping/>
  </p:clrMapOvr>
  <p:transition spd="slow"/>
  <p:timing>
    <p:tnLst>
      <p:par>
        <p:cTn id="1" dur="indefinite"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pic>
        <p:nvPicPr>
          <p:cNvPr id="63490" name="Picture 1"/>
          <p:cNvPicPr>
            <a:picLocks noChangeAspect="1"/>
          </p:cNvPicPr>
          <p:nvPr/>
        </p:nvPicPr>
        <p:blipFill>
          <a:blip r:embed="rId1"/>
          <a:stretch>
            <a:fillRect/>
          </a:stretch>
        </p:blipFill>
        <p:spPr>
          <a:xfrm>
            <a:off x="0" y="179388"/>
            <a:ext cx="9036050" cy="6119812"/>
          </a:xfrm>
          <a:prstGeom prst="rect">
            <a:avLst/>
          </a:prstGeom>
          <a:noFill/>
          <a:ln w="9525">
            <a:noFill/>
          </a:ln>
        </p:spPr>
      </p:pic>
    </p:spTree>
  </p:cSld>
  <p:clrMapOvr>
    <a:masterClrMapping/>
  </p:clrMapOvr>
  <p:transition spd="slow"/>
  <p:timing>
    <p:tnLst>
      <p:par>
        <p:cTn id="1" dur="indefinite" nodeType="tmRoot"/>
      </p:par>
    </p:tnLst>
  </p:timing>
</p:sld>
</file>

<file path=ppt/theme/theme1.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449580" rtl="0" eaLnBrk="1" fontAlgn="base" latinLnBrk="0" hangingPunct="1">
          <a:lnSpc>
            <a:spcPct val="100000"/>
          </a:lnSpc>
          <a:spcBef>
            <a:spcPts val="40"/>
          </a:spcBef>
          <a:spcAft>
            <a:spcPts val="40"/>
          </a:spcAft>
          <a:buClr>
            <a:srgbClr val="000000"/>
          </a:buClr>
          <a:buSzPct val="100000"/>
          <a:buFont typeface="Times New Roman" panose="02020603050405020304" pitchFamily="16" charset="0"/>
          <a:buNone/>
          <a:defRPr kumimoji="0" lang="en-GB" altLang="en-US" sz="2400" b="0" i="0" u="none" strike="noStrike" cap="none" normalizeH="0" baseline="0" smtClean="0">
            <a:ln>
              <a:noFill/>
            </a:ln>
            <a:solidFill>
              <a:schemeClr val="bg1"/>
            </a:solidFill>
            <a:effectLst/>
            <a:latin typeface="Times New Roman" panose="02020603050405020304" pitchFamily="16" charset="0"/>
            <a:ea typeface="Microsoft YaHei" panose="020B0503020204020204" charset="-122"/>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449580" rtl="0" eaLnBrk="1" fontAlgn="base" latinLnBrk="0" hangingPunct="1">
          <a:lnSpc>
            <a:spcPct val="100000"/>
          </a:lnSpc>
          <a:spcBef>
            <a:spcPts val="40"/>
          </a:spcBef>
          <a:spcAft>
            <a:spcPts val="40"/>
          </a:spcAft>
          <a:buClr>
            <a:srgbClr val="000000"/>
          </a:buClr>
          <a:buSzPct val="100000"/>
          <a:buFont typeface="Times New Roman" panose="02020603050405020304" pitchFamily="16" charset="0"/>
          <a:buNone/>
          <a:defRPr kumimoji="0" lang="en-GB" altLang="en-US" sz="2400" b="0" i="0" u="none" strike="noStrike" cap="none" normalizeH="0" baseline="0" smtClean="0">
            <a:ln>
              <a:noFill/>
            </a:ln>
            <a:solidFill>
              <a:schemeClr val="bg1"/>
            </a:solidFill>
            <a:effectLst/>
            <a:latin typeface="Times New Roman" panose="02020603050405020304" pitchFamily="16" charset="0"/>
            <a:ea typeface="Microsoft YaHei" panose="020B0503020204020204" charset="-122"/>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Constantia"/>
        <a:ea typeface="Microsoft YaHei"/>
        <a:cs typeface=""/>
      </a:majorFont>
      <a:minorFont>
        <a:latin typeface="Constantia"/>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449580" rtl="0" eaLnBrk="1" fontAlgn="base" latinLnBrk="0" hangingPunct="1">
          <a:lnSpc>
            <a:spcPct val="100000"/>
          </a:lnSpc>
          <a:spcBef>
            <a:spcPts val="40"/>
          </a:spcBef>
          <a:spcAft>
            <a:spcPts val="40"/>
          </a:spcAft>
          <a:buClr>
            <a:srgbClr val="000000"/>
          </a:buClr>
          <a:buSzPct val="100000"/>
          <a:buFont typeface="Times New Roman" panose="02020603050405020304" pitchFamily="16" charset="0"/>
          <a:buNone/>
          <a:defRPr kumimoji="0" lang="en-GB" altLang="en-US" sz="2400" b="0" i="0" u="none" strike="noStrike" cap="none" normalizeH="0" baseline="0" smtClean="0">
            <a:ln>
              <a:noFill/>
            </a:ln>
            <a:solidFill>
              <a:schemeClr val="bg1"/>
            </a:solidFill>
            <a:effectLst/>
            <a:latin typeface="Times New Roman" panose="02020603050405020304" pitchFamily="16" charset="0"/>
            <a:ea typeface="Microsoft YaHei" panose="020B0503020204020204" charset="-122"/>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449580" rtl="0" eaLnBrk="1" fontAlgn="base" latinLnBrk="0" hangingPunct="1">
          <a:lnSpc>
            <a:spcPct val="100000"/>
          </a:lnSpc>
          <a:spcBef>
            <a:spcPts val="40"/>
          </a:spcBef>
          <a:spcAft>
            <a:spcPts val="40"/>
          </a:spcAft>
          <a:buClr>
            <a:srgbClr val="000000"/>
          </a:buClr>
          <a:buSzPct val="100000"/>
          <a:buFont typeface="Times New Roman" panose="02020603050405020304" pitchFamily="16" charset="0"/>
          <a:buNone/>
          <a:defRPr kumimoji="0" lang="en-GB" altLang="en-US" sz="2400" b="0" i="0" u="none" strike="noStrike" cap="none" normalizeH="0" baseline="0" smtClean="0">
            <a:ln>
              <a:noFill/>
            </a:ln>
            <a:solidFill>
              <a:schemeClr val="bg1"/>
            </a:solidFill>
            <a:effectLst/>
            <a:latin typeface="Times New Roman" panose="02020603050405020304" pitchFamily="16" charset="0"/>
            <a:ea typeface="Microsoft YaHei" panose="020B0503020204020204" charset="-122"/>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4375</Words>
  <Application>WPS Presentation</Application>
  <PresentationFormat>On-screen Show (4:3)</PresentationFormat>
  <Paragraphs>159</Paragraphs>
  <Slides>23</Slides>
  <Notes>23</Notes>
  <HiddenSlides>0</HiddenSlides>
  <MMClips>0</MMClips>
  <ScaleCrop>false</ScaleCrop>
  <HeadingPairs>
    <vt:vector size="8" baseType="variant">
      <vt:variant>
        <vt:lpstr>已用的字体</vt:lpstr>
      </vt:variant>
      <vt:variant>
        <vt:i4>12</vt:i4>
      </vt:variant>
      <vt:variant>
        <vt:lpstr>主题</vt:lpstr>
      </vt:variant>
      <vt:variant>
        <vt:i4>3</vt:i4>
      </vt:variant>
      <vt:variant>
        <vt:lpstr>嵌入 OLE 服务器</vt:lpstr>
      </vt:variant>
      <vt:variant>
        <vt:i4>1</vt:i4>
      </vt:variant>
      <vt:variant>
        <vt:lpstr>幻灯片标题</vt:lpstr>
      </vt:variant>
      <vt:variant>
        <vt:i4>23</vt:i4>
      </vt:variant>
    </vt:vector>
  </HeadingPairs>
  <TitlesOfParts>
    <vt:vector size="39" baseType="lpstr">
      <vt:lpstr>Arial</vt:lpstr>
      <vt:lpstr>SimSun</vt:lpstr>
      <vt:lpstr>Wingdings</vt:lpstr>
      <vt:lpstr>Times New Roman</vt:lpstr>
      <vt:lpstr>Microsoft YaHei</vt:lpstr>
      <vt:lpstr>Constantia</vt:lpstr>
      <vt:lpstr>Calibri Light</vt:lpstr>
      <vt:lpstr>Calibri</vt:lpstr>
      <vt:lpstr>Source Sans Pro Black</vt:lpstr>
      <vt:lpstr>SWAstro</vt:lpstr>
      <vt:lpstr>Segoe UI</vt:lpstr>
      <vt:lpstr>Arial Unicode MS</vt:lpstr>
      <vt:lpstr>Office Theme</vt:lpstr>
      <vt:lpstr>Office Theme</vt:lpstr>
      <vt:lpstr>Retrospect</vt:lpstr>
      <vt:lpstr>PBrush</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sukes</cp:lastModifiedBy>
  <cp:revision>2</cp:revision>
  <dcterms:created xsi:type="dcterms:W3CDTF">2023-09-09T03:18:57Z</dcterms:created>
  <dcterms:modified xsi:type="dcterms:W3CDTF">2023-09-09T03:25:31Z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91063718F2E749FE86194A602F6FDE15_12</vt:lpwstr>
  </property>
  <property fmtid="{D5CDD505-2E9C-101B-9397-08002B2CF9AE}" pid="3" name="KSOProductBuildVer">
    <vt:lpwstr>1033-12.2.0.13201</vt:lpwstr>
  </property>
</Properties>
</file>