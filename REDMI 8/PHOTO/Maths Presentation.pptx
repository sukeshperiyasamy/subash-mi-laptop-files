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1"/>
  </p:notesMasterIdLst>
  <p:sldIdLst>
    <p:sldId id="260" r:id="rId2"/>
    <p:sldId id="296" r:id="rId3"/>
    <p:sldId id="312" r:id="rId4"/>
    <p:sldId id="262" r:id="rId5"/>
    <p:sldId id="297" r:id="rId6"/>
    <p:sldId id="264" r:id="rId7"/>
    <p:sldId id="265" r:id="rId8"/>
    <p:sldId id="266" r:id="rId9"/>
    <p:sldId id="314" r:id="rId10"/>
    <p:sldId id="298" r:id="rId11"/>
    <p:sldId id="267" r:id="rId12"/>
    <p:sldId id="268" r:id="rId13"/>
    <p:sldId id="269" r:id="rId14"/>
    <p:sldId id="270" r:id="rId15"/>
    <p:sldId id="285" r:id="rId16"/>
    <p:sldId id="286" r:id="rId17"/>
    <p:sldId id="287" r:id="rId18"/>
    <p:sldId id="288" r:id="rId19"/>
    <p:sldId id="291" r:id="rId20"/>
    <p:sldId id="292" r:id="rId21"/>
    <p:sldId id="289" r:id="rId22"/>
    <p:sldId id="290" r:id="rId23"/>
    <p:sldId id="283" r:id="rId24"/>
    <p:sldId id="271" r:id="rId25"/>
    <p:sldId id="272" r:id="rId26"/>
    <p:sldId id="276" r:id="rId27"/>
    <p:sldId id="277" r:id="rId28"/>
    <p:sldId id="278" r:id="rId29"/>
    <p:sldId id="299" r:id="rId30"/>
    <p:sldId id="300" r:id="rId31"/>
    <p:sldId id="302" r:id="rId32"/>
    <p:sldId id="303" r:id="rId33"/>
    <p:sldId id="305" r:id="rId34"/>
    <p:sldId id="306" r:id="rId35"/>
    <p:sldId id="307" r:id="rId36"/>
    <p:sldId id="308" r:id="rId37"/>
    <p:sldId id="309" r:id="rId38"/>
    <p:sldId id="317" r:id="rId39"/>
    <p:sldId id="310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029" autoAdjust="0"/>
    <p:restoredTop sz="94660"/>
  </p:normalViewPr>
  <p:slideViewPr>
    <p:cSldViewPr>
      <p:cViewPr>
        <p:scale>
          <a:sx n="80" d="100"/>
          <a:sy n="80" d="100"/>
        </p:scale>
        <p:origin x="-864" y="21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398E62-2BA6-4C4E-8522-28472AFB9D25}" type="datetimeFigureOut">
              <a:rPr lang="en-IN" smtClean="0"/>
              <a:pPr/>
              <a:t>30-11-2021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A2F3E-ECD2-4E9F-814F-FF7656B6BCA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010853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03DEC5-B072-4239-922F-2722E6E71DB8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24167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D736B-F022-4E70-90C1-6275128328EE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9154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09FFD-ED8E-4F89-8D5A-4480DF62E159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207633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4DA868-F0CD-4F2F-8BAA-A8A6021A7C4F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40283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0E424-DA32-4452-9FF9-BD4DE6A69DC1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22048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5F2756-BF5D-4604-96FB-790D16248AE7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73941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57E94-A7F4-4AEA-AA76-2784194789C4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5967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6A83F-937A-4B90-889E-8739E0ED37C4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9384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33294-2496-413E-AF9C-B33959F9B78B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15098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59D60-2FAC-4790-90A5-1665016C3138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08561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A76A8-521E-420C-8047-8441649D6875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4199481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DB602-2CD2-4033-8407-15CE242CBB88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34009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D7363-9822-450F-952B-84786C5D4F66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6664499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9B72C-BD10-41A4-83A6-5BCB338C8933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32841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77148-9FB2-4435-A300-BCB726D70EF4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2911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609B64-31B2-49AD-B36A-F59B00AA4947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3663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6CFD24-17CC-4CF5-9E1B-704D96E78D09}" type="datetime1">
              <a:rPr lang="en-US" smtClean="0"/>
              <a:pPr/>
              <a:t>11/30/2021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4067D8BE-1253-4834-A33F-FF739766096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966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2438400"/>
            <a:ext cx="5486400" cy="381000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3466322"/>
            <a:ext cx="8534400" cy="2971800"/>
          </a:xfrm>
        </p:spPr>
        <p:txBody>
          <a:bodyPr>
            <a:normAutofit/>
          </a:bodyPr>
          <a:lstStyle/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 : Calculus and Linear Algebra</a:t>
            </a:r>
          </a:p>
          <a:p>
            <a:r>
              <a:rPr lang="en-US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Subject Code </a:t>
            </a:r>
            <a:r>
              <a:rPr lang="en-US" sz="4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:18MAB101T</a:t>
            </a:r>
            <a:endParaRPr lang="en-US"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2" descr="M.Kumarasamy College of Engineering, Karur :: MKC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228600"/>
            <a:ext cx="8763000" cy="2743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5800" y="381000"/>
            <a:ext cx="82296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APPLICATIONS OF MATHEMATICS  </a:t>
            </a:r>
            <a:r>
              <a:rPr lang="en-US" sz="6000" b="1" dirty="0">
                <a:latin typeface="Times New Roman" pitchFamily="18" charset="0"/>
                <a:cs typeface="Times New Roman" pitchFamily="18" charset="0"/>
              </a:rPr>
              <a:t>IN </a:t>
            </a:r>
            <a:r>
              <a:rPr lang="en-US" sz="6000" b="1" dirty="0" smtClean="0">
                <a:latin typeface="Times New Roman" pitchFamily="18" charset="0"/>
                <a:cs typeface="Times New Roman" pitchFamily="18" charset="0"/>
              </a:rPr>
              <a:t>ENGINEERING FIELDS</a:t>
            </a:r>
            <a:endParaRPr lang="en-US" sz="6000" b="1" dirty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6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000" dirty="0" smtClean="0">
                <a:latin typeface="Times New Roman" pitchFamily="18" charset="0"/>
                <a:cs typeface="Times New Roman" pitchFamily="18" charset="0"/>
              </a:rPr>
              <a:t>                                          </a:t>
            </a:r>
          </a:p>
          <a:p>
            <a:pPr algn="ctr"/>
            <a:r>
              <a:rPr lang="en-US" sz="6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6000" dirty="0"/>
              <a:t/>
            </a:r>
            <a:br>
              <a:rPr lang="en-US" sz="6000" dirty="0"/>
            </a:br>
            <a:endParaRPr lang="en-US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838200"/>
            <a:ext cx="73152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Sobiya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-  21EC007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Sharmila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21EC063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Vinotha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- 21EC299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Thanushya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 P R  - 21EC345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Thirisha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- 21EC271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6.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Subashini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21EC322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Sruthikaa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K V 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- 21EC314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Guided by 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Ms.J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Hellan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Priya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Assistant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Proffessor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</a:t>
            </a: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Mathematics in ECE.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F8662BF-2350-416F-8651-1736568C7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1" y="624110"/>
            <a:ext cx="7162800" cy="74749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Synopsis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00534392-59A2-405A-991F-9CF4CAC1A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0482" y="1397000"/>
            <a:ext cx="6591985" cy="4539622"/>
          </a:xfrm>
        </p:spPr>
        <p:txBody>
          <a:bodyPr>
            <a:normAutofit fontScale="92500" lnSpcReduction="10000"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Engineering.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 Engineering.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Science &amp;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&amp;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&amp; Electronics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onclusion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970B5D-5123-459B-ABC5-4913F8A6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573033"/>
            <a:ext cx="6589199" cy="7474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803EFAD-66AD-48B3-83E0-49138EB9D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00200"/>
            <a:ext cx="7620000" cy="4148945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Engineering, Math and science are the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that are used within the engineering design process.</a:t>
            </a:r>
            <a:endParaRPr lang="en-IN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 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 a tool to create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models that describe physical phenomena and as a tool to evaluate the merit of different possible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solutions.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A94D45-F168-4AC0-8C96-21128A5AC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533400"/>
            <a:ext cx="5885400" cy="82369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030D0BD-26AB-45D8-BD76-A33129EE3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509490"/>
            <a:ext cx="7543800" cy="43434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engineers use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analytical and problem solving abilities to develop or repair new machines.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general study of the relationship between the motion forces and energy is called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application of managing mechanics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Speed is measured as distance travelled / time taken.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Force accepted = Mass * Accelerations.   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Gravity of earth is 9.8 meters / Second.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18C7C15-6E34-459B-AD0E-E7DD914F3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685800"/>
            <a:ext cx="6589199" cy="74749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FB5C91B-74AC-41DC-AC33-EBF56C553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866900"/>
            <a:ext cx="7391399" cy="3124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engineering,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important because it is required to solve problems, to analyze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and in using 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Law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nature, which are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expressions.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plays a crucial role in deriving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Mechanical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B284E952-ED08-4D97-AD0E-843EAE4B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524000"/>
            <a:ext cx="8686800" cy="4495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engineering fields, mechanical engineering has many subjects which have a lot of mathematics in their contents, which should be properly called as engineering mathematics.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Mechanics of Materials, Thermodynamics, Heat Transfer and Internal combustion engines are examples of the subjects.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E6CE361-46E4-42AE-989A-6DC41E49D9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533400"/>
            <a:ext cx="6589199" cy="74749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Shapes in cars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1512BDD6-8799-4249-A20E-D6DF9AF28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447800"/>
            <a:ext cx="8001000" cy="4953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examples of shapes in green cars include :-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Sphere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Tyers of a car.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Steering wheel. </a:t>
            </a:r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Quadrilateral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Solar panel of green car, for e.g. Toyota Prius.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Bonnet of car, door of a car Windshield and windows of a car. 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Number plate of your car and its mudflap.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5776A891-DB19-41BF-BAE5-09FF44536EFB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934200" y="2819400"/>
            <a:ext cx="1943100" cy="14759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CE4F9156-B897-4D5A-BE71-F3FB2353BAB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6233" y="2133600"/>
            <a:ext cx="1993705" cy="11962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58CFF02-1C87-44E2-A747-F6F0646AD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6589199" cy="899890"/>
          </a:xfrm>
        </p:spPr>
        <p:txBody>
          <a:bodyPr/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Architectural Engineering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5CE27E-74AB-4416-A0A4-15559836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509490"/>
            <a:ext cx="7620000" cy="4510310"/>
          </a:xfrm>
        </p:spPr>
        <p:txBody>
          <a:bodyPr>
            <a:no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 helps the architects to design a mathematical draft that a constructor can use for constructor purpose.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is used architecture to design a images on a drawing and is needed to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structure problems.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Geometric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Algebra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plays a crucial role in architectural design.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rchitectural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this math forms to plan their blueprint or initial sketch design.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29590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3F42B8A-30FB-4299-97E4-75F6F7F2A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614" y="609600"/>
            <a:ext cx="6589199" cy="106680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EC35423-55AD-42D1-B702-9A071ABFD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3614" y="1600200"/>
            <a:ext cx="7317985" cy="464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early Twentieth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century movement modern architecture used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Rectilinear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Euclidean also called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Cartesian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eometry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4A22E11-2159-430A-A773-937AC7623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00400"/>
            <a:ext cx="3943350" cy="2628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3B4F43D-1A2E-468A-8138-D2347281F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781" y="3200400"/>
            <a:ext cx="3790951" cy="26536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48B097E1-BAF2-47C6-88D4-14FCCC0F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09600"/>
            <a:ext cx="7315199" cy="5682622"/>
          </a:xfrm>
        </p:spPr>
        <p:txBody>
          <a:bodyPr/>
          <a:lstStyle/>
          <a:p>
            <a:pPr>
              <a:buNone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forms consists of putting this two directional tendencies together, using roof planes, wall planes and balconies, which either sides past or interest each other.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goals of architecture include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esthetics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Philosophy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meaning as well as function. Architecture uses the beauty and structure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achieve these goals.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9CE4E5B-7279-41F6-870A-E7A00A4A1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838200"/>
            <a:ext cx="7315199" cy="5073022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1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topic we think we should talk about what type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aths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involved in construction like shapes, angles, sizes, 3D shapes. These buildings use everything in the given list.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93EDFF0E-7CBA-4846-B452-54C7E096C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2971800"/>
            <a:ext cx="3962400" cy="27289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252AB6E-315B-46B5-9DE7-6A0E00D28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9" y="2971800"/>
            <a:ext cx="3809998" cy="272891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6B57550-E700-45A4-ADB2-B32107E0D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624110"/>
            <a:ext cx="6589199" cy="671290"/>
          </a:xfrm>
        </p:spPr>
        <p:txBody>
          <a:bodyPr/>
          <a:lstStyle/>
          <a:p>
            <a:pPr algn="ctr"/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Engineering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2D3480-4DB4-4FC7-8A95-6CB237C56E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447800"/>
            <a:ext cx="7543800" cy="4786090"/>
          </a:xfrm>
        </p:spPr>
        <p:txBody>
          <a:bodyPr/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  robot was first used in 1920 in a play called R.U.R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is a branch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that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conception design manufacture and operation of robots.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research has been increasing exponential and making a new industrial revolution.</a:t>
            </a:r>
          </a:p>
          <a:p>
            <a:pPr marL="0" indent="0">
              <a:buNone/>
            </a:pPr>
            <a:endParaRPr lang="en-US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67133E-7B33-4E18-BCBF-B836E0AACA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0" y="2590800"/>
            <a:ext cx="6591985" cy="2133600"/>
          </a:xfrm>
        </p:spPr>
        <p:txBody>
          <a:bodyPr>
            <a:normAutofit lnSpcReduction="10000"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Geometry.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</a:t>
            </a:r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Linear Algebra</a:t>
            </a:r>
          </a:p>
          <a:p>
            <a:r>
              <a:rPr lang="en-IN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Calculus </a:t>
            </a:r>
          </a:p>
          <a:p>
            <a:pPr>
              <a:buNone/>
            </a:pP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Concept of Mathematics in Robotics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466865B-DC44-4216-8C06-F66E704189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7733" y="838200"/>
            <a:ext cx="7696200" cy="1280890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of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obotic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ngineering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A1AED30-C319-458E-844B-1CA0D267C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134" y="1810378"/>
            <a:ext cx="7391399" cy="4387222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robotic manipulators requires knowledge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lgebra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knowledge of control theory, Laplace transform, linear time invariant system etc.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 sensor under the field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Digital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ignal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rocessing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Fourier analysis.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085A0CF-E088-406D-9D1E-37DA733E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838200"/>
            <a:ext cx="6589199" cy="82369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athematics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144C7C4-B7AF-45FE-999C-FF9F2E1F2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752600"/>
            <a:ext cx="7620000" cy="42672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performs a significant part in robotic modelling planning and execution.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robotic scientist know how to deal with this complex equation and form 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framework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create more advanced function and functional robotics of the century.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every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aspects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 a major and crucial role in every parts of life.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C93AA11-BC01-42E6-9115-7DB29702F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762000"/>
            <a:ext cx="6589199" cy="89989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Calculus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Robotics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5D5B4C6-298B-4EA7-8CC3-5483F3FEA0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133600"/>
            <a:ext cx="7391399" cy="359591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calculus in robotics for the research path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robot and Navigation and path optimization technique using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alculus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Further technology in vector graphics is a humanoid robot.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3A33002-821C-4483-909E-5F6618CC7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450" y="1447800"/>
            <a:ext cx="6589199" cy="747490"/>
          </a:xfrm>
        </p:spPr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37D043-751F-454A-A1B4-ACCC13E54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2590800"/>
            <a:ext cx="7391399" cy="4876800"/>
          </a:xfrm>
        </p:spPr>
        <p:txBody>
          <a:bodyPr/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 is the study of the sun, moon, stars, planets, gas, galaxies, dust and other non - earthy bodies 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phenomena.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CF3BBCD-5107-4506-A29E-4D0302827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05229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Mathematics is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C9D9623-1D94-4DA5-9468-23EA10F11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1676400"/>
            <a:ext cx="7238999" cy="4800600"/>
          </a:xfrm>
        </p:spPr>
        <p:txBody>
          <a:bodyPr>
            <a:normAutofit/>
          </a:bodyPr>
          <a:lstStyle/>
          <a:p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in astronomy to calculate routes for satellite, rockets and space probes.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 is used to measure the distance to stars in the solar system the method of measuring distance in space is called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arallax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 in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 is used in astronomy to determine the properties of star and other objects in space.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AB8CBDE5-6A32-4058-A16D-DF59A6686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914400"/>
            <a:ext cx="6938701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9EA5E25-0BD9-4E60-B381-6A847108C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7848600" cy="128089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omputer Science and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58D591C-D808-4B53-8857-F315FB62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0" y="2590800"/>
            <a:ext cx="7543799" cy="29718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Computer:</a:t>
            </a:r>
          </a:p>
          <a:p>
            <a:pPr>
              <a:buNone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evice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perform operations.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achine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 - 0 and 1.</a:t>
            </a: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Computer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language.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3711763-B3FC-4612-B0FB-DDF1E4FA09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762000"/>
            <a:ext cx="7543800" cy="48768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and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unit performs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calculation like "+, -, * 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/”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 operation like " =, &gt;, &lt;" is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usually a comparison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A7B43CF-774C-4C78-BE5D-EA965A02F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800" y="624110"/>
            <a:ext cx="7315199" cy="1052290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of arithmetic operations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2218BDD-4733-4334-B811-41A3C8173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3600" y="1981200"/>
            <a:ext cx="7391399" cy="3962400"/>
          </a:xfrm>
        </p:spPr>
        <p:txBody>
          <a:bodyPr>
            <a:normAutofit/>
          </a:bodyPr>
          <a:lstStyle/>
          <a:p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Addition 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(4+3 = 7)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( 4-3 =1) 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Multiplication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:(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4x3 =12)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÷ 3 =1)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6C258898-E6F0-41B6-99FB-1F314558B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62000"/>
            <a:ext cx="7391399" cy="5073022"/>
          </a:xfrm>
        </p:spPr>
        <p:txBody>
          <a:bodyPr>
            <a:normAutofit/>
          </a:bodyPr>
          <a:lstStyle/>
          <a:p>
            <a:pPr lvl="1">
              <a:lnSpc>
                <a:spcPct val="200000"/>
              </a:lnSpc>
              <a:buNone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Continued….</a:t>
            </a:r>
          </a:p>
          <a:p>
            <a:pPr>
              <a:lnSpc>
                <a:spcPct val="200000"/>
              </a:lnSpc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packets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nit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in binary form. 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 - Numerical label in binary form</a:t>
            </a:r>
          </a:p>
          <a:p>
            <a:pPr>
              <a:lnSpc>
                <a:spcPct val="2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-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data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that use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ermutation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Combination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95F178-4706-4EB5-8BB8-981FEB8F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24110"/>
            <a:ext cx="7467599" cy="120469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And Communication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C9793C1-360F-4089-B545-6ABC4FCB6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2057400"/>
            <a:ext cx="7543799" cy="358140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Electrical engineer design, develop, test, and supervise the manufacture of electrical equipment. </a:t>
            </a:r>
          </a:p>
          <a:p>
            <a:r>
              <a:rPr lang="en-US" sz="2400" dirty="0">
                <a:solidFill>
                  <a:srgbClr val="30303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of this equipment includes electric motors; machinery controls, lighting, and wiring in buildings; automobile aircraft radar and navigation system; and power generation control and transmission devices used by electric utilities.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92D7E4-A3A1-4821-9ABB-AE2F2F163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14400"/>
            <a:ext cx="7696199" cy="82369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6B7C3633-29D0-4A33-ACCF-CA6725505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905000"/>
            <a:ext cx="7619999" cy="47244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whole concept starts from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Co-ordinate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Vector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lgebra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Stokes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electromagnetics which is very tough and need more knowledge of partial differential equations, numerical methods to solve coupled equations.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many University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lgebra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compulsory course for master's students in communication and signal processing.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FB28719-A6CD-44E4-84C9-220C1077E1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685800"/>
            <a:ext cx="7543801" cy="42348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MATH IS USED MOST IN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ELECTRONICS  ENGINEERING?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Measurement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Piping configuration.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and voltage calculation.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BDC4276-5518-4B3D-8B60-63137D2C7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09600"/>
            <a:ext cx="6781800" cy="899890"/>
          </a:xfrm>
        </p:spPr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Measurements: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36D72EA-6006-4747-B8BE-F04B43A00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95400"/>
            <a:ext cx="7543800" cy="51816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simplest and most common use of math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Electrical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is measurement.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Wiring must be connected seamlessly and in the appropriate places in a finished structure.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Electricians may need to measure room dimension wiring length, and other variable to determine the best placement for specific components.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Electricians may </a:t>
            </a:r>
            <a:r>
              <a:rPr lang="en-US" sz="2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employe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arithmetic methods like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ddition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well as simple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Algebraic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inear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51198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6ECFCAE-FBD8-4D8E-A4C1-1C735A988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400" y="685800"/>
            <a:ext cx="6589199" cy="74749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PIPING </a:t>
            </a:r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4CBBAB-9307-48DE-BEE6-CF06B2F794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7800" y="1433290"/>
            <a:ext cx="7467599" cy="519611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initial measurement have been take on electricians may need to use more complex math to determine the correct component angles, or pipes and circuits.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correct component angles, an electrician may use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Geometry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principles.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Geometry principles may also be used to ensure correct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configuration. It is also used when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electricians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 up blueprints or building plans.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95465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AD6AF7A-6CAB-426D-89B9-038CD36CC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066800"/>
            <a:ext cx="7848599" cy="1357090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Electrical and Electronics Engineering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79388D9-A7D8-4A79-BFA2-F9F251B7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743200"/>
            <a:ext cx="7772399" cy="32693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branches of engineering have same common syllabus 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 Electrical and Electronics Engineering use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among all branches in their specialist courses.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511110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572BA9-0E39-4CFF-A18A-F7F5FB233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1" y="838200"/>
            <a:ext cx="7619999" cy="1371600"/>
          </a:xfrm>
        </p:spPr>
        <p:txBody>
          <a:bodyPr/>
          <a:lstStyle/>
          <a:p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in Electrical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600AD15-DBEC-485A-BEC4-5E18A631AD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7467598" cy="4648200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Electrical engineer use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ways in their career.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electrical equipment.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calculate amp and volt requirements for Electrical projects.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Math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creating computer simulations and designs for new product.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899581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78A48AF-FD06-4C2C-B601-70BC0365A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762000"/>
            <a:ext cx="7239000" cy="5943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statistics 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Starting from designing a product making a finished one and making it work at  every  step  an engineer needs  help of statistic in some form or other.</a:t>
            </a:r>
          </a:p>
          <a:p>
            <a:pPr marL="0" indent="0">
              <a:buNone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Calculus :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Calculus is used by engineers to determine rates of change or state by which factors, such as acceleration or weight, change.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470400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6EC79FD-B538-4F57-A2D7-FC983A48C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38200"/>
            <a:ext cx="6589199" cy="10522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0A9E436-0FFE-49FD-A436-A343EE90D3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Trigonometry is the science of measuring triangles.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Engineers may use plane trigonometry to determine the size irregularly shaped parcel of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land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Spherical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rigonometry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by 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Naval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ngineers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ship design.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1992936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1AB472-48FC-4782-BA73-F17455F0D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00100"/>
            <a:ext cx="7696199" cy="97609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Electrical Engineer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8342AE-1119-4762-A3F3-D11F902BB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0700" y="2289803"/>
            <a:ext cx="7010399" cy="3777622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engineers work transport networks, lightings, heating in ventilation, lift system. 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generation and distribution, renewable energy, manufacturing and construction.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841031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679FA7-2696-4F51-A6D0-C0C155229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9725" y="762000"/>
            <a:ext cx="6934200" cy="990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Electrical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AA64ADB-B51B-46EE-BB8E-5559374164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2133600"/>
            <a:ext cx="6934199" cy="441960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Fixed voltage source (like a pump whose pressure is constant)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voltage source (like a pump whose pressure you can adjust)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Resistor (like an obstruction in a pipe)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130712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531D9F5-B262-442F-98C6-7F2CF2B37B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0" y="1447800"/>
            <a:ext cx="6934200" cy="4768222"/>
          </a:xfrm>
        </p:spPr>
        <p:txBody>
          <a:bodyPr/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marL="0" indent="0">
              <a:buNone/>
            </a:pP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+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Everything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-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Nothing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339161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1828800"/>
            <a:ext cx="6589199" cy="1280890"/>
          </a:xfrm>
        </p:spPr>
        <p:txBody>
          <a:bodyPr>
            <a:noAutofit/>
          </a:bodyPr>
          <a:lstStyle/>
          <a:p>
            <a:r>
              <a:rPr lang="en-US" sz="8000" dirty="0" smtClean="0"/>
              <a:t>ANY</a:t>
            </a:r>
            <a:br>
              <a:rPr lang="en-US" sz="8000" dirty="0" smtClean="0"/>
            </a:br>
            <a:r>
              <a:rPr lang="en-US" sz="8000" dirty="0" smtClean="0"/>
              <a:t>QUESTIONS</a:t>
            </a:r>
            <a:endParaRPr lang="en-US" sz="8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4400" i="1" dirty="0" smtClean="0"/>
              <a:t> </a:t>
            </a:r>
            <a:r>
              <a:rPr lang="en-US" sz="4400" i="1" dirty="0" smtClean="0"/>
              <a:t>           </a:t>
            </a:r>
            <a:endParaRPr lang="en-US" sz="4400" i="1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1CFF294-ABC0-469A-85A0-2206AEC46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7401" y="2362200"/>
            <a:ext cx="5562600" cy="1905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9600" dirty="0">
                <a:solidFill>
                  <a:schemeClr val="accent1"/>
                </a:solidFill>
                <a:latin typeface="Monotype Corsiva" panose="03010101010201010101" pitchFamily="66" charset="0"/>
              </a:rPr>
              <a:t>Thank You!</a:t>
            </a:r>
            <a:endParaRPr lang="en-IN" sz="9600" dirty="0">
              <a:solidFill>
                <a:schemeClr val="accent1"/>
              </a:solidFill>
              <a:latin typeface="Monotype Corsiva" panose="03010101010201010101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5860933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550</TotalTime>
  <Words>1561</Words>
  <Application>Microsoft Office PowerPoint</Application>
  <PresentationFormat>On-screen Show (4:3)</PresentationFormat>
  <Paragraphs>161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Wisp</vt:lpstr>
      <vt:lpstr>Slide 1</vt:lpstr>
      <vt:lpstr>Slide 2</vt:lpstr>
      <vt:lpstr>Slide 3</vt:lpstr>
      <vt:lpstr>Synopsis</vt:lpstr>
      <vt:lpstr>Introduction</vt:lpstr>
      <vt:lpstr>Mechanical Engineering</vt:lpstr>
      <vt:lpstr>Continued….</vt:lpstr>
      <vt:lpstr>Slide 8</vt:lpstr>
      <vt:lpstr>Shapes in cars</vt:lpstr>
      <vt:lpstr>Architectural Engineering</vt:lpstr>
      <vt:lpstr>Architecture</vt:lpstr>
      <vt:lpstr>Slide 12</vt:lpstr>
      <vt:lpstr>Slide 13</vt:lpstr>
      <vt:lpstr>Robotics Engineering</vt:lpstr>
      <vt:lpstr>Concept of Mathematics in Robotics</vt:lpstr>
      <vt:lpstr>Need of Mathematics in Robotic Engineering :</vt:lpstr>
      <vt:lpstr>Importance of Mathematics in Robotics:</vt:lpstr>
      <vt:lpstr>Vector Calculus in Robotics</vt:lpstr>
      <vt:lpstr>Astronomy</vt:lpstr>
      <vt:lpstr>How  Mathematics is used in Astronomy?</vt:lpstr>
      <vt:lpstr>Slide 21</vt:lpstr>
      <vt:lpstr>Applications of Mathematics in Computer Science and Engineering</vt:lpstr>
      <vt:lpstr> </vt:lpstr>
      <vt:lpstr>Examples of arithmetic operations</vt:lpstr>
      <vt:lpstr>Slide 25</vt:lpstr>
      <vt:lpstr>Mathematics in Electronics And Communication Engineering</vt:lpstr>
      <vt:lpstr>Applications :</vt:lpstr>
      <vt:lpstr>Slide 28</vt:lpstr>
      <vt:lpstr>Measurements:</vt:lpstr>
      <vt:lpstr>PIPING CONFIGURATION:</vt:lpstr>
      <vt:lpstr>Mathematics in Electrical and Electronics Engineering</vt:lpstr>
      <vt:lpstr>Maths used in Electrical Engineering:</vt:lpstr>
      <vt:lpstr>Slide 33</vt:lpstr>
      <vt:lpstr>Trigonometry:</vt:lpstr>
      <vt:lpstr>Applications of Electrical Engineer</vt:lpstr>
      <vt:lpstr>Some Electrical Components</vt:lpstr>
      <vt:lpstr>Slide 37</vt:lpstr>
      <vt:lpstr>ANY QUESTIONS</vt:lpstr>
      <vt:lpstr>Slide 39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Gowthaman</dc:creator>
  <cp:lastModifiedBy>staff</cp:lastModifiedBy>
  <cp:revision>31</cp:revision>
  <dcterms:created xsi:type="dcterms:W3CDTF">2021-11-28T15:34:48Z</dcterms:created>
  <dcterms:modified xsi:type="dcterms:W3CDTF">2021-11-30T10:19:30Z</dcterms:modified>
</cp:coreProperties>
</file>