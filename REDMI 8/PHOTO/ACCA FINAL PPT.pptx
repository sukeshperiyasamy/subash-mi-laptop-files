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70" r:id="rId2"/>
    <p:sldId id="257" r:id="rId3"/>
    <p:sldId id="258" r:id="rId4"/>
    <p:sldId id="259" r:id="rId5"/>
    <p:sldId id="27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8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68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876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992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86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7295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133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57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8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03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889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95620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498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44852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47038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27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555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C456D5-ED2D-472E-A987-524181B91B18}" type="datetimeFigureOut">
              <a:rPr lang="en-IN" smtClean="0"/>
              <a:t>26-04-2022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7C82EE-D954-4260-A2BB-9B927CFD08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043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f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65353" y="2929812"/>
            <a:ext cx="477424" cy="3564293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5" b="4275"/>
          <a:stretch>
            <a:fillRect/>
          </a:stretch>
        </p:blipFill>
        <p:spPr>
          <a:xfrm>
            <a:off x="447869" y="522514"/>
            <a:ext cx="8966092" cy="5187821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6705" y="6990865"/>
            <a:ext cx="8596667" cy="674024"/>
          </a:xfr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161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53C97A-1B94-4C08-9B61-2059B9CB4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01" y="574929"/>
            <a:ext cx="7319865" cy="25881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30A725-0A04-4A70-B50A-5644406D2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697" y="3566508"/>
            <a:ext cx="6102625" cy="22618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83566" y="4890084"/>
            <a:ext cx="5924939" cy="132343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4000" dirty="0" smtClean="0">
                <a:latin typeface="Bahnschrift SemiCondensed" panose="020B0502040204020203" pitchFamily="34" charset="0"/>
              </a:rPr>
              <a:t>ADVANCED CALCULUS                       AND    COMPLEX ANALYSIS</a:t>
            </a:r>
            <a:endParaRPr lang="en-IN" sz="4000" dirty="0">
              <a:latin typeface="Bahnschrift SemiCondensed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6036" y="3797961"/>
            <a:ext cx="2500604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 dirty="0" smtClean="0"/>
              <a:t>(18MAB102T)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226342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1E38C1E-63EC-4CB4-AE8E-4792B792F74C}"/>
              </a:ext>
            </a:extLst>
          </p:cNvPr>
          <p:cNvSpPr/>
          <p:nvPr/>
        </p:nvSpPr>
        <p:spPr>
          <a:xfrm>
            <a:off x="197863" y="390239"/>
            <a:ext cx="9608610" cy="504264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tx1"/>
                </a:solidFill>
                <a:latin typeface="Bahnschrift Condensed" panose="020B0502040204020203" pitchFamily="34" charset="0"/>
              </a:rPr>
              <a:t>Application Of  </a:t>
            </a:r>
            <a:r>
              <a:rPr lang="en-US" sz="6000" b="1" dirty="0" smtClean="0">
                <a:solidFill>
                  <a:schemeClr val="tx1"/>
                </a:solidFill>
                <a:latin typeface="Bahnschrift Condensed" panose="020B0502040204020203" pitchFamily="34" charset="0"/>
              </a:rPr>
              <a:t>complex analysis</a:t>
            </a:r>
            <a:endParaRPr lang="en-IN" sz="6000" b="1" dirty="0">
              <a:solidFill>
                <a:schemeClr val="tx1"/>
              </a:solidFill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4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42F0E64-E794-48C1-9887-C962211B0211}"/>
              </a:ext>
            </a:extLst>
          </p:cNvPr>
          <p:cNvSpPr txBox="1"/>
          <p:nvPr/>
        </p:nvSpPr>
        <p:spPr>
          <a:xfrm>
            <a:off x="3599598" y="362565"/>
            <a:ext cx="6107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 Condensed" panose="020B0502040204020203" pitchFamily="34" charset="0"/>
                <a:ea typeface="+mn-ea"/>
                <a:cs typeface="+mn-cs"/>
              </a:rPr>
              <a:t>TEAM MEMBERS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D6BAB5-1DD7-4C15-AEEE-9C13ADAE7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889" y="1159314"/>
            <a:ext cx="6718374" cy="41151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4B24054-6EE4-4473-8E9F-CDAD44425B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581" y="5412282"/>
            <a:ext cx="5340559" cy="165215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79924" y="2603392"/>
            <a:ext cx="5413774" cy="3693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 flipV="1">
            <a:off x="2487588" y="2713989"/>
            <a:ext cx="6034887" cy="55185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468575" y="2586201"/>
            <a:ext cx="2043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Bahnschrift SemiCondensed" panose="020B0502040204020203" pitchFamily="34" charset="0"/>
              </a:rPr>
              <a:t>SUBASH S</a:t>
            </a:r>
            <a:endParaRPr lang="en-IN" sz="3600" b="1" dirty="0">
              <a:latin typeface="Bahnschrift SemiCondensed" panose="020B050204020402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02218" y="1430554"/>
            <a:ext cx="2137063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>
                <a:latin typeface="Bahnschrift SemiBold SemiConden" panose="020B0502040204020203" pitchFamily="34" charset="0"/>
              </a:rPr>
              <a:t>(21BEC193)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02219" y="2022709"/>
            <a:ext cx="1791479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/>
              <a:t>(</a:t>
            </a:r>
            <a:r>
              <a:rPr lang="en-US" sz="2800" dirty="0" smtClean="0">
                <a:latin typeface="Bahnschrift SemiBold SemiConden" panose="020B0502040204020203" pitchFamily="34" charset="0"/>
              </a:rPr>
              <a:t>21BEC213</a:t>
            </a:r>
            <a:r>
              <a:rPr lang="en-US" sz="2800" dirty="0" smtClean="0"/>
              <a:t>)</a:t>
            </a:r>
            <a:endParaRPr lang="en-IN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6102219" y="2603392"/>
            <a:ext cx="2034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(</a:t>
            </a:r>
            <a:r>
              <a:rPr lang="en-US" sz="2800" dirty="0" smtClean="0">
                <a:latin typeface="Bahnschrift SemiBold SemiConden" panose="020B0502040204020203" pitchFamily="34" charset="0"/>
              </a:rPr>
              <a:t>21BEC214)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30211" y="3265840"/>
            <a:ext cx="2212058" cy="52322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 smtClean="0">
                <a:latin typeface="Bahnschrift SemiBold SemiConden" panose="020B0502040204020203" pitchFamily="34" charset="0"/>
              </a:rPr>
              <a:t>(21BEC221)</a:t>
            </a:r>
            <a:endParaRPr lang="en-IN" sz="2800" dirty="0">
              <a:latin typeface="Bahnschrift SemiBold SemiConden" panose="020B0502040204020203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30212" y="3865002"/>
            <a:ext cx="2006082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latin typeface="Bahnschrift SemiBold" panose="020B0502040204020203" pitchFamily="34" charset="0"/>
              </a:rPr>
              <a:t>(21BEC236)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02218" y="4480459"/>
            <a:ext cx="2025093" cy="4616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>
                <a:latin typeface="Bahnschrift SemiBold" panose="020B0502040204020203" pitchFamily="34" charset="0"/>
              </a:rPr>
              <a:t>(21BEC248)</a:t>
            </a:r>
            <a:endParaRPr lang="en-IN" sz="2400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948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1038225"/>
            <a:ext cx="8829675" cy="5010149"/>
          </a:xfrm>
        </p:spPr>
      </p:pic>
      <p:sp>
        <p:nvSpPr>
          <p:cNvPr id="5" name="Rectangle 4"/>
          <p:cNvSpPr/>
          <p:nvPr/>
        </p:nvSpPr>
        <p:spPr>
          <a:xfrm>
            <a:off x="3181350" y="5772150"/>
            <a:ext cx="2905125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31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1893</TotalTime>
  <Words>35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Bahnschrift Condensed</vt:lpstr>
      <vt:lpstr>Bahnschrift SemiBold</vt:lpstr>
      <vt:lpstr>Bahnschrift SemiBold SemiConden</vt:lpstr>
      <vt:lpstr>Bahnschrift SemiCondensed</vt:lpstr>
      <vt:lpstr>Trebuchet MS</vt:lpstr>
      <vt:lpstr>Wingdings 3</vt:lpstr>
      <vt:lpstr>Facet</vt:lpstr>
      <vt:lpstr>.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 SIBI</dc:creator>
  <cp:lastModifiedBy>sukesh</cp:lastModifiedBy>
  <cp:revision>40</cp:revision>
  <dcterms:created xsi:type="dcterms:W3CDTF">2022-01-24T04:30:38Z</dcterms:created>
  <dcterms:modified xsi:type="dcterms:W3CDTF">2022-04-26T13:49:56Z</dcterms:modified>
</cp:coreProperties>
</file>