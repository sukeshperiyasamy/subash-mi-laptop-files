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7" r:id="rId2"/>
    <p:sldId id="258" r:id="rId3"/>
    <p:sldId id="259" r:id="rId4"/>
    <p:sldId id="297" r:id="rId5"/>
    <p:sldId id="274" r:id="rId6"/>
    <p:sldId id="273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300" r:id="rId16"/>
    <p:sldId id="299" r:id="rId17"/>
    <p:sldId id="298" r:id="rId18"/>
    <p:sldId id="296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vesh raja" initials="sr" lastIdx="1" clrIdx="0">
    <p:extLst>
      <p:ext uri="{19B8F6BF-5375-455C-9EA6-DF929625EA0E}">
        <p15:presenceInfo xmlns:p15="http://schemas.microsoft.com/office/powerpoint/2012/main" userId="de9bdd9b8037b0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5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697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0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66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2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9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64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39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253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71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4167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881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175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30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456D5-ED2D-472E-A987-524181B91B18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7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53C97A-1B94-4C08-9B61-2059B9CB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1" y="574929"/>
            <a:ext cx="7319865" cy="2588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94FED-FFC9-4375-9782-191DCE2D44A6}"/>
              </a:ext>
            </a:extLst>
          </p:cNvPr>
          <p:cNvSpPr txBox="1"/>
          <p:nvPr/>
        </p:nvSpPr>
        <p:spPr>
          <a:xfrm>
            <a:off x="515688" y="3610473"/>
            <a:ext cx="404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SUBJECT CODE:18MAB102T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698C5-6D1A-4D12-A57C-4321A2CDAFB8}"/>
              </a:ext>
            </a:extLst>
          </p:cNvPr>
          <p:cNvSpPr txBox="1"/>
          <p:nvPr/>
        </p:nvSpPr>
        <p:spPr>
          <a:xfrm>
            <a:off x="2285999" y="4519535"/>
            <a:ext cx="58236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ADVANCED CALCULUS</a:t>
            </a:r>
          </a:p>
          <a:p>
            <a:r>
              <a:rPr lang="en-US" sz="4000" dirty="0"/>
              <a:t>             AND</a:t>
            </a:r>
          </a:p>
          <a:p>
            <a:r>
              <a:rPr lang="en-US" sz="4000" dirty="0"/>
              <a:t> COMPLEX ANALYSIS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2634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E38C1E-63EC-4CB4-AE8E-4792B792F74C}"/>
              </a:ext>
            </a:extLst>
          </p:cNvPr>
          <p:cNvSpPr/>
          <p:nvPr/>
        </p:nvSpPr>
        <p:spPr>
          <a:xfrm>
            <a:off x="197863" y="390239"/>
            <a:ext cx="9608610" cy="504264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Applications of  complex analysis</a:t>
            </a:r>
            <a:endParaRPr lang="en-IN" sz="6000" b="1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2F0E64-E794-48C1-9887-C962211B0211}"/>
              </a:ext>
            </a:extLst>
          </p:cNvPr>
          <p:cNvSpPr txBox="1"/>
          <p:nvPr/>
        </p:nvSpPr>
        <p:spPr>
          <a:xfrm>
            <a:off x="3599598" y="362565"/>
            <a:ext cx="6107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TEAM MEMBERS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D6BAB5-1DD7-4C15-AEEE-9C13ADAE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89" y="1159314"/>
            <a:ext cx="6718374" cy="4115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B24054-6EE4-4473-8E9F-CDAD4442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581" y="5412282"/>
            <a:ext cx="5340559" cy="16521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79924" y="2603392"/>
            <a:ext cx="541377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 flipV="1">
            <a:off x="2487588" y="2713989"/>
            <a:ext cx="6034887" cy="551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468575" y="2586201"/>
            <a:ext cx="2043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ahnschrift SemiCondensed" panose="020B0502040204020203" pitchFamily="34" charset="0"/>
              </a:rPr>
              <a:t>SUBASH S</a:t>
            </a:r>
            <a:endParaRPr lang="en-IN" sz="3600" b="1" dirty="0">
              <a:latin typeface="Bahnschrift SemiCondensed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02218" y="1430554"/>
            <a:ext cx="2137063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Bahnschrift SemiBold SemiConden" panose="020B0502040204020203" pitchFamily="34" charset="0"/>
              </a:rPr>
              <a:t>(21BEC193)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02219" y="2022709"/>
            <a:ext cx="1791479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>
                <a:latin typeface="Bahnschrift SemiBold SemiConden" panose="020B0502040204020203" pitchFamily="34" charset="0"/>
              </a:rPr>
              <a:t>21BEC213</a:t>
            </a:r>
            <a:r>
              <a:rPr lang="en-US" sz="2800" dirty="0"/>
              <a:t>)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6102219" y="2603392"/>
            <a:ext cx="203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>
                <a:latin typeface="Bahnschrift SemiBold SemiConden" panose="020B0502040204020203" pitchFamily="34" charset="0"/>
              </a:rPr>
              <a:t>21BEC214)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30211" y="3265840"/>
            <a:ext cx="2212058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Bahnschrift SemiBold SemiConden" panose="020B0502040204020203" pitchFamily="34" charset="0"/>
              </a:rPr>
              <a:t>(21BEC221)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0212" y="3865002"/>
            <a:ext cx="2006082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(21BEC238)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02218" y="4480459"/>
            <a:ext cx="2025093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(21BEC248)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94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2A436-61EA-4CCB-BB35-A6458C6BE0A2}"/>
              </a:ext>
            </a:extLst>
          </p:cNvPr>
          <p:cNvSpPr txBox="1"/>
          <p:nvPr/>
        </p:nvSpPr>
        <p:spPr>
          <a:xfrm>
            <a:off x="1380565" y="761999"/>
            <a:ext cx="689385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SYNOPSIS:</a:t>
            </a:r>
          </a:p>
          <a:p>
            <a:endParaRPr lang="en-US" dirty="0"/>
          </a:p>
          <a:p>
            <a:r>
              <a:rPr lang="en-US" sz="2000" dirty="0"/>
              <a:t>              1.Introduction</a:t>
            </a:r>
          </a:p>
          <a:p>
            <a:r>
              <a:rPr lang="en-US" sz="2000" dirty="0"/>
              <a:t>              2.What is complex number</a:t>
            </a:r>
          </a:p>
          <a:p>
            <a:r>
              <a:rPr lang="en-US" sz="2000" dirty="0"/>
              <a:t>              3.Operations on complex number</a:t>
            </a:r>
          </a:p>
          <a:p>
            <a:r>
              <a:rPr lang="en-US" sz="2000" dirty="0"/>
              <a:t>              4.Graphical representation of complex number</a:t>
            </a:r>
          </a:p>
          <a:p>
            <a:r>
              <a:rPr lang="en-US" sz="2000" dirty="0"/>
              <a:t>              5.Importation of complex number</a:t>
            </a:r>
          </a:p>
          <a:p>
            <a:r>
              <a:rPr lang="en-US" sz="2000" dirty="0"/>
              <a:t>              6.Applications of complex number</a:t>
            </a:r>
          </a:p>
          <a:p>
            <a:endParaRPr lang="en-US" sz="20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010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4" y="149290"/>
            <a:ext cx="8750559" cy="62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5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7" y="-195943"/>
            <a:ext cx="8957386" cy="67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7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278751"/>
            <a:ext cx="8005666" cy="60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69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51" y="637221"/>
            <a:ext cx="9002486" cy="57954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34A2E2-1950-4563-9A4A-2D0D665F8C2E}"/>
              </a:ext>
            </a:extLst>
          </p:cNvPr>
          <p:cNvSpPr/>
          <p:nvPr/>
        </p:nvSpPr>
        <p:spPr>
          <a:xfrm>
            <a:off x="2143593" y="989351"/>
            <a:ext cx="5988571" cy="1244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EDEA5-CEA1-460E-BE90-76E33AAA3A4E}"/>
              </a:ext>
            </a:extLst>
          </p:cNvPr>
          <p:cNvSpPr txBox="1"/>
          <p:nvPr/>
        </p:nvSpPr>
        <p:spPr>
          <a:xfrm>
            <a:off x="2143593" y="1229193"/>
            <a:ext cx="5906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Operations of complex number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2356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3" y="512017"/>
            <a:ext cx="9123784" cy="578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2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6074"/>
            <a:ext cx="8890518" cy="604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97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0" y="502686"/>
            <a:ext cx="9366380" cy="571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4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8" y="512017"/>
            <a:ext cx="9525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88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8" y="446703"/>
            <a:ext cx="9310396" cy="551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6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92C33-1F8E-4072-9867-43C6A00A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1" y="300133"/>
            <a:ext cx="8965163" cy="587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03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9C396F-5A4E-4FBD-B1D4-2E3864132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671" y="600635"/>
            <a:ext cx="7732059" cy="530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74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656D23-3FFC-4A55-ACC3-E631AAE09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82" y="475130"/>
            <a:ext cx="9081247" cy="540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56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0BFB4-355C-4DF0-AC22-1364A6F87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093" y="726142"/>
            <a:ext cx="8624047" cy="458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67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04" y="844225"/>
            <a:ext cx="5631316" cy="546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50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038225"/>
            <a:ext cx="8829675" cy="5010149"/>
          </a:xfrm>
        </p:spPr>
      </p:pic>
      <p:sp>
        <p:nvSpPr>
          <p:cNvPr id="5" name="Rectangle 4"/>
          <p:cNvSpPr/>
          <p:nvPr/>
        </p:nvSpPr>
        <p:spPr>
          <a:xfrm>
            <a:off x="3181350" y="5772150"/>
            <a:ext cx="2905125" cy="27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106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1958</TotalTime>
  <Words>83</Words>
  <Application>Microsoft Office PowerPoint</Application>
  <PresentationFormat>Widescreen</PresentationFormat>
  <Paragraphs>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Bahnschrift Condensed</vt:lpstr>
      <vt:lpstr>Bahnschrift SemiBold</vt:lpstr>
      <vt:lpstr>Bahnschrift SemiBold SemiConden</vt:lpstr>
      <vt:lpstr>Bahnschrift SemiCondensed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 SIBI</dc:creator>
  <cp:lastModifiedBy>sarvesh raja</cp:lastModifiedBy>
  <cp:revision>45</cp:revision>
  <dcterms:created xsi:type="dcterms:W3CDTF">2022-01-24T04:30:38Z</dcterms:created>
  <dcterms:modified xsi:type="dcterms:W3CDTF">2022-04-29T02:19:39Z</dcterms:modified>
</cp:coreProperties>
</file>